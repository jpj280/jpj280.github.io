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0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1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12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13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14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15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notesSlides/notesSlide16.xml" ContentType="application/vnd.openxmlformats-officedocument.presentationml.notesSlide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17.xml" ContentType="application/vnd.openxmlformats-officedocument.presentationml.notesSlid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18.xml" ContentType="application/vnd.openxmlformats-officedocument.presentationml.notesSlide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notesSlides/notesSlide19.xml" ContentType="application/vnd.openxmlformats-officedocument.presentationml.notesSlide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20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21.xml" ContentType="application/vnd.openxmlformats-officedocument.presentationml.notesSlid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22.xml" ContentType="application/vnd.openxmlformats-officedocument.presentationml.notesSlide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notesSlides/notesSlide23.xml" ContentType="application/vnd.openxmlformats-officedocument.presentationml.notesSlide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24.xml" ContentType="application/vnd.openxmlformats-officedocument.presentationml.notesSlide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notesSlides/notesSlide25.xml" ContentType="application/vnd.openxmlformats-officedocument.presentationml.notesSlide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notesSlides/notesSlide26.xml" ContentType="application/vnd.openxmlformats-officedocument.presentationml.notesSlide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notesSlides/notesSlide27.xml" ContentType="application/vnd.openxmlformats-officedocument.presentationml.notesSlide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notesSlides/notesSlide28.xml" ContentType="application/vnd.openxmlformats-officedocument.presentationml.notesSlide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notesSlides/notesSlide29.xml" ContentType="application/vnd.openxmlformats-officedocument.presentationml.notesSlide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notesSlides/notesSlide30.xml" ContentType="application/vnd.openxmlformats-officedocument.presentationml.notesSl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31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notesSlides/notesSlide32.xml" ContentType="application/vnd.openxmlformats-officedocument.presentationml.notesSlid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notesSlides/notesSlide33.xml" ContentType="application/vnd.openxmlformats-officedocument.presentationml.notesSlide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notesSlides/notesSlide34.xml" ContentType="application/vnd.openxmlformats-officedocument.presentationml.notesSlide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notesSlides/notesSlide35.xml" ContentType="application/vnd.openxmlformats-officedocument.presentationml.notesSlide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notesSlides/notesSlide36.xml" ContentType="application/vnd.openxmlformats-officedocument.presentationml.notesSlide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notesSlides/notesSlide37.xml" ContentType="application/vnd.openxmlformats-officedocument.presentationml.notesSl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notesSlides/notesSlide38.xml" ContentType="application/vnd.openxmlformats-officedocument.presentationml.notesSlide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notesSlides/notesSlide39.xml" ContentType="application/vnd.openxmlformats-officedocument.presentationml.notesSlide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notesSlides/notesSlide40.xml" ContentType="application/vnd.openxmlformats-officedocument.presentationml.notesSlide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notesSlides/notesSlide41.xml" ContentType="application/vnd.openxmlformats-officedocument.presentationml.notesSlide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notesSlides/notesSlide42.xml" ContentType="application/vnd.openxmlformats-officedocument.presentationml.notesSlide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notesSlides/notesSlide43.xml" ContentType="application/vnd.openxmlformats-officedocument.presentationml.notesSlide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notesSlides/notesSlide44.xml" ContentType="application/vnd.openxmlformats-officedocument.presentationml.notesSlide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notesSlides/notesSlide45.xml" ContentType="application/vnd.openxmlformats-officedocument.presentationml.notesSlide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notesSlides/notesSlide46.xml" ContentType="application/vnd.openxmlformats-officedocument.presentationml.notesSlide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notesSlides/notesSlide47.xml" ContentType="application/vnd.openxmlformats-officedocument.presentationml.notesSlide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notesSlides/notesSlide48.xml" ContentType="application/vnd.openxmlformats-officedocument.presentationml.notesSlide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notesSlides/notesSlide49.xml" ContentType="application/vnd.openxmlformats-officedocument.presentationml.notesSlide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notesSlides/notesSlide50.xml" ContentType="application/vnd.openxmlformats-officedocument.presentationml.notesSlide+xml"/>
  <Override PartName="/ppt/tags/tag602.xml" ContentType="application/vnd.openxmlformats-officedocument.presentationml.tags+xml"/>
  <Override PartName="/ppt/notesSlides/notesSlide51.xml" ContentType="application/vnd.openxmlformats-officedocument.presentationml.notesSlide+xml"/>
  <Override PartName="/ppt/tags/tag603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93"/>
  </p:notesMasterIdLst>
  <p:sldIdLst>
    <p:sldId id="256" r:id="rId2"/>
    <p:sldId id="257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264" r:id="rId18"/>
    <p:sldId id="30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278" r:id="rId36"/>
    <p:sldId id="303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0" r:id="rId52"/>
    <p:sldId id="371" r:id="rId53"/>
    <p:sldId id="372" r:id="rId54"/>
    <p:sldId id="373" r:id="rId55"/>
    <p:sldId id="374" r:id="rId56"/>
    <p:sldId id="375" r:id="rId57"/>
    <p:sldId id="376" r:id="rId58"/>
    <p:sldId id="377" r:id="rId59"/>
    <p:sldId id="378" r:id="rId60"/>
    <p:sldId id="379" r:id="rId61"/>
    <p:sldId id="380" r:id="rId62"/>
    <p:sldId id="381" r:id="rId63"/>
    <p:sldId id="382" r:id="rId64"/>
    <p:sldId id="383" r:id="rId65"/>
    <p:sldId id="384" r:id="rId66"/>
    <p:sldId id="385" r:id="rId67"/>
    <p:sldId id="386" r:id="rId68"/>
    <p:sldId id="387" r:id="rId69"/>
    <p:sldId id="388" r:id="rId70"/>
    <p:sldId id="389" r:id="rId71"/>
    <p:sldId id="390" r:id="rId72"/>
    <p:sldId id="391" r:id="rId73"/>
    <p:sldId id="392" r:id="rId74"/>
    <p:sldId id="307" r:id="rId75"/>
    <p:sldId id="288" r:id="rId76"/>
    <p:sldId id="317" r:id="rId77"/>
    <p:sldId id="318" r:id="rId78"/>
    <p:sldId id="319" r:id="rId79"/>
    <p:sldId id="320" r:id="rId80"/>
    <p:sldId id="321" r:id="rId81"/>
    <p:sldId id="322" r:id="rId82"/>
    <p:sldId id="323" r:id="rId83"/>
    <p:sldId id="393" r:id="rId84"/>
    <p:sldId id="394" r:id="rId85"/>
    <p:sldId id="395" r:id="rId86"/>
    <p:sldId id="396" r:id="rId87"/>
    <p:sldId id="397" r:id="rId88"/>
    <p:sldId id="398" r:id="rId89"/>
    <p:sldId id="399" r:id="rId90"/>
    <p:sldId id="300" r:id="rId91"/>
    <p:sldId id="325" r:id="rId9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CF2573B-7734-4E7B-92D2-E2CF8A476ABB}">
          <p14:sldIdLst>
            <p14:sldId id="256"/>
            <p14:sldId id="257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264"/>
            <p14:sldId id="30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278"/>
            <p14:sldId id="303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07"/>
            <p14:sldId id="288"/>
            <p14:sldId id="317"/>
            <p14:sldId id="318"/>
            <p14:sldId id="319"/>
            <p14:sldId id="320"/>
            <p14:sldId id="321"/>
            <p14:sldId id="322"/>
            <p14:sldId id="323"/>
            <p14:sldId id="393"/>
            <p14:sldId id="394"/>
            <p14:sldId id="395"/>
            <p14:sldId id="396"/>
            <p14:sldId id="397"/>
            <p14:sldId id="398"/>
            <p14:sldId id="399"/>
            <p14:sldId id="300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hn Paulson" initials="JP" lastIdx="1" clrIdx="0">
    <p:extLst>
      <p:ext uri="{19B8F6BF-5375-455C-9EA6-DF929625EA0E}">
        <p15:presenceInfo xmlns:p15="http://schemas.microsoft.com/office/powerpoint/2012/main" userId="S::u1533955@umail.utah.edu::5439c0a2-a136-4ea4-a256-16594d9c65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A143FF"/>
    <a:srgbClr val="FFFFFF"/>
    <a:srgbClr val="872EDC"/>
    <a:srgbClr val="0D5BDC"/>
    <a:srgbClr val="801060"/>
    <a:srgbClr val="002060"/>
    <a:srgbClr val="9642FF"/>
    <a:srgbClr val="B658FF"/>
    <a:srgbClr val="BB7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7C3E7A-245C-4847-85F8-382FA85EA222}">
  <a:tblStyle styleId="{957C3E7A-245C-4847-85F8-382FA85EA2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4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commentAuthors" Target="commentAuthors.xml"/><Relationship Id="rId9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P Paulson" userId="460546f63f696f4c" providerId="LiveId" clId="{957F310B-9F73-4E82-8F26-768C6CA2EEB2}"/>
    <pc:docChg chg="undo custSel addSld delSld modSld sldOrd modSection">
      <pc:chgData name="JP Paulson" userId="460546f63f696f4c" providerId="LiveId" clId="{957F310B-9F73-4E82-8F26-768C6CA2EEB2}" dt="2026-06-26T21:51:49.200" v="9780" actId="2696"/>
      <pc:docMkLst>
        <pc:docMk/>
      </pc:docMkLst>
      <pc:sldChg chg="ord modNotes">
        <pc:chgData name="JP Paulson" userId="460546f63f696f4c" providerId="LiveId" clId="{957F310B-9F73-4E82-8F26-768C6CA2EEB2}" dt="2026-06-24T19:08:35.544" v="1"/>
        <pc:sldMkLst>
          <pc:docMk/>
          <pc:sldMk cId="0" sldId="256"/>
        </pc:sldMkLst>
      </pc:sldChg>
      <pc:sldChg chg="modSp mod">
        <pc:chgData name="JP Paulson" userId="460546f63f696f4c" providerId="LiveId" clId="{957F310B-9F73-4E82-8F26-768C6CA2EEB2}" dt="2026-06-26T21:51:44.403" v="7957" actId="20577"/>
        <pc:sldMkLst>
          <pc:docMk/>
          <pc:sldMk cId="0" sldId="257"/>
        </pc:sldMkLst>
        <pc:spChg chg="mod">
          <ac:chgData name="JP Paulson" userId="460546f63f696f4c" providerId="LiveId" clId="{957F310B-9F73-4E82-8F26-768C6CA2EEB2}" dt="2026-06-24T21:54:18.324" v="1138" actId="20577"/>
          <ac:spMkLst>
            <pc:docMk/>
            <pc:sldMk cId="0" sldId="257"/>
            <ac:spMk id="2" creationId="{0B3C9E32-C15D-5A6C-0BC4-2672D753C2B0}"/>
          </ac:spMkLst>
        </pc:spChg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57"/>
            <ac:spMk id="6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4.403" v="7957" actId="20577"/>
          <ac:spMkLst>
            <pc:docMk/>
            <pc:sldMk cId="0" sldId="257"/>
            <ac:spMk id="63" creationId="{00000000-0000-0000-0000-000000000000}"/>
          </ac:spMkLst>
        </pc:spChg>
      </pc:sldChg>
      <pc:sldChg chg="modSp add del mod">
        <pc:chgData name="JP Paulson" userId="460546f63f696f4c" providerId="LiveId" clId="{957F310B-9F73-4E82-8F26-768C6CA2EEB2}" dt="2026-06-26T21:51:44.580" v="8074" actId="2696"/>
        <pc:sldMkLst>
          <pc:docMk/>
          <pc:sldMk cId="0" sldId="259"/>
        </pc:sldMkLst>
        <pc:spChg chg="mod">
          <ac:chgData name="JP Paulson" userId="460546f63f696f4c" providerId="LiveId" clId="{957F310B-9F73-4E82-8F26-768C6CA2EEB2}" dt="2026-06-26T21:51:44.408" v="7958" actId="20577"/>
          <ac:spMkLst>
            <pc:docMk/>
            <pc:sldMk cId="0" sldId="259"/>
            <ac:spMk id="76" creationId="{00000000-0000-0000-0000-000000000000}"/>
          </ac:spMkLst>
        </pc:spChg>
      </pc:sldChg>
      <pc:sldChg chg="modSp add del mod">
        <pc:chgData name="JP Paulson" userId="460546f63f696f4c" providerId="LiveId" clId="{957F310B-9F73-4E82-8F26-768C6CA2EEB2}" dt="2026-06-26T21:51:44.626" v="8099" actId="2696"/>
        <pc:sldMkLst>
          <pc:docMk/>
          <pc:sldMk cId="0" sldId="260"/>
        </pc:sldMkLst>
        <pc:spChg chg="mod">
          <ac:chgData name="JP Paulson" userId="460546f63f696f4c" providerId="LiveId" clId="{957F310B-9F73-4E82-8F26-768C6CA2EEB2}" dt="2026-06-26T21:51:44.410" v="7959" actId="20577"/>
          <ac:spMkLst>
            <pc:docMk/>
            <pc:sldMk cId="0" sldId="260"/>
            <ac:spMk id="83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51:44.410" v="7961" actId="20577"/>
        <pc:sldMkLst>
          <pc:docMk/>
          <pc:sldMk cId="0" sldId="264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64"/>
            <ac:spMk id="109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4.410" v="7961" actId="20577"/>
          <ac:spMkLst>
            <pc:docMk/>
            <pc:sldMk cId="0" sldId="264"/>
            <ac:spMk id="110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51:44.416" v="7974" actId="20577"/>
        <pc:sldMkLst>
          <pc:docMk/>
          <pc:sldMk cId="0" sldId="27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78"/>
            <ac:spMk id="219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4.416" v="7974" actId="20577"/>
          <ac:spMkLst>
            <pc:docMk/>
            <pc:sldMk cId="0" sldId="278"/>
            <ac:spMk id="220" creationId="{00000000-0000-0000-0000-000000000000}"/>
          </ac:spMkLst>
        </pc:spChg>
      </pc:sldChg>
      <pc:sldChg chg="modSp add del mod modAnim">
        <pc:chgData name="JP Paulson" userId="460546f63f696f4c" providerId="LiveId" clId="{957F310B-9F73-4E82-8F26-768C6CA2EEB2}" dt="2026-06-26T21:51:46.888" v="9215" actId="2696"/>
        <pc:sldMkLst>
          <pc:docMk/>
          <pc:sldMk cId="0" sldId="279"/>
        </pc:sldMkLst>
        <pc:spChg chg="mod">
          <ac:chgData name="JP Paulson" userId="460546f63f696f4c" providerId="LiveId" clId="{957F310B-9F73-4E82-8F26-768C6CA2EEB2}" dt="2026-06-26T21:51:44.420" v="7978" actId="20577"/>
          <ac:spMkLst>
            <pc:docMk/>
            <pc:sldMk cId="0" sldId="279"/>
            <ac:spMk id="229" creationId="{00000000-0000-0000-0000-000000000000}"/>
          </ac:spMkLst>
        </pc:spChg>
      </pc:sldChg>
      <pc:sldChg chg="modSp add del mod">
        <pc:chgData name="JP Paulson" userId="460546f63f696f4c" providerId="LiveId" clId="{957F310B-9F73-4E82-8F26-768C6CA2EEB2}" dt="2026-06-26T21:51:48.103" v="9602" actId="2696"/>
        <pc:sldMkLst>
          <pc:docMk/>
          <pc:sldMk cId="0" sldId="280"/>
        </pc:sldMkLst>
        <pc:spChg chg="mod">
          <ac:chgData name="JP Paulson" userId="460546f63f696f4c" providerId="LiveId" clId="{957F310B-9F73-4E82-8F26-768C6CA2EEB2}" dt="2026-06-26T21:51:44.420" v="7980" actId="20577"/>
          <ac:spMkLst>
            <pc:docMk/>
            <pc:sldMk cId="0" sldId="280"/>
            <ac:spMk id="316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51:44.428" v="7988" actId="20577"/>
        <pc:sldMkLst>
          <pc:docMk/>
          <pc:sldMk cId="0" sldId="28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288"/>
            <ac:spMk id="380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4.428" v="7988" actId="20577"/>
          <ac:spMkLst>
            <pc:docMk/>
            <pc:sldMk cId="0" sldId="288"/>
            <ac:spMk id="381" creationId="{00000000-0000-0000-0000-000000000000}"/>
          </ac:spMkLst>
        </pc:spChg>
      </pc:sldChg>
      <pc:sldChg chg="addSp delSp modSp add del mod addAnim delAnim modAnim">
        <pc:chgData name="JP Paulson" userId="460546f63f696f4c" providerId="LiveId" clId="{957F310B-9F73-4E82-8F26-768C6CA2EEB2}" dt="2026-06-26T21:51:49.200" v="9780" actId="2696"/>
        <pc:sldMkLst>
          <pc:docMk/>
          <pc:sldMk cId="0" sldId="299"/>
        </pc:sldMkLst>
        <pc:spChg chg="mod">
          <ac:chgData name="JP Paulson" userId="460546f63f696f4c" providerId="LiveId" clId="{957F310B-9F73-4E82-8F26-768C6CA2EEB2}" dt="2026-06-26T21:51:44.437" v="8004" actId="20577"/>
          <ac:spMkLst>
            <pc:docMk/>
            <pc:sldMk cId="0" sldId="299"/>
            <ac:spMk id="465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51:44.437" v="8006" actId="20577"/>
        <pc:sldMkLst>
          <pc:docMk/>
          <pc:sldMk cId="0" sldId="30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0" sldId="300"/>
            <ac:spMk id="470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4.437" v="8006" actId="20577"/>
          <ac:spMkLst>
            <pc:docMk/>
            <pc:sldMk cId="0" sldId="300"/>
            <ac:spMk id="471" creationId="{00000000-0000-0000-0000-000000000000}"/>
          </ac:spMkLst>
        </pc:spChg>
      </pc:sldChg>
      <pc:sldChg chg="modSp mod">
        <pc:chgData name="JP Paulson" userId="460546f63f696f4c" providerId="LiveId" clId="{957F310B-9F73-4E82-8F26-768C6CA2EEB2}" dt="2026-06-26T21:51:44.420" v="7976" actId="20577"/>
        <pc:sldMkLst>
          <pc:docMk/>
          <pc:sldMk cId="813592296" sldId="30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813592296" sldId="303"/>
            <ac:spMk id="2" creationId="{05F91256-9B64-C3F5-DAF8-A2C508634761}"/>
          </ac:spMkLst>
        </pc:spChg>
        <pc:spChg chg="mod">
          <ac:chgData name="JP Paulson" userId="460546f63f696f4c" providerId="LiveId" clId="{957F310B-9F73-4E82-8F26-768C6CA2EEB2}" dt="2026-06-26T21:51:44.420" v="7976" actId="20577"/>
          <ac:spMkLst>
            <pc:docMk/>
            <pc:sldMk cId="813592296" sldId="303"/>
            <ac:spMk id="3" creationId="{6FB1BAFB-71FD-043E-2ADF-33D126F25531}"/>
          </ac:spMkLst>
        </pc:spChg>
      </pc:sldChg>
      <pc:sldChg chg="modSp add del mod">
        <pc:chgData name="JP Paulson" userId="460546f63f696f4c" providerId="LiveId" clId="{957F310B-9F73-4E82-8F26-768C6CA2EEB2}" dt="2026-06-26T21:51:48.356" v="9646" actId="2696"/>
        <pc:sldMkLst>
          <pc:docMk/>
          <pc:sldMk cId="2583976806" sldId="304"/>
        </pc:sldMkLst>
        <pc:spChg chg="mod">
          <ac:chgData name="JP Paulson" userId="460546f63f696f4c" providerId="LiveId" clId="{957F310B-9F73-4E82-8F26-768C6CA2EEB2}" dt="2026-06-26T21:51:44.424" v="7982" actId="20577"/>
          <ac:spMkLst>
            <pc:docMk/>
            <pc:sldMk cId="2583976806" sldId="304"/>
            <ac:spMk id="3" creationId="{2F48F96E-5803-B7C3-D6D8-AF826CE54823}"/>
          </ac:spMkLst>
        </pc:spChg>
      </pc:sldChg>
      <pc:sldChg chg="delSp modSp add del mod addAnim delAnim modAnim">
        <pc:chgData name="JP Paulson" userId="460546f63f696f4c" providerId="LiveId" clId="{957F310B-9F73-4E82-8F26-768C6CA2EEB2}" dt="2026-06-26T21:51:48.478" v="9665" actId="2696"/>
        <pc:sldMkLst>
          <pc:docMk/>
          <pc:sldMk cId="404271650" sldId="305"/>
        </pc:sldMkLst>
        <pc:spChg chg="mod">
          <ac:chgData name="JP Paulson" userId="460546f63f696f4c" providerId="LiveId" clId="{957F310B-9F73-4E82-8F26-768C6CA2EEB2}" dt="2026-06-26T21:51:44.424" v="7984" actId="20577"/>
          <ac:spMkLst>
            <pc:docMk/>
            <pc:sldMk cId="404271650" sldId="305"/>
            <ac:spMk id="3" creationId="{CAC2EBE2-3039-DD97-E1A8-50214D1E8189}"/>
          </ac:spMkLst>
        </pc:spChg>
      </pc:sldChg>
      <pc:sldChg chg="modSp del mod">
        <pc:chgData name="JP Paulson" userId="460546f63f696f4c" providerId="LiveId" clId="{957F310B-9F73-4E82-8F26-768C6CA2EEB2}" dt="2026-06-26T20:46:20.597" v="1149" actId="47"/>
        <pc:sldMkLst>
          <pc:docMk/>
          <pc:sldMk cId="3118961555" sldId="306"/>
        </pc:sldMkLst>
      </pc:sldChg>
      <pc:sldChg chg="addSp delSp modSp mod">
        <pc:chgData name="JP Paulson" userId="460546f63f696f4c" providerId="LiveId" clId="{957F310B-9F73-4E82-8F26-768C6CA2EEB2}" dt="2026-06-26T21:51:44.424" v="7986" actId="20577"/>
        <pc:sldMkLst>
          <pc:docMk/>
          <pc:sldMk cId="502098778" sldId="307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502098778" sldId="307"/>
            <ac:spMk id="2" creationId="{0818DA81-8A28-4C10-5AE4-D88D09FD97F9}"/>
          </ac:spMkLst>
        </pc:spChg>
        <pc:spChg chg="mod">
          <ac:chgData name="JP Paulson" userId="460546f63f696f4c" providerId="LiveId" clId="{957F310B-9F73-4E82-8F26-768C6CA2EEB2}" dt="2026-06-26T21:51:44.424" v="7986" actId="20577"/>
          <ac:spMkLst>
            <pc:docMk/>
            <pc:sldMk cId="502098778" sldId="307"/>
            <ac:spMk id="3" creationId="{291D4622-2FC9-7F65-E307-E9F3E830F8F9}"/>
          </ac:spMkLst>
        </pc:spChg>
        <pc:spChg chg="add del mod">
          <ac:chgData name="JP Paulson" userId="460546f63f696f4c" providerId="LiveId" clId="{957F310B-9F73-4E82-8F26-768C6CA2EEB2}" dt="2026-06-26T20:43:47.606" v="1144" actId="478"/>
          <ac:spMkLst>
            <pc:docMk/>
            <pc:sldMk cId="502098778" sldId="307"/>
            <ac:spMk id="4" creationId="{2CC2DE34-E228-CF88-6893-500A868D523E}"/>
          </ac:spMkLst>
        </pc:spChg>
        <pc:spChg chg="mod">
          <ac:chgData name="JP Paulson" userId="460546f63f696f4c" providerId="LiveId" clId="{957F310B-9F73-4E82-8F26-768C6CA2EEB2}" dt="2026-06-26T20:44:04.410" v="1148" actId="1076"/>
          <ac:spMkLst>
            <pc:docMk/>
            <pc:sldMk cId="502098778" sldId="307"/>
            <ac:spMk id="35" creationId="{350E5A3F-5E41-5C47-496C-843F4A03238D}"/>
          </ac:spMkLst>
        </pc:spChg>
      </pc:sldChg>
      <pc:sldChg chg="modSp mod">
        <pc:chgData name="JP Paulson" userId="460546f63f696f4c" providerId="LiveId" clId="{957F310B-9F73-4E82-8F26-768C6CA2EEB2}" dt="2026-06-26T21:51:44.412" v="7962" actId="20577"/>
        <pc:sldMkLst>
          <pc:docMk/>
          <pc:sldMk cId="618672336" sldId="30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618672336" sldId="309"/>
            <ac:spMk id="2" creationId="{65F9A353-E4E7-6F9B-C8BF-C6B360F2DBBD}"/>
          </ac:spMkLst>
        </pc:spChg>
        <pc:spChg chg="mod">
          <ac:chgData name="JP Paulson" userId="460546f63f696f4c" providerId="LiveId" clId="{957F310B-9F73-4E82-8F26-768C6CA2EEB2}" dt="2026-06-26T21:51:44.412" v="7962" actId="20577"/>
          <ac:spMkLst>
            <pc:docMk/>
            <pc:sldMk cId="618672336" sldId="309"/>
            <ac:spMk id="4" creationId="{00336D17-02CD-7294-ADB8-6D74331CBEE6}"/>
          </ac:spMkLst>
        </pc:spChg>
      </pc:sldChg>
      <pc:sldChg chg="modSp add del mod">
        <pc:chgData name="JP Paulson" userId="460546f63f696f4c" providerId="LiveId" clId="{957F310B-9F73-4E82-8F26-768C6CA2EEB2}" dt="2026-06-26T21:51:44.865" v="8232" actId="2696"/>
        <pc:sldMkLst>
          <pc:docMk/>
          <pc:sldMk cId="3197818359" sldId="310"/>
        </pc:sldMkLst>
        <pc:spChg chg="mod">
          <ac:chgData name="JP Paulson" userId="460546f63f696f4c" providerId="LiveId" clId="{957F310B-9F73-4E82-8F26-768C6CA2EEB2}" dt="2026-06-26T21:51:44.412" v="7963" actId="20577"/>
          <ac:spMkLst>
            <pc:docMk/>
            <pc:sldMk cId="3197818359" sldId="310"/>
            <ac:spMk id="4" creationId="{B30186DC-5CEC-BEE4-BA76-E22A083D3C59}"/>
          </ac:spMkLst>
        </pc:spChg>
      </pc:sldChg>
      <pc:sldChg chg="modSp add del mod modAnim">
        <pc:chgData name="JP Paulson" userId="460546f63f696f4c" providerId="LiveId" clId="{957F310B-9F73-4E82-8F26-768C6CA2EEB2}" dt="2026-06-26T21:51:44.905" v="8260" actId="2696"/>
        <pc:sldMkLst>
          <pc:docMk/>
          <pc:sldMk cId="3293698668" sldId="311"/>
        </pc:sldMkLst>
        <pc:spChg chg="mod">
          <ac:chgData name="JP Paulson" userId="460546f63f696f4c" providerId="LiveId" clId="{957F310B-9F73-4E82-8F26-768C6CA2EEB2}" dt="2026-06-26T21:51:44.414" v="7964" actId="20577"/>
          <ac:spMkLst>
            <pc:docMk/>
            <pc:sldMk cId="3293698668" sldId="311"/>
            <ac:spMk id="3" creationId="{35B40FE8-299E-996E-D470-8A0EFD5ACB39}"/>
          </ac:spMkLst>
        </pc:spChg>
      </pc:sldChg>
      <pc:sldChg chg="modSp add del mod modAnim">
        <pc:chgData name="JP Paulson" userId="460546f63f696f4c" providerId="LiveId" clId="{957F310B-9F73-4E82-8F26-768C6CA2EEB2}" dt="2026-06-26T21:51:44.939" v="8288" actId="2696"/>
        <pc:sldMkLst>
          <pc:docMk/>
          <pc:sldMk cId="754461063" sldId="312"/>
        </pc:sldMkLst>
        <pc:spChg chg="mod">
          <ac:chgData name="JP Paulson" userId="460546f63f696f4c" providerId="LiveId" clId="{957F310B-9F73-4E82-8F26-768C6CA2EEB2}" dt="2026-06-26T21:51:44.414" v="7966" actId="20577"/>
          <ac:spMkLst>
            <pc:docMk/>
            <pc:sldMk cId="754461063" sldId="312"/>
            <ac:spMk id="3" creationId="{D2BEC4DE-8141-2EC4-462C-2686A41679A3}"/>
          </ac:spMkLst>
        </pc:spChg>
      </pc:sldChg>
      <pc:sldChg chg="modSp add del mod modAnim">
        <pc:chgData name="JP Paulson" userId="460546f63f696f4c" providerId="LiveId" clId="{957F310B-9F73-4E82-8F26-768C6CA2EEB2}" dt="2026-06-26T21:51:44.970" v="8316" actId="2696"/>
        <pc:sldMkLst>
          <pc:docMk/>
          <pc:sldMk cId="1218725544" sldId="313"/>
        </pc:sldMkLst>
        <pc:spChg chg="mod">
          <ac:chgData name="JP Paulson" userId="460546f63f696f4c" providerId="LiveId" clId="{957F310B-9F73-4E82-8F26-768C6CA2EEB2}" dt="2026-06-26T21:51:44.416" v="7968" actId="20577"/>
          <ac:spMkLst>
            <pc:docMk/>
            <pc:sldMk cId="1218725544" sldId="313"/>
            <ac:spMk id="3" creationId="{9ED00C34-AA3F-9A86-19A2-FDAB280F8026}"/>
          </ac:spMkLst>
        </pc:spChg>
      </pc:sldChg>
      <pc:sldChg chg="modSp add del mod">
        <pc:chgData name="JP Paulson" userId="460546f63f696f4c" providerId="LiveId" clId="{957F310B-9F73-4E82-8F26-768C6CA2EEB2}" dt="2026-06-26T21:51:45.006" v="8337" actId="2696"/>
        <pc:sldMkLst>
          <pc:docMk/>
          <pc:sldMk cId="949054014" sldId="314"/>
        </pc:sldMkLst>
        <pc:spChg chg="mod">
          <ac:chgData name="JP Paulson" userId="460546f63f696f4c" providerId="LiveId" clId="{957F310B-9F73-4E82-8F26-768C6CA2EEB2}" dt="2026-06-26T21:51:44.416" v="7970" actId="20577"/>
          <ac:spMkLst>
            <pc:docMk/>
            <pc:sldMk cId="949054014" sldId="314"/>
            <ac:spMk id="4" creationId="{E7E3B27B-4FAE-0EDB-F73F-305DDA2D1917}"/>
          </ac:spMkLst>
        </pc:spChg>
      </pc:sldChg>
      <pc:sldChg chg="modSp add del mod modAnim">
        <pc:chgData name="JP Paulson" userId="460546f63f696f4c" providerId="LiveId" clId="{957F310B-9F73-4E82-8F26-768C6CA2EEB2}" dt="2026-06-26T21:51:45.170" v="8403" actId="2696"/>
        <pc:sldMkLst>
          <pc:docMk/>
          <pc:sldMk cId="3465190158" sldId="315"/>
        </pc:sldMkLst>
        <pc:spChg chg="mod">
          <ac:chgData name="JP Paulson" userId="460546f63f696f4c" providerId="LiveId" clId="{957F310B-9F73-4E82-8F26-768C6CA2EEB2}" dt="2026-06-26T21:51:44.416" v="7972" actId="20577"/>
          <ac:spMkLst>
            <pc:docMk/>
            <pc:sldMk cId="3465190158" sldId="315"/>
            <ac:spMk id="3" creationId="{5F4E4830-B451-7451-1CF5-919849B45CE6}"/>
          </ac:spMkLst>
        </pc:spChg>
        <pc:spChg chg="mod">
          <ac:chgData name="JP Paulson" userId="460546f63f696f4c" providerId="LiveId" clId="{957F310B-9F73-4E82-8F26-768C6CA2EEB2}" dt="2026-06-26T21:46:56.010" v="3474" actId="207"/>
          <ac:spMkLst>
            <pc:docMk/>
            <pc:sldMk cId="3465190158" sldId="315"/>
            <ac:spMk id="11" creationId="{3D170A25-2618-881A-8A1F-FEC50CCB6EDB}"/>
          </ac:spMkLst>
        </pc:spChg>
      </pc:sldChg>
      <pc:sldChg chg="modSp mod">
        <pc:chgData name="JP Paulson" userId="460546f63f696f4c" providerId="LiveId" clId="{957F310B-9F73-4E82-8F26-768C6CA2EEB2}" dt="2026-06-26T21:51:44.428" v="7990" actId="20577"/>
        <pc:sldMkLst>
          <pc:docMk/>
          <pc:sldMk cId="429641491" sldId="317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29641491" sldId="317"/>
            <ac:spMk id="2" creationId="{DE2FC965-04BF-B4C2-C472-7FC51AC29AD2}"/>
          </ac:spMkLst>
        </pc:spChg>
        <pc:spChg chg="mod">
          <ac:chgData name="JP Paulson" userId="460546f63f696f4c" providerId="LiveId" clId="{957F310B-9F73-4E82-8F26-768C6CA2EEB2}" dt="2026-06-26T21:51:44.428" v="7990" actId="20577"/>
          <ac:spMkLst>
            <pc:docMk/>
            <pc:sldMk cId="429641491" sldId="317"/>
            <ac:spMk id="3" creationId="{64314034-B571-06B3-C7F1-871EEBE1E396}"/>
          </ac:spMkLst>
        </pc:spChg>
      </pc:sldChg>
      <pc:sldChg chg="modSp mod">
        <pc:chgData name="JP Paulson" userId="460546f63f696f4c" providerId="LiveId" clId="{957F310B-9F73-4E82-8F26-768C6CA2EEB2}" dt="2026-06-26T21:51:44.428" v="7992" actId="20577"/>
        <pc:sldMkLst>
          <pc:docMk/>
          <pc:sldMk cId="4270755423" sldId="318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4270755423" sldId="318"/>
            <ac:spMk id="2" creationId="{4485E40E-23EB-E2E6-B7B9-7FE62B9A80A6}"/>
          </ac:spMkLst>
        </pc:spChg>
        <pc:spChg chg="mod">
          <ac:chgData name="JP Paulson" userId="460546f63f696f4c" providerId="LiveId" clId="{957F310B-9F73-4E82-8F26-768C6CA2EEB2}" dt="2026-06-26T21:51:44.428" v="7992" actId="20577"/>
          <ac:spMkLst>
            <pc:docMk/>
            <pc:sldMk cId="4270755423" sldId="318"/>
            <ac:spMk id="3" creationId="{DE3393CC-A6E4-5980-D934-11ED344E0F4F}"/>
          </ac:spMkLst>
        </pc:spChg>
      </pc:sldChg>
      <pc:sldChg chg="modSp mod">
        <pc:chgData name="JP Paulson" userId="460546f63f696f4c" providerId="LiveId" clId="{957F310B-9F73-4E82-8F26-768C6CA2EEB2}" dt="2026-06-26T21:51:44.428" v="7994" actId="20577"/>
        <pc:sldMkLst>
          <pc:docMk/>
          <pc:sldMk cId="1516995466" sldId="319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516995466" sldId="319"/>
            <ac:spMk id="2" creationId="{E690D470-C079-3EA6-0CEF-08EC5409DE18}"/>
          </ac:spMkLst>
        </pc:spChg>
        <pc:spChg chg="mod">
          <ac:chgData name="JP Paulson" userId="460546f63f696f4c" providerId="LiveId" clId="{957F310B-9F73-4E82-8F26-768C6CA2EEB2}" dt="2026-06-26T21:51:44.428" v="7994" actId="20577"/>
          <ac:spMkLst>
            <pc:docMk/>
            <pc:sldMk cId="1516995466" sldId="319"/>
            <ac:spMk id="3" creationId="{24795C27-CDBC-9C41-DEBF-B58EDA8A9A16}"/>
          </ac:spMkLst>
        </pc:spChg>
      </pc:sldChg>
      <pc:sldChg chg="modSp mod">
        <pc:chgData name="JP Paulson" userId="460546f63f696f4c" providerId="LiveId" clId="{957F310B-9F73-4E82-8F26-768C6CA2EEB2}" dt="2026-06-26T21:51:44.433" v="7996" actId="20577"/>
        <pc:sldMkLst>
          <pc:docMk/>
          <pc:sldMk cId="2478823530" sldId="320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478823530" sldId="320"/>
            <ac:spMk id="2" creationId="{45BD808F-3898-3D02-0C8E-C15B331A6C9C}"/>
          </ac:spMkLst>
        </pc:spChg>
        <pc:spChg chg="mod">
          <ac:chgData name="JP Paulson" userId="460546f63f696f4c" providerId="LiveId" clId="{957F310B-9F73-4E82-8F26-768C6CA2EEB2}" dt="2026-06-26T21:51:44.433" v="7996" actId="20577"/>
          <ac:spMkLst>
            <pc:docMk/>
            <pc:sldMk cId="2478823530" sldId="320"/>
            <ac:spMk id="3" creationId="{E7013CA4-96D0-1ABC-0E3A-F7FD427AD6CC}"/>
          </ac:spMkLst>
        </pc:spChg>
      </pc:sldChg>
      <pc:sldChg chg="modSp mod">
        <pc:chgData name="JP Paulson" userId="460546f63f696f4c" providerId="LiveId" clId="{957F310B-9F73-4E82-8F26-768C6CA2EEB2}" dt="2026-06-26T21:51:44.433" v="7998" actId="20577"/>
        <pc:sldMkLst>
          <pc:docMk/>
          <pc:sldMk cId="2515816884" sldId="321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2515816884" sldId="321"/>
            <ac:spMk id="2" creationId="{D7CD4F0B-4D91-E9F7-8131-1763B2A0FF13}"/>
          </ac:spMkLst>
        </pc:spChg>
        <pc:spChg chg="mod">
          <ac:chgData name="JP Paulson" userId="460546f63f696f4c" providerId="LiveId" clId="{957F310B-9F73-4E82-8F26-768C6CA2EEB2}" dt="2026-06-26T21:51:44.433" v="7998" actId="20577"/>
          <ac:spMkLst>
            <pc:docMk/>
            <pc:sldMk cId="2515816884" sldId="321"/>
            <ac:spMk id="3" creationId="{D0983EB6-50EF-3AB3-BB9D-1E84999A0C03}"/>
          </ac:spMkLst>
        </pc:spChg>
      </pc:sldChg>
      <pc:sldChg chg="modSp mod">
        <pc:chgData name="JP Paulson" userId="460546f63f696f4c" providerId="LiveId" clId="{957F310B-9F73-4E82-8F26-768C6CA2EEB2}" dt="2026-06-26T21:51:44.433" v="8000" actId="20577"/>
        <pc:sldMkLst>
          <pc:docMk/>
          <pc:sldMk cId="3260323113" sldId="322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260323113" sldId="322"/>
            <ac:spMk id="2" creationId="{F54DF0C6-F54B-5F1A-31FB-EDB6407D951B}"/>
          </ac:spMkLst>
        </pc:spChg>
        <pc:spChg chg="mod">
          <ac:chgData name="JP Paulson" userId="460546f63f696f4c" providerId="LiveId" clId="{957F310B-9F73-4E82-8F26-768C6CA2EEB2}" dt="2026-06-26T21:51:44.433" v="8000" actId="20577"/>
          <ac:spMkLst>
            <pc:docMk/>
            <pc:sldMk cId="3260323113" sldId="322"/>
            <ac:spMk id="3" creationId="{545415C7-F711-EFA5-FB3D-6DA601C8DAD0}"/>
          </ac:spMkLst>
        </pc:spChg>
      </pc:sldChg>
      <pc:sldChg chg="modSp mod">
        <pc:chgData name="JP Paulson" userId="460546f63f696f4c" providerId="LiveId" clId="{957F310B-9F73-4E82-8F26-768C6CA2EEB2}" dt="2026-06-26T21:51:44.437" v="8002" actId="20577"/>
        <pc:sldMkLst>
          <pc:docMk/>
          <pc:sldMk cId="3486774122" sldId="323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3486774122" sldId="323"/>
            <ac:spMk id="2" creationId="{C24A3008-DA88-71F8-4165-2398D6DA94A1}"/>
          </ac:spMkLst>
        </pc:spChg>
        <pc:spChg chg="mod">
          <ac:chgData name="JP Paulson" userId="460546f63f696f4c" providerId="LiveId" clId="{957F310B-9F73-4E82-8F26-768C6CA2EEB2}" dt="2026-06-26T21:51:44.437" v="8002" actId="20577"/>
          <ac:spMkLst>
            <pc:docMk/>
            <pc:sldMk cId="3486774122" sldId="323"/>
            <ac:spMk id="3" creationId="{79A8FDD4-3FD3-6933-41C0-C35BE0384B39}"/>
          </ac:spMkLst>
        </pc:spChg>
      </pc:sldChg>
      <pc:sldChg chg="modSp add del mod">
        <pc:chgData name="JP Paulson" userId="460546f63f696f4c" providerId="LiveId" clId="{957F310B-9F73-4E82-8F26-768C6CA2EEB2}" dt="2026-06-26T21:51:44.815" v="8205" actId="2696"/>
        <pc:sldMkLst>
          <pc:docMk/>
          <pc:sldMk cId="2900031684" sldId="324"/>
        </pc:sldMkLst>
        <pc:spChg chg="mod">
          <ac:chgData name="JP Paulson" userId="460546f63f696f4c" providerId="LiveId" clId="{957F310B-9F73-4E82-8F26-768C6CA2EEB2}" dt="2026-06-26T20:49:19.924" v="1187" actId="20577"/>
          <ac:spMkLst>
            <pc:docMk/>
            <pc:sldMk cId="2900031684" sldId="324"/>
            <ac:spMk id="3" creationId="{B205CECB-C1B0-093E-D480-94BA197F274E}"/>
          </ac:spMkLst>
        </pc:spChg>
        <pc:spChg chg="mod">
          <ac:chgData name="JP Paulson" userId="460546f63f696f4c" providerId="LiveId" clId="{957F310B-9F73-4E82-8F26-768C6CA2EEB2}" dt="2026-06-26T21:51:44.410" v="7960" actId="20577"/>
          <ac:spMkLst>
            <pc:docMk/>
            <pc:sldMk cId="2900031684" sldId="324"/>
            <ac:spMk id="4" creationId="{0418EC05-3047-CAB2-F49C-6B1D5D30AC78}"/>
          </ac:spMkLst>
        </pc:spChg>
      </pc:sldChg>
      <pc:sldChg chg="modSp mod">
        <pc:chgData name="JP Paulson" userId="460546f63f696f4c" providerId="LiveId" clId="{957F310B-9F73-4E82-8F26-768C6CA2EEB2}" dt="2026-06-26T21:51:44.437" v="8008" actId="20577"/>
        <pc:sldMkLst>
          <pc:docMk/>
          <pc:sldMk cId="1198142596" sldId="325"/>
        </pc:sldMkLst>
        <pc:spChg chg="mod">
          <ac:chgData name="JP Paulson" userId="460546f63f696f4c" providerId="LiveId" clId="{957F310B-9F73-4E82-8F26-768C6CA2EEB2}" dt="2026-06-24T19:49:17.802" v="556"/>
          <ac:spMkLst>
            <pc:docMk/>
            <pc:sldMk cId="1198142596" sldId="325"/>
            <ac:spMk id="2" creationId="{BD85AE59-238A-475E-B864-941585B64635}"/>
          </ac:spMkLst>
        </pc:spChg>
        <pc:spChg chg="mod">
          <ac:chgData name="JP Paulson" userId="460546f63f696f4c" providerId="LiveId" clId="{957F310B-9F73-4E82-8F26-768C6CA2EEB2}" dt="2026-06-26T20:48:44.769" v="1182" actId="27636"/>
          <ac:spMkLst>
            <pc:docMk/>
            <pc:sldMk cId="1198142596" sldId="325"/>
            <ac:spMk id="3" creationId="{F611C14C-422D-8582-8A03-6370E752AF0E}"/>
          </ac:spMkLst>
        </pc:spChg>
        <pc:spChg chg="mod">
          <ac:chgData name="JP Paulson" userId="460546f63f696f4c" providerId="LiveId" clId="{957F310B-9F73-4E82-8F26-768C6CA2EEB2}" dt="2026-06-26T21:51:44.437" v="8008" actId="20577"/>
          <ac:spMkLst>
            <pc:docMk/>
            <pc:sldMk cId="1198142596" sldId="325"/>
            <ac:spMk id="4" creationId="{C77A0F11-E481-D671-EF70-FA89B271F7F0}"/>
          </ac:spMkLst>
        </pc:spChg>
      </pc:sldChg>
      <pc:sldChg chg="modSp add modTransition modAnim">
        <pc:chgData name="JP Paulson" userId="460546f63f696f4c" providerId="LiveId" clId="{957F310B-9F73-4E82-8F26-768C6CA2EEB2}" dt="2026-06-26T21:51:44.502" v="8035"/>
        <pc:sldMkLst>
          <pc:docMk/>
          <pc:sldMk cId="371312066" sldId="326"/>
        </pc:sldMkLst>
        <pc:spChg chg="mod">
          <ac:chgData name="JP Paulson" userId="460546f63f696f4c" providerId="LiveId" clId="{957F310B-9F73-4E82-8F26-768C6CA2EEB2}" dt="2026-06-26T21:51:44.502" v="8030"/>
          <ac:spMkLst>
            <pc:docMk/>
            <pc:sldMk cId="371312066" sldId="326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74" v="5726" actId="2890"/>
        <pc:sldMkLst>
          <pc:docMk/>
          <pc:sldMk cId="389803102" sldId="326"/>
        </pc:sldMkLst>
        <pc:spChg chg="mod">
          <ac:chgData name="JP Paulson" userId="460546f63f696f4c" providerId="LiveId" clId="{957F310B-9F73-4E82-8F26-768C6CA2EEB2}" dt="2026-06-26T21:50:09.251" v="3548"/>
          <ac:spMkLst>
            <pc:docMk/>
            <pc:sldMk cId="389803102" sldId="326"/>
            <ac:spMk id="75" creationId="{00000000-0000-0000-0000-000000000000}"/>
          </ac:spMkLst>
        </pc:spChg>
      </pc:sldChg>
      <pc:sldChg chg="addSp delSp modSp new del mod">
        <pc:chgData name="JP Paulson" userId="460546f63f696f4c" providerId="LiveId" clId="{957F310B-9F73-4E82-8F26-768C6CA2EEB2}" dt="2026-06-26T21:46:09.461" v="3473" actId="47"/>
        <pc:sldMkLst>
          <pc:docMk/>
          <pc:sldMk cId="956672400" sldId="326"/>
        </pc:sldMkLst>
        <pc:spChg chg="mod">
          <ac:chgData name="JP Paulson" userId="460546f63f696f4c" providerId="LiveId" clId="{957F310B-9F73-4E82-8F26-768C6CA2EEB2}" dt="2026-06-26T21:45:54.908" v="3442" actId="20577"/>
          <ac:spMkLst>
            <pc:docMk/>
            <pc:sldMk cId="956672400" sldId="326"/>
            <ac:spMk id="3" creationId="{D66E460E-32D2-7C32-6710-CC8C051B561D}"/>
          </ac:spMkLst>
        </pc:spChg>
      </pc:sldChg>
      <pc:sldChg chg="modSp add del modTransition modAnim">
        <pc:chgData name="JP Paulson" userId="460546f63f696f4c" providerId="LiveId" clId="{957F310B-9F73-4E82-8F26-768C6CA2EEB2}" dt="2026-06-26T21:51:07.886" v="7956" actId="2890"/>
        <pc:sldMkLst>
          <pc:docMk/>
          <pc:sldMk cId="1944637245" sldId="326"/>
        </pc:sldMkLst>
        <pc:spChg chg="mod">
          <ac:chgData name="JP Paulson" userId="460546f63f696f4c" providerId="LiveId" clId="{957F310B-9F73-4E82-8F26-768C6CA2EEB2}" dt="2026-06-26T21:50:54.014" v="5778"/>
          <ac:spMkLst>
            <pc:docMk/>
            <pc:sldMk cId="1944637245" sldId="326"/>
            <ac:spMk id="75" creationId="{00000000-0000-0000-0000-000000000000}"/>
          </ac:spMkLst>
        </pc:spChg>
      </pc:sldChg>
      <pc:sldChg chg="modSp add modTransition modAnim">
        <pc:chgData name="JP Paulson" userId="460546f63f696f4c" providerId="LiveId" clId="{957F310B-9F73-4E82-8F26-768C6CA2EEB2}" dt="2026-06-26T21:51:44.537" v="8049"/>
        <pc:sldMkLst>
          <pc:docMk/>
          <pc:sldMk cId="1124661433" sldId="327"/>
        </pc:sldMkLst>
        <pc:spChg chg="mod">
          <ac:chgData name="JP Paulson" userId="460546f63f696f4c" providerId="LiveId" clId="{957F310B-9F73-4E82-8F26-768C6CA2EEB2}" dt="2026-06-26T21:51:44.537" v="8044"/>
          <ac:spMkLst>
            <pc:docMk/>
            <pc:sldMk cId="1124661433" sldId="327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1:07.883" v="7955" actId="2890"/>
        <pc:sldMkLst>
          <pc:docMk/>
          <pc:sldMk cId="2114587751" sldId="327"/>
        </pc:sldMkLst>
        <pc:spChg chg="mod">
          <ac:chgData name="JP Paulson" userId="460546f63f696f4c" providerId="LiveId" clId="{957F310B-9F73-4E82-8F26-768C6CA2EEB2}" dt="2026-06-26T21:50:54.026" v="5792"/>
          <ac:spMkLst>
            <pc:docMk/>
            <pc:sldMk cId="2114587751" sldId="327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59" v="3441" actId="2890"/>
        <pc:sldMkLst>
          <pc:docMk/>
          <pc:sldMk cId="2465100651" sldId="327"/>
        </pc:sldMkLst>
        <pc:spChg chg="mod">
          <ac:chgData name="JP Paulson" userId="460546f63f696f4c" providerId="LiveId" clId="{957F310B-9F73-4E82-8F26-768C6CA2EEB2}" dt="2026-06-26T21:45:26.845" v="1263"/>
          <ac:spMkLst>
            <pc:docMk/>
            <pc:sldMk cId="2465100651" sldId="327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69" v="5725" actId="2890"/>
        <pc:sldMkLst>
          <pc:docMk/>
          <pc:sldMk cId="3467848417" sldId="327"/>
        </pc:sldMkLst>
        <pc:spChg chg="mod">
          <ac:chgData name="JP Paulson" userId="460546f63f696f4c" providerId="LiveId" clId="{957F310B-9F73-4E82-8F26-768C6CA2EEB2}" dt="2026-06-26T21:50:09.284" v="3562"/>
          <ac:spMkLst>
            <pc:docMk/>
            <pc:sldMk cId="3467848417" sldId="327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69" v="5724" actId="2890"/>
        <pc:sldMkLst>
          <pc:docMk/>
          <pc:sldMk cId="618607293" sldId="328"/>
        </pc:sldMkLst>
        <pc:spChg chg="mod">
          <ac:chgData name="JP Paulson" userId="460546f63f696f4c" providerId="LiveId" clId="{957F310B-9F73-4E82-8F26-768C6CA2EEB2}" dt="2026-06-26T21:50:09.297" v="3573"/>
          <ac:spMkLst>
            <pc:docMk/>
            <pc:sldMk cId="618607293" sldId="328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55" v="3440" actId="2890"/>
        <pc:sldMkLst>
          <pc:docMk/>
          <pc:sldMk cId="2056468259" sldId="328"/>
        </pc:sldMkLst>
        <pc:spChg chg="mod">
          <ac:chgData name="JP Paulson" userId="460546f63f696f4c" providerId="LiveId" clId="{957F310B-9F73-4E82-8F26-768C6CA2EEB2}" dt="2026-06-26T21:45:26.875" v="1277"/>
          <ac:spMkLst>
            <pc:docMk/>
            <pc:sldMk cId="2056468259" sldId="328"/>
            <ac:spMk id="75" creationId="{00000000-0000-0000-0000-000000000000}"/>
          </ac:spMkLst>
        </pc:spChg>
      </pc:sldChg>
      <pc:sldChg chg="modSp add modTransition modAnim">
        <pc:chgData name="JP Paulson" userId="460546f63f696f4c" providerId="LiveId" clId="{957F310B-9F73-4E82-8F26-768C6CA2EEB2}" dt="2026-06-26T21:51:44.563" v="8060"/>
        <pc:sldMkLst>
          <pc:docMk/>
          <pc:sldMk cId="3731240430" sldId="328"/>
        </pc:sldMkLst>
        <pc:spChg chg="mod">
          <ac:chgData name="JP Paulson" userId="460546f63f696f4c" providerId="LiveId" clId="{957F310B-9F73-4E82-8F26-768C6CA2EEB2}" dt="2026-06-26T21:51:44.563" v="8055"/>
          <ac:spMkLst>
            <pc:docMk/>
            <pc:sldMk cId="3731240430" sldId="328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1:07.878" v="7954" actId="2890"/>
        <pc:sldMkLst>
          <pc:docMk/>
          <pc:sldMk cId="3838671693" sldId="328"/>
        </pc:sldMkLst>
        <pc:spChg chg="mod">
          <ac:chgData name="JP Paulson" userId="460546f63f696f4c" providerId="LiveId" clId="{957F310B-9F73-4E82-8F26-768C6CA2EEB2}" dt="2026-06-26T21:50:54.042" v="5803"/>
          <ac:spMkLst>
            <pc:docMk/>
            <pc:sldMk cId="3838671693" sldId="328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1:07.878" v="7953" actId="2890"/>
        <pc:sldMkLst>
          <pc:docMk/>
          <pc:sldMk cId="54886890" sldId="329"/>
        </pc:sldMkLst>
        <pc:spChg chg="mod">
          <ac:chgData name="JP Paulson" userId="460546f63f696f4c" providerId="LiveId" clId="{957F310B-9F73-4E82-8F26-768C6CA2EEB2}" dt="2026-06-26T21:50:54.066" v="5811"/>
          <ac:spMkLst>
            <pc:docMk/>
            <pc:sldMk cId="54886890" sldId="329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65" v="5723" actId="2890"/>
        <pc:sldMkLst>
          <pc:docMk/>
          <pc:sldMk cId="210809365" sldId="329"/>
        </pc:sldMkLst>
        <pc:spChg chg="mod">
          <ac:chgData name="JP Paulson" userId="460546f63f696f4c" providerId="LiveId" clId="{957F310B-9F73-4E82-8F26-768C6CA2EEB2}" dt="2026-06-26T21:50:09.335" v="3581"/>
          <ac:spMkLst>
            <pc:docMk/>
            <pc:sldMk cId="210809365" sldId="329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50" v="3439" actId="2890"/>
        <pc:sldMkLst>
          <pc:docMk/>
          <pc:sldMk cId="1033912527" sldId="329"/>
        </pc:sldMkLst>
        <pc:spChg chg="mod">
          <ac:chgData name="JP Paulson" userId="460546f63f696f4c" providerId="LiveId" clId="{957F310B-9F73-4E82-8F26-768C6CA2EEB2}" dt="2026-06-26T21:45:26.888" v="1288"/>
          <ac:spMkLst>
            <pc:docMk/>
            <pc:sldMk cId="1033912527" sldId="329"/>
            <ac:spMk id="75" creationId="{00000000-0000-0000-0000-000000000000}"/>
          </ac:spMkLst>
        </pc:spChg>
      </pc:sldChg>
      <pc:sldChg chg="modSp add modTransition modAnim">
        <pc:chgData name="JP Paulson" userId="460546f63f696f4c" providerId="LiveId" clId="{957F310B-9F73-4E82-8F26-768C6CA2EEB2}" dt="2026-06-26T21:51:44.578" v="8068"/>
        <pc:sldMkLst>
          <pc:docMk/>
          <pc:sldMk cId="1169843356" sldId="329"/>
        </pc:sldMkLst>
        <pc:spChg chg="mod">
          <ac:chgData name="JP Paulson" userId="460546f63f696f4c" providerId="LiveId" clId="{957F310B-9F73-4E82-8F26-768C6CA2EEB2}" dt="2026-06-26T21:51:44.568" v="8063"/>
          <ac:spMkLst>
            <pc:docMk/>
            <pc:sldMk cId="1169843356" sldId="329"/>
            <ac:spMk id="75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46" v="3438" actId="2890"/>
        <pc:sldMkLst>
          <pc:docMk/>
          <pc:sldMk cId="23001679" sldId="330"/>
        </pc:sldMkLst>
        <pc:spChg chg="mod">
          <ac:chgData name="JP Paulson" userId="460546f63f696f4c" providerId="LiveId" clId="{957F310B-9F73-4E82-8F26-768C6CA2EEB2}" dt="2026-06-26T21:45:26.925" v="1296"/>
          <ac:spMkLst>
            <pc:docMk/>
            <pc:sldMk cId="23001679" sldId="330"/>
            <ac:spMk id="75" creationId="{00000000-0000-0000-0000-000000000000}"/>
          </ac:spMkLst>
        </pc:spChg>
      </pc:sldChg>
      <pc:sldChg chg="add del modTransition modAnim">
        <pc:chgData name="JP Paulson" userId="460546f63f696f4c" providerId="LiveId" clId="{957F310B-9F73-4E82-8F26-768C6CA2EEB2}" dt="2026-06-26T21:51:07.874" v="7952" actId="2890"/>
        <pc:sldMkLst>
          <pc:docMk/>
          <pc:sldMk cId="458771215" sldId="330"/>
        </pc:sldMkLst>
      </pc:sldChg>
      <pc:sldChg chg="add del modTransition modAnim">
        <pc:chgData name="JP Paulson" userId="460546f63f696f4c" providerId="LiveId" clId="{957F310B-9F73-4E82-8F26-768C6CA2EEB2}" dt="2026-06-26T21:50:41.661" v="5722" actId="2890"/>
        <pc:sldMkLst>
          <pc:docMk/>
          <pc:sldMk cId="1392183284" sldId="330"/>
        </pc:sldMkLst>
      </pc:sldChg>
      <pc:sldChg chg="add modTransition modAnim">
        <pc:chgData name="JP Paulson" userId="460546f63f696f4c" providerId="LiveId" clId="{957F310B-9F73-4E82-8F26-768C6CA2EEB2}" dt="2026-06-26T21:51:44.580" v="8073"/>
        <pc:sldMkLst>
          <pc:docMk/>
          <pc:sldMk cId="3069145861" sldId="330"/>
        </pc:sldMkLst>
      </pc:sldChg>
      <pc:sldChg chg="modSp add del modTransition modAnim">
        <pc:chgData name="JP Paulson" userId="460546f63f696f4c" providerId="LiveId" clId="{957F310B-9F73-4E82-8F26-768C6CA2EEB2}" dt="2026-06-26T21:51:07.853" v="7950" actId="2890"/>
        <pc:sldMkLst>
          <pc:docMk/>
          <pc:sldMk cId="109436288" sldId="331"/>
        </pc:sldMkLst>
        <pc:spChg chg="mod">
          <ac:chgData name="JP Paulson" userId="460546f63f696f4c" providerId="LiveId" clId="{957F310B-9F73-4E82-8F26-768C6CA2EEB2}" dt="2026-06-26T21:50:54.128" v="5834"/>
          <ac:spMkLst>
            <pc:docMk/>
            <pc:sldMk cId="109436288" sldId="331"/>
            <ac:spMk id="82" creationId="{00000000-0000-0000-0000-000000000000}"/>
          </ac:spMkLst>
        </pc:spChg>
      </pc:sldChg>
      <pc:sldChg chg="add del modTransition modAnim">
        <pc:chgData name="JP Paulson" userId="460546f63f696f4c" providerId="LiveId" clId="{957F310B-9F73-4E82-8F26-768C6CA2EEB2}" dt="2026-06-26T21:45:54.838" v="3437" actId="2890"/>
        <pc:sldMkLst>
          <pc:docMk/>
          <pc:sldMk cId="1873425046" sldId="331"/>
        </pc:sldMkLst>
      </pc:sldChg>
      <pc:sldChg chg="modSp add modTransition modAnim">
        <pc:chgData name="JP Paulson" userId="460546f63f696f4c" providerId="LiveId" clId="{957F310B-9F73-4E82-8F26-768C6CA2EEB2}" dt="2026-06-26T21:51:44.612" v="8089"/>
        <pc:sldMkLst>
          <pc:docMk/>
          <pc:sldMk cId="2453052317" sldId="331"/>
        </pc:sldMkLst>
        <pc:spChg chg="mod">
          <ac:chgData name="JP Paulson" userId="460546f63f696f4c" providerId="LiveId" clId="{957F310B-9F73-4E82-8F26-768C6CA2EEB2}" dt="2026-06-26T21:51:44.610" v="8086"/>
          <ac:spMkLst>
            <pc:docMk/>
            <pc:sldMk cId="2453052317" sldId="331"/>
            <ac:spMk id="82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41" v="5720" actId="2890"/>
        <pc:sldMkLst>
          <pc:docMk/>
          <pc:sldMk cId="2922472867" sldId="331"/>
        </pc:sldMkLst>
        <pc:spChg chg="mod">
          <ac:chgData name="JP Paulson" userId="460546f63f696f4c" providerId="LiveId" clId="{957F310B-9F73-4E82-8F26-768C6CA2EEB2}" dt="2026-06-26T21:50:09.381" v="3604"/>
          <ac:spMkLst>
            <pc:docMk/>
            <pc:sldMk cId="2922472867" sldId="331"/>
            <ac:spMk id="82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1:07.853" v="7949" actId="2890"/>
        <pc:sldMkLst>
          <pc:docMk/>
          <pc:sldMk cId="713165126" sldId="332"/>
        </pc:sldMkLst>
        <pc:spChg chg="mod">
          <ac:chgData name="JP Paulson" userId="460546f63f696f4c" providerId="LiveId" clId="{957F310B-9F73-4E82-8F26-768C6CA2EEB2}" dt="2026-06-26T21:50:54.147" v="5840"/>
          <ac:spMkLst>
            <pc:docMk/>
            <pc:sldMk cId="713165126" sldId="332"/>
            <ac:spMk id="82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37" v="5719" actId="2890"/>
        <pc:sldMkLst>
          <pc:docMk/>
          <pc:sldMk cId="943324050" sldId="332"/>
        </pc:sldMkLst>
        <pc:spChg chg="mod">
          <ac:chgData name="JP Paulson" userId="460546f63f696f4c" providerId="LiveId" clId="{957F310B-9F73-4E82-8F26-768C6CA2EEB2}" dt="2026-06-26T21:50:09.383" v="3610"/>
          <ac:spMkLst>
            <pc:docMk/>
            <pc:sldMk cId="943324050" sldId="332"/>
            <ac:spMk id="82" creationId="{00000000-0000-0000-0000-000000000000}"/>
          </ac:spMkLst>
        </pc:spChg>
      </pc:sldChg>
      <pc:sldChg chg="modSp add modTransition modAnim">
        <pc:chgData name="JP Paulson" userId="460546f63f696f4c" providerId="LiveId" clId="{957F310B-9F73-4E82-8F26-768C6CA2EEB2}" dt="2026-06-26T21:51:44.622" v="8095"/>
        <pc:sldMkLst>
          <pc:docMk/>
          <pc:sldMk cId="1563385113" sldId="332"/>
        </pc:sldMkLst>
        <pc:spChg chg="mod">
          <ac:chgData name="JP Paulson" userId="460546f63f696f4c" providerId="LiveId" clId="{957F310B-9F73-4E82-8F26-768C6CA2EEB2}" dt="2026-06-26T21:51:44.614" v="8092"/>
          <ac:spMkLst>
            <pc:docMk/>
            <pc:sldMk cId="1563385113" sldId="332"/>
            <ac:spMk id="82" creationId="{00000000-0000-0000-0000-000000000000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25" v="3435" actId="2890"/>
        <pc:sldMkLst>
          <pc:docMk/>
          <pc:sldMk cId="3961077081" sldId="332"/>
        </pc:sldMkLst>
        <pc:spChg chg="mod">
          <ac:chgData name="JP Paulson" userId="460546f63f696f4c" providerId="LiveId" clId="{957F310B-9F73-4E82-8F26-768C6CA2EEB2}" dt="2026-06-26T21:45:26.980" v="1319"/>
          <ac:spMkLst>
            <pc:docMk/>
            <pc:sldMk cId="3961077081" sldId="332"/>
            <ac:spMk id="82" creationId="{00000000-0000-0000-0000-000000000000}"/>
          </ac:spMkLst>
        </pc:spChg>
      </pc:sldChg>
      <pc:sldChg chg="add del modTransition modAnim">
        <pc:chgData name="JP Paulson" userId="460546f63f696f4c" providerId="LiveId" clId="{957F310B-9F73-4E82-8F26-768C6CA2EEB2}" dt="2026-06-26T21:50:41.637" v="5718" actId="2890"/>
        <pc:sldMkLst>
          <pc:docMk/>
          <pc:sldMk cId="5849384" sldId="333"/>
        </pc:sldMkLst>
      </pc:sldChg>
      <pc:sldChg chg="modSp add del modTransition modAnim">
        <pc:chgData name="JP Paulson" userId="460546f63f696f4c" providerId="LiveId" clId="{957F310B-9F73-4E82-8F26-768C6CA2EEB2}" dt="2026-06-26T21:45:54.821" v="3434" actId="2890"/>
        <pc:sldMkLst>
          <pc:docMk/>
          <pc:sldMk cId="1632099336" sldId="333"/>
        </pc:sldMkLst>
        <pc:spChg chg="mod">
          <ac:chgData name="JP Paulson" userId="460546f63f696f4c" providerId="LiveId" clId="{957F310B-9F73-4E82-8F26-768C6CA2EEB2}" dt="2026-06-26T21:45:26.984" v="1325"/>
          <ac:spMkLst>
            <pc:docMk/>
            <pc:sldMk cId="1632099336" sldId="333"/>
            <ac:spMk id="82" creationId="{00000000-0000-0000-0000-000000000000}"/>
          </ac:spMkLst>
        </pc:spChg>
      </pc:sldChg>
      <pc:sldChg chg="add modTransition modAnim">
        <pc:chgData name="JP Paulson" userId="460546f63f696f4c" providerId="LiveId" clId="{957F310B-9F73-4E82-8F26-768C6CA2EEB2}" dt="2026-06-26T21:51:44.624" v="8098"/>
        <pc:sldMkLst>
          <pc:docMk/>
          <pc:sldMk cId="2277958869" sldId="333"/>
        </pc:sldMkLst>
      </pc:sldChg>
      <pc:sldChg chg="add del modTransition modAnim">
        <pc:chgData name="JP Paulson" userId="460546f63f696f4c" providerId="LiveId" clId="{957F310B-9F73-4E82-8F26-768C6CA2EEB2}" dt="2026-06-26T21:51:07.849" v="7948" actId="2890"/>
        <pc:sldMkLst>
          <pc:docMk/>
          <pc:sldMk cId="4258049085" sldId="333"/>
        </pc:sldMkLst>
      </pc:sldChg>
      <pc:sldChg chg="modSp add del modTransition modAnim">
        <pc:chgData name="JP Paulson" userId="460546f63f696f4c" providerId="LiveId" clId="{957F310B-9F73-4E82-8F26-768C6CA2EEB2}" dt="2026-06-26T21:50:41.624" v="5716" actId="2890"/>
        <pc:sldMkLst>
          <pc:docMk/>
          <pc:sldMk cId="350587802" sldId="334"/>
        </pc:sldMkLst>
        <pc:spChg chg="mod">
          <ac:chgData name="JP Paulson" userId="460546f63f696f4c" providerId="LiveId" clId="{957F310B-9F73-4E82-8F26-768C6CA2EEB2}" dt="2026-06-26T21:50:09.467" v="3647"/>
          <ac:spMkLst>
            <pc:docMk/>
            <pc:sldMk cId="350587802" sldId="334"/>
            <ac:spMk id="3" creationId="{B205CECB-C1B0-093E-D480-94BA197F274E}"/>
          </ac:spMkLst>
        </pc:spChg>
      </pc:sldChg>
      <pc:sldChg chg="modSp add modTransition modAnim">
        <pc:chgData name="JP Paulson" userId="460546f63f696f4c" providerId="LiveId" clId="{957F310B-9F73-4E82-8F26-768C6CA2EEB2}" dt="2026-06-26T21:51:44.685" v="8136"/>
        <pc:sldMkLst>
          <pc:docMk/>
          <pc:sldMk cId="2018822625" sldId="334"/>
        </pc:sldMkLst>
        <pc:spChg chg="mod">
          <ac:chgData name="JP Paulson" userId="460546f63f696f4c" providerId="LiveId" clId="{957F310B-9F73-4E82-8F26-768C6CA2EEB2}" dt="2026-06-26T21:51:44.683" v="8129"/>
          <ac:spMkLst>
            <pc:docMk/>
            <pc:sldMk cId="2018822625" sldId="334"/>
            <ac:spMk id="3" creationId="{B205CECB-C1B0-093E-D480-94BA197F274E}"/>
          </ac:spMkLst>
        </pc:spChg>
      </pc:sldChg>
      <pc:sldChg chg="add del modTransition modAnim">
        <pc:chgData name="JP Paulson" userId="460546f63f696f4c" providerId="LiveId" clId="{957F310B-9F73-4E82-8F26-768C6CA2EEB2}" dt="2026-06-26T21:45:54.819" v="3433" actId="2890"/>
        <pc:sldMkLst>
          <pc:docMk/>
          <pc:sldMk cId="2896537495" sldId="334"/>
        </pc:sldMkLst>
      </pc:sldChg>
      <pc:sldChg chg="modSp add del modTransition modAnim">
        <pc:chgData name="JP Paulson" userId="460546f63f696f4c" providerId="LiveId" clId="{957F310B-9F73-4E82-8F26-768C6CA2EEB2}" dt="2026-06-26T21:51:07.836" v="7946" actId="2890"/>
        <pc:sldMkLst>
          <pc:docMk/>
          <pc:sldMk cId="3999444094" sldId="334"/>
        </pc:sldMkLst>
        <pc:spChg chg="mod">
          <ac:chgData name="JP Paulson" userId="460546f63f696f4c" providerId="LiveId" clId="{957F310B-9F73-4E82-8F26-768C6CA2EEB2}" dt="2026-06-26T21:50:54.223" v="5877"/>
          <ac:spMkLst>
            <pc:docMk/>
            <pc:sldMk cId="3999444094" sldId="334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51:07.832" v="7945" actId="2890"/>
        <pc:sldMkLst>
          <pc:docMk/>
          <pc:sldMk cId="682862643" sldId="335"/>
        </pc:sldMkLst>
        <pc:spChg chg="mod">
          <ac:chgData name="JP Paulson" userId="460546f63f696f4c" providerId="LiveId" clId="{957F310B-9F73-4E82-8F26-768C6CA2EEB2}" dt="2026-06-26T21:50:54.266" v="5899"/>
          <ac:spMkLst>
            <pc:docMk/>
            <pc:sldMk cId="682862643" sldId="335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16" v="5715" actId="2890"/>
        <pc:sldMkLst>
          <pc:docMk/>
          <pc:sldMk cId="2202512650" sldId="335"/>
        </pc:sldMkLst>
        <pc:spChg chg="mod">
          <ac:chgData name="JP Paulson" userId="460546f63f696f4c" providerId="LiveId" clId="{957F310B-9F73-4E82-8F26-768C6CA2EEB2}" dt="2026-06-26T21:50:09.513" v="3669"/>
          <ac:spMkLst>
            <pc:docMk/>
            <pc:sldMk cId="2202512650" sldId="335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05" v="3431" actId="2890"/>
        <pc:sldMkLst>
          <pc:docMk/>
          <pc:sldMk cId="2714363671" sldId="335"/>
        </pc:sldMkLst>
        <pc:spChg chg="mod">
          <ac:chgData name="JP Paulson" userId="460546f63f696f4c" providerId="LiveId" clId="{957F310B-9F73-4E82-8F26-768C6CA2EEB2}" dt="2026-06-26T21:45:27.072" v="1362"/>
          <ac:spMkLst>
            <pc:docMk/>
            <pc:sldMk cId="2714363671" sldId="335"/>
            <ac:spMk id="3" creationId="{B205CECB-C1B0-093E-D480-94BA197F274E}"/>
          </ac:spMkLst>
        </pc:spChg>
      </pc:sldChg>
      <pc:sldChg chg="modSp add modTransition modAnim">
        <pc:chgData name="JP Paulson" userId="460546f63f696f4c" providerId="LiveId" clId="{957F310B-9F73-4E82-8F26-768C6CA2EEB2}" dt="2026-06-26T21:51:44.732" v="8158"/>
        <pc:sldMkLst>
          <pc:docMk/>
          <pc:sldMk cId="3649173739" sldId="335"/>
        </pc:sldMkLst>
        <pc:spChg chg="mod">
          <ac:chgData name="JP Paulson" userId="460546f63f696f4c" providerId="LiveId" clId="{957F310B-9F73-4E82-8F26-768C6CA2EEB2}" dt="2026-06-26T21:51:44.728" v="8151"/>
          <ac:spMkLst>
            <pc:docMk/>
            <pc:sldMk cId="3649173739" sldId="335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12" v="5714" actId="2890"/>
        <pc:sldMkLst>
          <pc:docMk/>
          <pc:sldMk cId="584210841" sldId="336"/>
        </pc:sldMkLst>
        <pc:spChg chg="mod">
          <ac:chgData name="JP Paulson" userId="460546f63f696f4c" providerId="LiveId" clId="{957F310B-9F73-4E82-8F26-768C6CA2EEB2}" dt="2026-06-26T21:50:09.551" v="3685"/>
          <ac:spMkLst>
            <pc:docMk/>
            <pc:sldMk cId="584210841" sldId="336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51:07.827" v="7944" actId="2890"/>
        <pc:sldMkLst>
          <pc:docMk/>
          <pc:sldMk cId="2187053635" sldId="336"/>
        </pc:sldMkLst>
        <pc:spChg chg="mod">
          <ac:chgData name="JP Paulson" userId="460546f63f696f4c" providerId="LiveId" clId="{957F310B-9F73-4E82-8F26-768C6CA2EEB2}" dt="2026-06-26T21:50:54.291" v="5915"/>
          <ac:spMkLst>
            <pc:docMk/>
            <pc:sldMk cId="2187053635" sldId="336"/>
            <ac:spMk id="3" creationId="{B205CECB-C1B0-093E-D480-94BA197F274E}"/>
          </ac:spMkLst>
        </pc:spChg>
      </pc:sldChg>
      <pc:sldChg chg="modSp add modTransition modAnim">
        <pc:chgData name="JP Paulson" userId="460546f63f696f4c" providerId="LiveId" clId="{957F310B-9F73-4E82-8F26-768C6CA2EEB2}" dt="2026-06-26T21:51:44.767" v="8174"/>
        <pc:sldMkLst>
          <pc:docMk/>
          <pc:sldMk cId="3391580823" sldId="336"/>
        </pc:sldMkLst>
        <pc:spChg chg="mod">
          <ac:chgData name="JP Paulson" userId="460546f63f696f4c" providerId="LiveId" clId="{957F310B-9F73-4E82-8F26-768C6CA2EEB2}" dt="2026-06-26T21:51:44.765" v="8167"/>
          <ac:spMkLst>
            <pc:docMk/>
            <pc:sldMk cId="3391580823" sldId="336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801" v="3430" actId="2890"/>
        <pc:sldMkLst>
          <pc:docMk/>
          <pc:sldMk cId="4266775441" sldId="336"/>
        </pc:sldMkLst>
        <pc:spChg chg="mod">
          <ac:chgData name="JP Paulson" userId="460546f63f696f4c" providerId="LiveId" clId="{957F310B-9F73-4E82-8F26-768C6CA2EEB2}" dt="2026-06-26T21:45:27.122" v="1384"/>
          <ac:spMkLst>
            <pc:docMk/>
            <pc:sldMk cId="4266775441" sldId="336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08" v="5713" actId="2890"/>
        <pc:sldMkLst>
          <pc:docMk/>
          <pc:sldMk cId="331391718" sldId="337"/>
        </pc:sldMkLst>
        <pc:spChg chg="mod">
          <ac:chgData name="JP Paulson" userId="460546f63f696f4c" providerId="LiveId" clId="{957F310B-9F73-4E82-8F26-768C6CA2EEB2}" dt="2026-06-26T21:50:09.572" v="3698"/>
          <ac:spMkLst>
            <pc:docMk/>
            <pc:sldMk cId="331391718" sldId="337"/>
            <ac:spMk id="3" creationId="{B205CECB-C1B0-093E-D480-94BA197F274E}"/>
          </ac:spMkLst>
        </pc:spChg>
      </pc:sldChg>
      <pc:sldChg chg="modSp add modTransition modAnim">
        <pc:chgData name="JP Paulson" userId="460546f63f696f4c" providerId="LiveId" clId="{957F310B-9F73-4E82-8F26-768C6CA2EEB2}" dt="2026-06-26T21:51:44.790" v="8187"/>
        <pc:sldMkLst>
          <pc:docMk/>
          <pc:sldMk cId="2188961178" sldId="337"/>
        </pc:sldMkLst>
        <pc:spChg chg="mod">
          <ac:chgData name="JP Paulson" userId="460546f63f696f4c" providerId="LiveId" clId="{957F310B-9F73-4E82-8F26-768C6CA2EEB2}" dt="2026-06-26T21:51:44.788" v="8180"/>
          <ac:spMkLst>
            <pc:docMk/>
            <pc:sldMk cId="2188961178" sldId="337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51:07.826" v="7943" actId="2890"/>
        <pc:sldMkLst>
          <pc:docMk/>
          <pc:sldMk cId="2381794880" sldId="337"/>
        </pc:sldMkLst>
        <pc:spChg chg="mod">
          <ac:chgData name="JP Paulson" userId="460546f63f696f4c" providerId="LiveId" clId="{957F310B-9F73-4E82-8F26-768C6CA2EEB2}" dt="2026-06-26T21:50:54.310" v="5928"/>
          <ac:spMkLst>
            <pc:docMk/>
            <pc:sldMk cId="2381794880" sldId="337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797" v="3429" actId="2890"/>
        <pc:sldMkLst>
          <pc:docMk/>
          <pc:sldMk cId="3624682391" sldId="337"/>
        </pc:sldMkLst>
        <pc:spChg chg="mod">
          <ac:chgData name="JP Paulson" userId="460546f63f696f4c" providerId="LiveId" clId="{957F310B-9F73-4E82-8F26-768C6CA2EEB2}" dt="2026-06-26T21:45:27.157" v="1400"/>
          <ac:spMkLst>
            <pc:docMk/>
            <pc:sldMk cId="3624682391" sldId="337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50:41.603" v="5712" actId="2890"/>
        <pc:sldMkLst>
          <pc:docMk/>
          <pc:sldMk cId="289025794" sldId="338"/>
        </pc:sldMkLst>
        <pc:spChg chg="mod">
          <ac:chgData name="JP Paulson" userId="460546f63f696f4c" providerId="LiveId" clId="{957F310B-9F73-4E82-8F26-768C6CA2EEB2}" dt="2026-06-26T21:50:09.592" v="3708"/>
          <ac:spMkLst>
            <pc:docMk/>
            <pc:sldMk cId="289025794" sldId="338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45:54.793" v="3428" actId="2890"/>
        <pc:sldMkLst>
          <pc:docMk/>
          <pc:sldMk cId="298729410" sldId="338"/>
        </pc:sldMkLst>
        <pc:spChg chg="mod">
          <ac:chgData name="JP Paulson" userId="460546f63f696f4c" providerId="LiveId" clId="{957F310B-9F73-4E82-8F26-768C6CA2EEB2}" dt="2026-06-26T21:45:27.194" v="1413"/>
          <ac:spMkLst>
            <pc:docMk/>
            <pc:sldMk cId="298729410" sldId="338"/>
            <ac:spMk id="3" creationId="{B205CECB-C1B0-093E-D480-94BA197F274E}"/>
          </ac:spMkLst>
        </pc:spChg>
      </pc:sldChg>
      <pc:sldChg chg="modSp add del modTransition modAnim">
        <pc:chgData name="JP Paulson" userId="460546f63f696f4c" providerId="LiveId" clId="{957F310B-9F73-4E82-8F26-768C6CA2EEB2}" dt="2026-06-26T21:51:07.819" v="7942" actId="2890"/>
        <pc:sldMkLst>
          <pc:docMk/>
          <pc:sldMk cId="2694103211" sldId="338"/>
        </pc:sldMkLst>
        <pc:spChg chg="mod">
          <ac:chgData name="JP Paulson" userId="460546f63f696f4c" providerId="LiveId" clId="{957F310B-9F73-4E82-8F26-768C6CA2EEB2}" dt="2026-06-26T21:50:54.332" v="5938"/>
          <ac:spMkLst>
            <pc:docMk/>
            <pc:sldMk cId="2694103211" sldId="338"/>
            <ac:spMk id="3" creationId="{B205CECB-C1B0-093E-D480-94BA197F274E}"/>
          </ac:spMkLst>
        </pc:spChg>
      </pc:sldChg>
      <pc:sldChg chg="modSp add modTransition modAnim">
        <pc:chgData name="JP Paulson" userId="460546f63f696f4c" providerId="LiveId" clId="{957F310B-9F73-4E82-8F26-768C6CA2EEB2}" dt="2026-06-26T21:51:44.809" v="8197"/>
        <pc:sldMkLst>
          <pc:docMk/>
          <pc:sldMk cId="3082715919" sldId="338"/>
        </pc:sldMkLst>
        <pc:spChg chg="mod">
          <ac:chgData name="JP Paulson" userId="460546f63f696f4c" providerId="LiveId" clId="{957F310B-9F73-4E82-8F26-768C6CA2EEB2}" dt="2026-06-26T21:51:44.798" v="8190"/>
          <ac:spMkLst>
            <pc:docMk/>
            <pc:sldMk cId="3082715919" sldId="338"/>
            <ac:spMk id="3" creationId="{B205CECB-C1B0-093E-D480-94BA197F274E}"/>
          </ac:spMkLst>
        </pc:spChg>
      </pc:sldChg>
      <pc:sldChg chg="add modTransition modAnim">
        <pc:chgData name="JP Paulson" userId="460546f63f696f4c" providerId="LiveId" clId="{957F310B-9F73-4E82-8F26-768C6CA2EEB2}" dt="2026-06-26T21:51:44.811" v="8204"/>
        <pc:sldMkLst>
          <pc:docMk/>
          <pc:sldMk cId="1386193068" sldId="339"/>
        </pc:sldMkLst>
      </pc:sldChg>
      <pc:sldChg chg="add del modTransition modAnim">
        <pc:chgData name="JP Paulson" userId="460546f63f696f4c" providerId="LiveId" clId="{957F310B-9F73-4E82-8F26-768C6CA2EEB2}" dt="2026-06-26T21:51:07.815" v="7941" actId="2890"/>
        <pc:sldMkLst>
          <pc:docMk/>
          <pc:sldMk cId="3146547210" sldId="339"/>
        </pc:sldMkLst>
      </pc:sldChg>
      <pc:sldChg chg="add del modTransition modAnim">
        <pc:chgData name="JP Paulson" userId="460546f63f696f4c" providerId="LiveId" clId="{957F310B-9F73-4E82-8F26-768C6CA2EEB2}" dt="2026-06-26T21:50:41.597" v="5711" actId="2890"/>
        <pc:sldMkLst>
          <pc:docMk/>
          <pc:sldMk cId="3439248576" sldId="339"/>
        </pc:sldMkLst>
      </pc:sldChg>
      <pc:sldChg chg="modSp add del modTransition modAnim">
        <pc:chgData name="JP Paulson" userId="460546f63f696f4c" providerId="LiveId" clId="{957F310B-9F73-4E82-8F26-768C6CA2EEB2}" dt="2026-06-26T21:45:54.789" v="3427" actId="2890"/>
        <pc:sldMkLst>
          <pc:docMk/>
          <pc:sldMk cId="3463252759" sldId="339"/>
        </pc:sldMkLst>
        <pc:spChg chg="mod">
          <ac:chgData name="JP Paulson" userId="460546f63f696f4c" providerId="LiveId" clId="{957F310B-9F73-4E82-8F26-768C6CA2EEB2}" dt="2026-06-26T21:45:27.202" v="1423"/>
          <ac:spMkLst>
            <pc:docMk/>
            <pc:sldMk cId="3463252759" sldId="339"/>
            <ac:spMk id="3" creationId="{B205CECB-C1B0-093E-D480-94BA197F274E}"/>
          </ac:spMkLst>
        </pc:spChg>
      </pc:sldChg>
      <pc:sldChg chg="addSp delSp add del mod modTransition addAnim delAnim modAnim">
        <pc:chgData name="JP Paulson" userId="460546f63f696f4c" providerId="LiveId" clId="{957F310B-9F73-4E82-8F26-768C6CA2EEB2}" dt="2026-06-26T21:50:41.570" v="5709" actId="2890"/>
        <pc:sldMkLst>
          <pc:docMk/>
          <pc:sldMk cId="663511290" sldId="340"/>
        </pc:sldMkLst>
        <pc:picChg chg="add del">
          <ac:chgData name="JP Paulson" userId="460546f63f696f4c" providerId="LiveId" clId="{957F310B-9F73-4E82-8F26-768C6CA2EEB2}" dt="2026-06-26T21:50:41.554" v="5704" actId="478"/>
          <ac:picMkLst>
            <pc:docMk/>
            <pc:sldMk cId="663511290" sldId="340"/>
            <ac:picMk id="16" creationId="{546608ED-A186-320F-8A3B-0344CA12B87E}"/>
          </ac:picMkLst>
        </pc:picChg>
        <pc:picChg chg="add del">
          <ac:chgData name="JP Paulson" userId="460546f63f696f4c" providerId="LiveId" clId="{957F310B-9F73-4E82-8F26-768C6CA2EEB2}" dt="2026-06-26T21:50:41.554" v="5705" actId="478"/>
          <ac:picMkLst>
            <pc:docMk/>
            <pc:sldMk cId="663511290" sldId="340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50:41.558" v="5706" actId="478"/>
          <ac:picMkLst>
            <pc:docMk/>
            <pc:sldMk cId="663511290" sldId="340"/>
            <ac:picMk id="20" creationId="{66CA177A-7AAC-75C3-7FAE-05F3E19B66E3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4.856" v="8218"/>
        <pc:sldMkLst>
          <pc:docMk/>
          <pc:sldMk cId="1164125919" sldId="340"/>
        </pc:sldMkLst>
        <pc:picChg chg="del">
          <ac:chgData name="JP Paulson" userId="460546f63f696f4c" providerId="LiveId" clId="{957F310B-9F73-4E82-8F26-768C6CA2EEB2}" dt="2026-06-26T21:51:44.851" v="8217"/>
          <ac:picMkLst>
            <pc:docMk/>
            <pc:sldMk cId="1164125919" sldId="340"/>
            <ac:picMk id="16" creationId="{546608ED-A186-320F-8A3B-0344CA12B87E}"/>
          </ac:picMkLst>
        </pc:picChg>
        <pc:picChg chg="del">
          <ac:chgData name="JP Paulson" userId="460546f63f696f4c" providerId="LiveId" clId="{957F310B-9F73-4E82-8F26-768C6CA2EEB2}" dt="2026-06-26T21:51:44.851" v="8215"/>
          <ac:picMkLst>
            <pc:docMk/>
            <pc:sldMk cId="1164125919" sldId="340"/>
            <ac:picMk id="18" creationId="{FDE9963F-3F33-FA84-EFE6-2371059CEDB2}"/>
          </ac:picMkLst>
        </pc:picChg>
        <pc:picChg chg="del">
          <ac:chgData name="JP Paulson" userId="460546f63f696f4c" providerId="LiveId" clId="{957F310B-9F73-4E82-8F26-768C6CA2EEB2}" dt="2026-06-26T21:51:44.851" v="8213"/>
          <ac:picMkLst>
            <pc:docMk/>
            <pc:sldMk cId="1164125919" sldId="340"/>
            <ac:picMk id="20" creationId="{66CA177A-7AAC-75C3-7FAE-05F3E19B66E3}"/>
          </ac:picMkLst>
        </pc:picChg>
      </pc:sldChg>
      <pc:sldChg chg="add del modTransition modAnim">
        <pc:chgData name="JP Paulson" userId="460546f63f696f4c" providerId="LiveId" clId="{957F310B-9F73-4E82-8F26-768C6CA2EEB2}" dt="2026-06-26T21:45:54.784" v="3426" actId="2890"/>
        <pc:sldMkLst>
          <pc:docMk/>
          <pc:sldMk cId="1549218930" sldId="340"/>
        </pc:sldMkLst>
      </pc:sldChg>
      <pc:sldChg chg="addSp delSp add del mod modTransition addAnim delAnim modAnim">
        <pc:chgData name="JP Paulson" userId="460546f63f696f4c" providerId="LiveId" clId="{957F310B-9F73-4E82-8F26-768C6CA2EEB2}" dt="2026-06-26T21:51:07.795" v="7939" actId="2890"/>
        <pc:sldMkLst>
          <pc:docMk/>
          <pc:sldMk cId="1670095812" sldId="340"/>
        </pc:sldMkLst>
        <pc:picChg chg="add del">
          <ac:chgData name="JP Paulson" userId="460546f63f696f4c" providerId="LiveId" clId="{957F310B-9F73-4E82-8F26-768C6CA2EEB2}" dt="2026-06-26T21:51:07.782" v="7934" actId="478"/>
          <ac:picMkLst>
            <pc:docMk/>
            <pc:sldMk cId="1670095812" sldId="340"/>
            <ac:picMk id="16" creationId="{546608ED-A186-320F-8A3B-0344CA12B87E}"/>
          </ac:picMkLst>
        </pc:picChg>
        <pc:picChg chg="add del">
          <ac:chgData name="JP Paulson" userId="460546f63f696f4c" providerId="LiveId" clId="{957F310B-9F73-4E82-8F26-768C6CA2EEB2}" dt="2026-06-26T21:51:07.782" v="7935" actId="478"/>
          <ac:picMkLst>
            <pc:docMk/>
            <pc:sldMk cId="1670095812" sldId="340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51:07.786" v="7936" actId="478"/>
          <ac:picMkLst>
            <pc:docMk/>
            <pc:sldMk cId="1670095812" sldId="340"/>
            <ac:picMk id="20" creationId="{66CA177A-7AAC-75C3-7FAE-05F3E19B66E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790" v="7938" actId="2890"/>
        <pc:sldMkLst>
          <pc:docMk/>
          <pc:sldMk cId="154364386" sldId="341"/>
        </pc:sldMkLst>
        <pc:picChg chg="add del">
          <ac:chgData name="JP Paulson" userId="460546f63f696f4c" providerId="LiveId" clId="{957F310B-9F73-4E82-8F26-768C6CA2EEB2}" dt="2026-06-26T21:51:07.779" v="7933" actId="478"/>
          <ac:picMkLst>
            <pc:docMk/>
            <pc:sldMk cId="154364386" sldId="341"/>
            <ac:picMk id="16" creationId="{546608ED-A186-320F-8A3B-0344CA12B87E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4.856" v="8225"/>
        <pc:sldMkLst>
          <pc:docMk/>
          <pc:sldMk cId="1013629592" sldId="341"/>
        </pc:sldMkLst>
        <pc:picChg chg="del">
          <ac:chgData name="JP Paulson" userId="460546f63f696f4c" providerId="LiveId" clId="{957F310B-9F73-4E82-8F26-768C6CA2EEB2}" dt="2026-06-26T21:51:44.856" v="8220"/>
          <ac:picMkLst>
            <pc:docMk/>
            <pc:sldMk cId="1013629592" sldId="341"/>
            <ac:picMk id="16" creationId="{546608ED-A186-320F-8A3B-0344CA12B87E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566" v="5708" actId="2890"/>
        <pc:sldMkLst>
          <pc:docMk/>
          <pc:sldMk cId="3954009174" sldId="341"/>
        </pc:sldMkLst>
        <pc:picChg chg="add del">
          <ac:chgData name="JP Paulson" userId="460546f63f696f4c" providerId="LiveId" clId="{957F310B-9F73-4E82-8F26-768C6CA2EEB2}" dt="2026-06-26T21:50:41.551" v="5703" actId="478"/>
          <ac:picMkLst>
            <pc:docMk/>
            <pc:sldMk cId="3954009174" sldId="341"/>
            <ac:picMk id="16" creationId="{546608ED-A186-320F-8A3B-0344CA12B87E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64" v="3424" actId="2890"/>
        <pc:sldMkLst>
          <pc:docMk/>
          <pc:sldMk cId="4273123298" sldId="341"/>
        </pc:sldMkLst>
        <pc:picChg chg="add del">
          <ac:chgData name="JP Paulson" userId="460546f63f696f4c" providerId="LiveId" clId="{957F310B-9F73-4E82-8F26-768C6CA2EEB2}" dt="2026-06-26T21:45:54.751" v="3419" actId="478"/>
          <ac:picMkLst>
            <pc:docMk/>
            <pc:sldMk cId="4273123298" sldId="341"/>
            <ac:picMk id="16" creationId="{546608ED-A186-320F-8A3B-0344CA12B87E}"/>
          </ac:picMkLst>
        </pc:picChg>
        <pc:picChg chg="add del">
          <ac:chgData name="JP Paulson" userId="460546f63f696f4c" providerId="LiveId" clId="{957F310B-9F73-4E82-8F26-768C6CA2EEB2}" dt="2026-06-26T21:45:54.751" v="3420" actId="478"/>
          <ac:picMkLst>
            <pc:docMk/>
            <pc:sldMk cId="4273123298" sldId="341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45:54.756" v="3421" actId="478"/>
          <ac:picMkLst>
            <pc:docMk/>
            <pc:sldMk cId="4273123298" sldId="341"/>
            <ac:picMk id="20" creationId="{66CA177A-7AAC-75C3-7FAE-05F3E19B66E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562" v="5707" actId="2890"/>
        <pc:sldMkLst>
          <pc:docMk/>
          <pc:sldMk cId="401650249" sldId="342"/>
        </pc:sldMkLst>
        <pc:picChg chg="add del">
          <ac:chgData name="JP Paulson" userId="460546f63f696f4c" providerId="LiveId" clId="{957F310B-9F73-4E82-8F26-768C6CA2EEB2}" dt="2026-06-26T21:50:41.545" v="5701" actId="478"/>
          <ac:picMkLst>
            <pc:docMk/>
            <pc:sldMk cId="401650249" sldId="342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50:41.550" v="5702" actId="478"/>
          <ac:picMkLst>
            <pc:docMk/>
            <pc:sldMk cId="401650249" sldId="342"/>
            <ac:picMk id="20" creationId="{66CA177A-7AAC-75C3-7FAE-05F3E19B66E3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4.865" v="8231"/>
        <pc:sldMkLst>
          <pc:docMk/>
          <pc:sldMk cId="1042260156" sldId="342"/>
        </pc:sldMkLst>
        <pc:picChg chg="del">
          <ac:chgData name="JP Paulson" userId="460546f63f696f4c" providerId="LiveId" clId="{957F310B-9F73-4E82-8F26-768C6CA2EEB2}" dt="2026-06-26T21:51:44.860" v="8229"/>
          <ac:picMkLst>
            <pc:docMk/>
            <pc:sldMk cId="1042260156" sldId="342"/>
            <ac:picMk id="18" creationId="{FDE9963F-3F33-FA84-EFE6-2371059CEDB2}"/>
          </ac:picMkLst>
        </pc:picChg>
        <pc:picChg chg="del">
          <ac:chgData name="JP Paulson" userId="460546f63f696f4c" providerId="LiveId" clId="{957F310B-9F73-4E82-8F26-768C6CA2EEB2}" dt="2026-06-26T21:51:44.860" v="8227"/>
          <ac:picMkLst>
            <pc:docMk/>
            <pc:sldMk cId="1042260156" sldId="342"/>
            <ac:picMk id="20" creationId="{66CA177A-7AAC-75C3-7FAE-05F3E19B66E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786" v="7937" actId="2890"/>
        <pc:sldMkLst>
          <pc:docMk/>
          <pc:sldMk cId="1598628822" sldId="342"/>
        </pc:sldMkLst>
        <pc:picChg chg="add del">
          <ac:chgData name="JP Paulson" userId="460546f63f696f4c" providerId="LiveId" clId="{957F310B-9F73-4E82-8F26-768C6CA2EEB2}" dt="2026-06-26T21:51:07.775" v="7931" actId="478"/>
          <ac:picMkLst>
            <pc:docMk/>
            <pc:sldMk cId="1598628822" sldId="342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51:07.777" v="7932" actId="478"/>
          <ac:picMkLst>
            <pc:docMk/>
            <pc:sldMk cId="1598628822" sldId="342"/>
            <ac:picMk id="20" creationId="{66CA177A-7AAC-75C3-7FAE-05F3E19B66E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60" v="3423" actId="2890"/>
        <pc:sldMkLst>
          <pc:docMk/>
          <pc:sldMk cId="1840482115" sldId="342"/>
        </pc:sldMkLst>
        <pc:picChg chg="add del">
          <ac:chgData name="JP Paulson" userId="460546f63f696f4c" providerId="LiveId" clId="{957F310B-9F73-4E82-8F26-768C6CA2EEB2}" dt="2026-06-26T21:45:54.751" v="3418" actId="478"/>
          <ac:picMkLst>
            <pc:docMk/>
            <pc:sldMk cId="1840482115" sldId="342"/>
            <ac:picMk id="16" creationId="{546608ED-A186-320F-8A3B-0344CA12B87E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533" v="5699" actId="2890"/>
        <pc:sldMkLst>
          <pc:docMk/>
          <pc:sldMk cId="79336134" sldId="343"/>
        </pc:sldMkLst>
        <pc:picChg chg="add del">
          <ac:chgData name="JP Paulson" userId="460546f63f696f4c" providerId="LiveId" clId="{957F310B-9F73-4E82-8F26-768C6CA2EEB2}" dt="2026-06-26T21:50:41.526" v="5693" actId="478"/>
          <ac:picMkLst>
            <pc:docMk/>
            <pc:sldMk cId="79336134" sldId="343"/>
            <ac:picMk id="7" creationId="{B385F815-2BB1-A8AE-1369-13B89D83DC5D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60" v="3422" actId="2890"/>
        <pc:sldMkLst>
          <pc:docMk/>
          <pc:sldMk cId="434039116" sldId="343"/>
        </pc:sldMkLst>
        <pc:picChg chg="add del">
          <ac:chgData name="JP Paulson" userId="460546f63f696f4c" providerId="LiveId" clId="{957F310B-9F73-4E82-8F26-768C6CA2EEB2}" dt="2026-06-26T21:45:54.747" v="3416" actId="478"/>
          <ac:picMkLst>
            <pc:docMk/>
            <pc:sldMk cId="434039116" sldId="343"/>
            <ac:picMk id="18" creationId="{FDE9963F-3F33-FA84-EFE6-2371059CEDB2}"/>
          </ac:picMkLst>
        </pc:picChg>
        <pc:picChg chg="add del">
          <ac:chgData name="JP Paulson" userId="460546f63f696f4c" providerId="LiveId" clId="{957F310B-9F73-4E82-8F26-768C6CA2EEB2}" dt="2026-06-26T21:45:54.747" v="3417" actId="478"/>
          <ac:picMkLst>
            <pc:docMk/>
            <pc:sldMk cId="434039116" sldId="343"/>
            <ac:picMk id="20" creationId="{66CA177A-7AAC-75C3-7FAE-05F3E19B66E3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4.895" v="8253"/>
        <pc:sldMkLst>
          <pc:docMk/>
          <pc:sldMk cId="2577749028" sldId="343"/>
        </pc:sldMkLst>
        <pc:picChg chg="del">
          <ac:chgData name="JP Paulson" userId="460546f63f696f4c" providerId="LiveId" clId="{957F310B-9F73-4E82-8F26-768C6CA2EEB2}" dt="2026-06-26T21:51:44.893" v="8248"/>
          <ac:picMkLst>
            <pc:docMk/>
            <pc:sldMk cId="2577749028" sldId="343"/>
            <ac:picMk id="7" creationId="{B385F815-2BB1-A8AE-1369-13B89D83DC5D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765" v="7929" actId="2890"/>
        <pc:sldMkLst>
          <pc:docMk/>
          <pc:sldMk cId="2899737905" sldId="343"/>
        </pc:sldMkLst>
        <pc:picChg chg="add del">
          <ac:chgData name="JP Paulson" userId="460546f63f696f4c" providerId="LiveId" clId="{957F310B-9F73-4E82-8F26-768C6CA2EEB2}" dt="2026-06-26T21:51:07.757" v="7923" actId="478"/>
          <ac:picMkLst>
            <pc:docMk/>
            <pc:sldMk cId="2899737905" sldId="343"/>
            <ac:picMk id="7" creationId="{B385F815-2BB1-A8AE-1369-13B89D83DC5D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1:07.761" v="7928" actId="2890"/>
        <pc:sldMkLst>
          <pc:docMk/>
          <pc:sldMk cId="782489106" sldId="344"/>
        </pc:sldMkLst>
        <pc:picChg chg="add del mod">
          <ac:chgData name="JP Paulson" userId="460546f63f696f4c" providerId="LiveId" clId="{957F310B-9F73-4E82-8F26-768C6CA2EEB2}" dt="2026-06-26T21:51:07.758" v="7927" actId="1076"/>
          <ac:picMkLst>
            <pc:docMk/>
            <pc:sldMk cId="782489106" sldId="344"/>
            <ac:picMk id="9" creationId="{58A2F6DC-5580-9B78-563D-F25062588DA1}"/>
          </ac:picMkLst>
        </pc:picChg>
        <pc:picChg chg="add del mod">
          <ac:chgData name="JP Paulson" userId="460546f63f696f4c" providerId="LiveId" clId="{957F310B-9F73-4E82-8F26-768C6CA2EEB2}" dt="2026-06-26T21:51:07.758" v="7925" actId="1076"/>
          <ac:picMkLst>
            <pc:docMk/>
            <pc:sldMk cId="782489106" sldId="344"/>
            <ac:picMk id="11" creationId="{86545093-21CF-2CD4-C31B-2F1954B2BD2D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0:41.530" v="5698" actId="2890"/>
        <pc:sldMkLst>
          <pc:docMk/>
          <pc:sldMk cId="1288005468" sldId="344"/>
        </pc:sldMkLst>
        <pc:picChg chg="add del mod">
          <ac:chgData name="JP Paulson" userId="460546f63f696f4c" providerId="LiveId" clId="{957F310B-9F73-4E82-8F26-768C6CA2EEB2}" dt="2026-06-26T21:50:41.526" v="5697" actId="1076"/>
          <ac:picMkLst>
            <pc:docMk/>
            <pc:sldMk cId="1288005468" sldId="344"/>
            <ac:picMk id="9" creationId="{58A2F6DC-5580-9B78-563D-F25062588DA1}"/>
          </ac:picMkLst>
        </pc:picChg>
        <pc:picChg chg="add del mod">
          <ac:chgData name="JP Paulson" userId="460546f63f696f4c" providerId="LiveId" clId="{957F310B-9F73-4E82-8F26-768C6CA2EEB2}" dt="2026-06-26T21:50:41.526" v="5695" actId="1076"/>
          <ac:picMkLst>
            <pc:docMk/>
            <pc:sldMk cId="1288005468" sldId="344"/>
            <ac:picMk id="11" creationId="{86545093-21CF-2CD4-C31B-2F1954B2BD2D}"/>
          </ac:picMkLst>
        </pc:picChg>
      </pc:sldChg>
      <pc:sldChg chg="delSp modSp add mod modTransition delAnim modAnim">
        <pc:chgData name="JP Paulson" userId="460546f63f696f4c" providerId="LiveId" clId="{957F310B-9F73-4E82-8F26-768C6CA2EEB2}" dt="2026-06-26T21:51:44.903" v="8259"/>
        <pc:sldMkLst>
          <pc:docMk/>
          <pc:sldMk cId="3049909974" sldId="344"/>
        </pc:sldMkLst>
        <pc:picChg chg="del mod">
          <ac:chgData name="JP Paulson" userId="460546f63f696f4c" providerId="LiveId" clId="{957F310B-9F73-4E82-8F26-768C6CA2EEB2}" dt="2026-06-26T21:51:44.901" v="8255"/>
          <ac:picMkLst>
            <pc:docMk/>
            <pc:sldMk cId="3049909974" sldId="344"/>
            <ac:picMk id="9" creationId="{58A2F6DC-5580-9B78-563D-F25062588DA1}"/>
          </ac:picMkLst>
        </pc:picChg>
        <pc:picChg chg="del mod">
          <ac:chgData name="JP Paulson" userId="460546f63f696f4c" providerId="LiveId" clId="{957F310B-9F73-4E82-8F26-768C6CA2EEB2}" dt="2026-06-26T21:51:44.901" v="8257"/>
          <ac:picMkLst>
            <pc:docMk/>
            <pc:sldMk cId="3049909974" sldId="344"/>
            <ac:picMk id="11" creationId="{86545093-21CF-2CD4-C31B-2F1954B2BD2D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36" v="3414" actId="2890"/>
        <pc:sldMkLst>
          <pc:docMk/>
          <pc:sldMk cId="3240609311" sldId="344"/>
        </pc:sldMkLst>
        <pc:picChg chg="add del">
          <ac:chgData name="JP Paulson" userId="460546f63f696f4c" providerId="LiveId" clId="{957F310B-9F73-4E82-8F26-768C6CA2EEB2}" dt="2026-06-26T21:45:54.731" v="3408" actId="478"/>
          <ac:picMkLst>
            <pc:docMk/>
            <pc:sldMk cId="3240609311" sldId="344"/>
            <ac:picMk id="7" creationId="{B385F815-2BB1-A8AE-1369-13B89D83DC5D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740" v="7919" actId="2890"/>
        <pc:sldMkLst>
          <pc:docMk/>
          <pc:sldMk cId="1265142659" sldId="345"/>
        </pc:sldMkLst>
        <pc:picChg chg="add del">
          <ac:chgData name="JP Paulson" userId="460546f63f696f4c" providerId="LiveId" clId="{957F310B-9F73-4E82-8F26-768C6CA2EEB2}" dt="2026-06-26T21:51:07.733" v="7913" actId="478"/>
          <ac:picMkLst>
            <pc:docMk/>
            <pc:sldMk cId="1265142659" sldId="345"/>
            <ac:picMk id="9" creationId="{037EBF08-9830-0F93-954A-9253F40ADC15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731" v="3413" actId="2890"/>
        <pc:sldMkLst>
          <pc:docMk/>
          <pc:sldMk cId="1557027810" sldId="345"/>
        </pc:sldMkLst>
        <pc:picChg chg="add del mod">
          <ac:chgData name="JP Paulson" userId="460546f63f696f4c" providerId="LiveId" clId="{957F310B-9F73-4E82-8F26-768C6CA2EEB2}" dt="2026-06-26T21:45:54.731" v="3412" actId="1076"/>
          <ac:picMkLst>
            <pc:docMk/>
            <pc:sldMk cId="1557027810" sldId="345"/>
            <ac:picMk id="9" creationId="{58A2F6DC-5580-9B78-563D-F25062588DA1}"/>
          </ac:picMkLst>
        </pc:picChg>
        <pc:picChg chg="add del mod">
          <ac:chgData name="JP Paulson" userId="460546f63f696f4c" providerId="LiveId" clId="{957F310B-9F73-4E82-8F26-768C6CA2EEB2}" dt="2026-06-26T21:45:54.731" v="3410" actId="1076"/>
          <ac:picMkLst>
            <pc:docMk/>
            <pc:sldMk cId="1557027810" sldId="345"/>
            <ac:picMk id="11" creationId="{86545093-21CF-2CD4-C31B-2F1954B2BD2D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4.931" v="8281"/>
        <pc:sldMkLst>
          <pc:docMk/>
          <pc:sldMk cId="2838992458" sldId="345"/>
        </pc:sldMkLst>
        <pc:picChg chg="del">
          <ac:chgData name="JP Paulson" userId="460546f63f696f4c" providerId="LiveId" clId="{957F310B-9F73-4E82-8F26-768C6CA2EEB2}" dt="2026-06-26T21:51:44.929" v="8276"/>
          <ac:picMkLst>
            <pc:docMk/>
            <pc:sldMk cId="2838992458" sldId="345"/>
            <ac:picMk id="9" creationId="{037EBF08-9830-0F93-954A-9253F40ADC1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507" v="5689" actId="2890"/>
        <pc:sldMkLst>
          <pc:docMk/>
          <pc:sldMk cId="4122286425" sldId="345"/>
        </pc:sldMkLst>
        <pc:picChg chg="add del">
          <ac:chgData name="JP Paulson" userId="460546f63f696f4c" providerId="LiveId" clId="{957F310B-9F73-4E82-8F26-768C6CA2EEB2}" dt="2026-06-26T21:50:41.494" v="5683" actId="478"/>
          <ac:picMkLst>
            <pc:docMk/>
            <pc:sldMk cId="4122286425" sldId="345"/>
            <ac:picMk id="9" creationId="{037EBF08-9830-0F93-954A-9253F40ADC1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713" v="3404" actId="2890"/>
        <pc:sldMkLst>
          <pc:docMk/>
          <pc:sldMk cId="2718623251" sldId="346"/>
        </pc:sldMkLst>
        <pc:picChg chg="add del">
          <ac:chgData name="JP Paulson" userId="460546f63f696f4c" providerId="LiveId" clId="{957F310B-9F73-4E82-8F26-768C6CA2EEB2}" dt="2026-06-26T21:45:54.705" v="3398" actId="478"/>
          <ac:picMkLst>
            <pc:docMk/>
            <pc:sldMk cId="2718623251" sldId="346"/>
            <ac:picMk id="9" creationId="{037EBF08-9830-0F93-954A-9253F40ADC15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0:41.498" v="5688" actId="2890"/>
        <pc:sldMkLst>
          <pc:docMk/>
          <pc:sldMk cId="3047415117" sldId="346"/>
        </pc:sldMkLst>
        <pc:picChg chg="add del mod">
          <ac:chgData name="JP Paulson" userId="460546f63f696f4c" providerId="LiveId" clId="{957F310B-9F73-4E82-8F26-768C6CA2EEB2}" dt="2026-06-26T21:50:41.494" v="5685" actId="1076"/>
          <ac:picMkLst>
            <pc:docMk/>
            <pc:sldMk cId="3047415117" sldId="346"/>
            <ac:picMk id="5" creationId="{1907E944-3A2A-2287-22B8-9B088CD604B6}"/>
          </ac:picMkLst>
        </pc:picChg>
        <pc:picChg chg="add del mod">
          <ac:chgData name="JP Paulson" userId="460546f63f696f4c" providerId="LiveId" clId="{957F310B-9F73-4E82-8F26-768C6CA2EEB2}" dt="2026-06-26T21:50:41.496" v="5687" actId="1076"/>
          <ac:picMkLst>
            <pc:docMk/>
            <pc:sldMk cId="3047415117" sldId="346"/>
            <ac:picMk id="13" creationId="{AF9644A9-3A4E-3FB2-81CB-7671DAB84133}"/>
          </ac:picMkLst>
        </pc:picChg>
      </pc:sldChg>
      <pc:sldChg chg="delSp modSp add mod modTransition delAnim modAnim">
        <pc:chgData name="JP Paulson" userId="460546f63f696f4c" providerId="LiveId" clId="{957F310B-9F73-4E82-8F26-768C6CA2EEB2}" dt="2026-06-26T21:51:44.937" v="8287"/>
        <pc:sldMkLst>
          <pc:docMk/>
          <pc:sldMk cId="3570616895" sldId="346"/>
        </pc:sldMkLst>
        <pc:picChg chg="del mod">
          <ac:chgData name="JP Paulson" userId="460546f63f696f4c" providerId="LiveId" clId="{957F310B-9F73-4E82-8F26-768C6CA2EEB2}" dt="2026-06-26T21:51:44.935" v="8285"/>
          <ac:picMkLst>
            <pc:docMk/>
            <pc:sldMk cId="3570616895" sldId="346"/>
            <ac:picMk id="5" creationId="{1907E944-3A2A-2287-22B8-9B088CD604B6}"/>
          </ac:picMkLst>
        </pc:picChg>
        <pc:picChg chg="del mod">
          <ac:chgData name="JP Paulson" userId="460546f63f696f4c" providerId="LiveId" clId="{957F310B-9F73-4E82-8F26-768C6CA2EEB2}" dt="2026-06-26T21:51:44.933" v="8283"/>
          <ac:picMkLst>
            <pc:docMk/>
            <pc:sldMk cId="3570616895" sldId="346"/>
            <ac:picMk id="13" creationId="{AF9644A9-3A4E-3FB2-81CB-7671DAB84133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1:07.736" v="7918" actId="2890"/>
        <pc:sldMkLst>
          <pc:docMk/>
          <pc:sldMk cId="3779936086" sldId="346"/>
        </pc:sldMkLst>
        <pc:picChg chg="add del mod">
          <ac:chgData name="JP Paulson" userId="460546f63f696f4c" providerId="LiveId" clId="{957F310B-9F73-4E82-8F26-768C6CA2EEB2}" dt="2026-06-26T21:51:07.733" v="7915" actId="1076"/>
          <ac:picMkLst>
            <pc:docMk/>
            <pc:sldMk cId="3779936086" sldId="346"/>
            <ac:picMk id="5" creationId="{1907E944-3A2A-2287-22B8-9B088CD604B6}"/>
          </ac:picMkLst>
        </pc:picChg>
        <pc:picChg chg="add del mod">
          <ac:chgData name="JP Paulson" userId="460546f63f696f4c" providerId="LiveId" clId="{957F310B-9F73-4E82-8F26-768C6CA2EEB2}" dt="2026-06-26T21:51:07.736" v="7917" actId="1076"/>
          <ac:picMkLst>
            <pc:docMk/>
            <pc:sldMk cId="3779936086" sldId="346"/>
            <ac:picMk id="13" creationId="{AF9644A9-3A4E-3FB2-81CB-7671DAB84133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4.962" v="8309"/>
        <pc:sldMkLst>
          <pc:docMk/>
          <pc:sldMk cId="60451138" sldId="347"/>
        </pc:sldMkLst>
        <pc:picChg chg="del">
          <ac:chgData name="JP Paulson" userId="460546f63f696f4c" providerId="LiveId" clId="{957F310B-9F73-4E82-8F26-768C6CA2EEB2}" dt="2026-06-26T21:51:44.962" v="8304"/>
          <ac:picMkLst>
            <pc:docMk/>
            <pc:sldMk cId="60451138" sldId="347"/>
            <ac:picMk id="5" creationId="{EA9B1EBC-F520-E5AC-4636-297A4A30B149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709" v="3403" actId="2890"/>
        <pc:sldMkLst>
          <pc:docMk/>
          <pc:sldMk cId="779554057" sldId="347"/>
        </pc:sldMkLst>
        <pc:picChg chg="add del mod">
          <ac:chgData name="JP Paulson" userId="460546f63f696f4c" providerId="LiveId" clId="{957F310B-9F73-4E82-8F26-768C6CA2EEB2}" dt="2026-06-26T21:45:54.705" v="3400" actId="1076"/>
          <ac:picMkLst>
            <pc:docMk/>
            <pc:sldMk cId="779554057" sldId="347"/>
            <ac:picMk id="5" creationId="{1907E944-3A2A-2287-22B8-9B088CD604B6}"/>
          </ac:picMkLst>
        </pc:picChg>
        <pc:picChg chg="add del mod">
          <ac:chgData name="JP Paulson" userId="460546f63f696f4c" providerId="LiveId" clId="{957F310B-9F73-4E82-8F26-768C6CA2EEB2}" dt="2026-06-26T21:45:54.705" v="3402" actId="1076"/>
          <ac:picMkLst>
            <pc:docMk/>
            <pc:sldMk cId="779554057" sldId="347"/>
            <ac:picMk id="13" creationId="{AF9644A9-3A4E-3FB2-81CB-7671DAB84133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473" v="5679" actId="2890"/>
        <pc:sldMkLst>
          <pc:docMk/>
          <pc:sldMk cId="1905704281" sldId="347"/>
        </pc:sldMkLst>
        <pc:picChg chg="add del">
          <ac:chgData name="JP Paulson" userId="460546f63f696f4c" providerId="LiveId" clId="{957F310B-9F73-4E82-8F26-768C6CA2EEB2}" dt="2026-06-26T21:50:41.464" v="5673" actId="478"/>
          <ac:picMkLst>
            <pc:docMk/>
            <pc:sldMk cId="1905704281" sldId="347"/>
            <ac:picMk id="5" creationId="{EA9B1EBC-F520-E5AC-4636-297A4A30B149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719" v="7909" actId="2890"/>
        <pc:sldMkLst>
          <pc:docMk/>
          <pc:sldMk cId="2191614867" sldId="347"/>
        </pc:sldMkLst>
        <pc:picChg chg="add del">
          <ac:chgData name="JP Paulson" userId="460546f63f696f4c" providerId="LiveId" clId="{957F310B-9F73-4E82-8F26-768C6CA2EEB2}" dt="2026-06-26T21:51:07.712" v="7903" actId="478"/>
          <ac:picMkLst>
            <pc:docMk/>
            <pc:sldMk cId="2191614867" sldId="347"/>
            <ac:picMk id="5" creationId="{EA9B1EBC-F520-E5AC-4636-297A4A30B149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94" v="3394" actId="2890"/>
        <pc:sldMkLst>
          <pc:docMk/>
          <pc:sldMk cId="1237401683" sldId="348"/>
        </pc:sldMkLst>
        <pc:picChg chg="add del">
          <ac:chgData name="JP Paulson" userId="460546f63f696f4c" providerId="LiveId" clId="{957F310B-9F73-4E82-8F26-768C6CA2EEB2}" dt="2026-06-26T21:45:54.685" v="3388" actId="478"/>
          <ac:picMkLst>
            <pc:docMk/>
            <pc:sldMk cId="1237401683" sldId="348"/>
            <ac:picMk id="5" creationId="{EA9B1EBC-F520-E5AC-4636-297A4A30B149}"/>
          </ac:picMkLst>
        </pc:picChg>
      </pc:sldChg>
      <pc:sldChg chg="delSp modSp add mod modTransition delAnim modAnim">
        <pc:chgData name="JP Paulson" userId="460546f63f696f4c" providerId="LiveId" clId="{957F310B-9F73-4E82-8F26-768C6CA2EEB2}" dt="2026-06-26T21:51:44.966" v="8315"/>
        <pc:sldMkLst>
          <pc:docMk/>
          <pc:sldMk cId="1766395374" sldId="348"/>
        </pc:sldMkLst>
        <pc:picChg chg="del mod">
          <ac:chgData name="JP Paulson" userId="460546f63f696f4c" providerId="LiveId" clId="{957F310B-9F73-4E82-8F26-768C6CA2EEB2}" dt="2026-06-26T21:51:44.966" v="8311"/>
          <ac:picMkLst>
            <pc:docMk/>
            <pc:sldMk cId="1766395374" sldId="348"/>
            <ac:picMk id="8" creationId="{BD441951-2A20-826E-FB21-A7239EF46C47}"/>
          </ac:picMkLst>
        </pc:picChg>
        <pc:picChg chg="del mod">
          <ac:chgData name="JP Paulson" userId="460546f63f696f4c" providerId="LiveId" clId="{957F310B-9F73-4E82-8F26-768C6CA2EEB2}" dt="2026-06-26T21:51:44.966" v="8313"/>
          <ac:picMkLst>
            <pc:docMk/>
            <pc:sldMk cId="1766395374" sldId="348"/>
            <ac:picMk id="11" creationId="{B0133B0A-16A8-EA43-A5B8-603BE96DBAB1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1:07.713" v="7908" actId="2890"/>
        <pc:sldMkLst>
          <pc:docMk/>
          <pc:sldMk cId="2342281458" sldId="348"/>
        </pc:sldMkLst>
        <pc:picChg chg="add del mod">
          <ac:chgData name="JP Paulson" userId="460546f63f696f4c" providerId="LiveId" clId="{957F310B-9F73-4E82-8F26-768C6CA2EEB2}" dt="2026-06-26T21:51:07.712" v="7907" actId="1076"/>
          <ac:picMkLst>
            <pc:docMk/>
            <pc:sldMk cId="2342281458" sldId="348"/>
            <ac:picMk id="8" creationId="{BD441951-2A20-826E-FB21-A7239EF46C47}"/>
          </ac:picMkLst>
        </pc:picChg>
        <pc:picChg chg="add del mod">
          <ac:chgData name="JP Paulson" userId="460546f63f696f4c" providerId="LiveId" clId="{957F310B-9F73-4E82-8F26-768C6CA2EEB2}" dt="2026-06-26T21:51:07.712" v="7905" actId="1076"/>
          <ac:picMkLst>
            <pc:docMk/>
            <pc:sldMk cId="2342281458" sldId="348"/>
            <ac:picMk id="11" creationId="{B0133B0A-16A8-EA43-A5B8-603BE96DBAB1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0:41.469" v="5678" actId="2890"/>
        <pc:sldMkLst>
          <pc:docMk/>
          <pc:sldMk cId="4245888929" sldId="348"/>
        </pc:sldMkLst>
        <pc:picChg chg="add del mod">
          <ac:chgData name="JP Paulson" userId="460546f63f696f4c" providerId="LiveId" clId="{957F310B-9F73-4E82-8F26-768C6CA2EEB2}" dt="2026-06-26T21:50:41.464" v="5677" actId="1076"/>
          <ac:picMkLst>
            <pc:docMk/>
            <pc:sldMk cId="4245888929" sldId="348"/>
            <ac:picMk id="8" creationId="{BD441951-2A20-826E-FB21-A7239EF46C47}"/>
          </ac:picMkLst>
        </pc:picChg>
        <pc:picChg chg="add del mod">
          <ac:chgData name="JP Paulson" userId="460546f63f696f4c" providerId="LiveId" clId="{957F310B-9F73-4E82-8F26-768C6CA2EEB2}" dt="2026-06-26T21:50:41.464" v="5675" actId="1076"/>
          <ac:picMkLst>
            <pc:docMk/>
            <pc:sldMk cId="4245888929" sldId="348"/>
            <ac:picMk id="11" creationId="{B0133B0A-16A8-EA43-A5B8-603BE96DBAB1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4.996" v="8327"/>
        <pc:sldMkLst>
          <pc:docMk/>
          <pc:sldMk cId="590276257" sldId="349"/>
        </pc:sldMkLst>
        <pc:picChg chg="del">
          <ac:chgData name="JP Paulson" userId="460546f63f696f4c" providerId="LiveId" clId="{957F310B-9F73-4E82-8F26-768C6CA2EEB2}" dt="2026-06-26T21:51:44.994" v="8324"/>
          <ac:picMkLst>
            <pc:docMk/>
            <pc:sldMk cId="590276257" sldId="349"/>
            <ac:picMk id="6" creationId="{9FAE2A2E-F7E3-D5B6-2B9B-F9BBD49CE056}"/>
          </ac:picMkLst>
        </pc:picChg>
        <pc:picChg chg="del">
          <ac:chgData name="JP Paulson" userId="460546f63f696f4c" providerId="LiveId" clId="{957F310B-9F73-4E82-8F26-768C6CA2EEB2}" dt="2026-06-26T21:51:44.996" v="8326"/>
          <ac:picMkLst>
            <pc:docMk/>
            <pc:sldMk cId="590276257" sldId="349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448" v="5669" actId="2890"/>
        <pc:sldMkLst>
          <pc:docMk/>
          <pc:sldMk cId="1684052371" sldId="349"/>
        </pc:sldMkLst>
        <pc:picChg chg="add del">
          <ac:chgData name="JP Paulson" userId="460546f63f696f4c" providerId="LiveId" clId="{957F310B-9F73-4E82-8F26-768C6CA2EEB2}" dt="2026-06-26T21:50:41.435" v="5666" actId="478"/>
          <ac:picMkLst>
            <pc:docMk/>
            <pc:sldMk cId="1684052371" sldId="349"/>
            <ac:picMk id="6" creationId="{9FAE2A2E-F7E3-D5B6-2B9B-F9BBD49CE056}"/>
          </ac:picMkLst>
        </pc:picChg>
        <pc:picChg chg="add del">
          <ac:chgData name="JP Paulson" userId="460546f63f696f4c" providerId="LiveId" clId="{957F310B-9F73-4E82-8F26-768C6CA2EEB2}" dt="2026-06-26T21:50:41.435" v="5665" actId="478"/>
          <ac:picMkLst>
            <pc:docMk/>
            <pc:sldMk cId="1684052371" sldId="349"/>
            <ac:picMk id="8" creationId="{DF301276-090B-F837-1C11-FE304EFFA895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89" v="3393" actId="2890"/>
        <pc:sldMkLst>
          <pc:docMk/>
          <pc:sldMk cId="2511094095" sldId="349"/>
        </pc:sldMkLst>
        <pc:picChg chg="add del mod">
          <ac:chgData name="JP Paulson" userId="460546f63f696f4c" providerId="LiveId" clId="{957F310B-9F73-4E82-8F26-768C6CA2EEB2}" dt="2026-06-26T21:45:54.685" v="3392" actId="1076"/>
          <ac:picMkLst>
            <pc:docMk/>
            <pc:sldMk cId="2511094095" sldId="349"/>
            <ac:picMk id="8" creationId="{BD441951-2A20-826E-FB21-A7239EF46C47}"/>
          </ac:picMkLst>
        </pc:picChg>
        <pc:picChg chg="add del mod">
          <ac:chgData name="JP Paulson" userId="460546f63f696f4c" providerId="LiveId" clId="{957F310B-9F73-4E82-8F26-768C6CA2EEB2}" dt="2026-06-26T21:45:54.685" v="3390" actId="1076"/>
          <ac:picMkLst>
            <pc:docMk/>
            <pc:sldMk cId="2511094095" sldId="349"/>
            <ac:picMk id="11" creationId="{B0133B0A-16A8-EA43-A5B8-603BE96DBAB1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694" v="7899" actId="2890"/>
        <pc:sldMkLst>
          <pc:docMk/>
          <pc:sldMk cId="3183282862" sldId="349"/>
        </pc:sldMkLst>
        <pc:picChg chg="add del">
          <ac:chgData name="JP Paulson" userId="460546f63f696f4c" providerId="LiveId" clId="{957F310B-9F73-4E82-8F26-768C6CA2EEB2}" dt="2026-06-26T21:51:07.685" v="7896" actId="478"/>
          <ac:picMkLst>
            <pc:docMk/>
            <pc:sldMk cId="3183282862" sldId="349"/>
            <ac:picMk id="6" creationId="{9FAE2A2E-F7E3-D5B6-2B9B-F9BBD49CE056}"/>
          </ac:picMkLst>
        </pc:picChg>
        <pc:picChg chg="add del">
          <ac:chgData name="JP Paulson" userId="460546f63f696f4c" providerId="LiveId" clId="{957F310B-9F73-4E82-8F26-768C6CA2EEB2}" dt="2026-06-26T21:51:07.681" v="7895" actId="478"/>
          <ac:picMkLst>
            <pc:docMk/>
            <pc:sldMk cId="3183282862" sldId="349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68" v="3384" actId="2890"/>
        <pc:sldMkLst>
          <pc:docMk/>
          <pc:sldMk cId="681807988" sldId="350"/>
        </pc:sldMkLst>
        <pc:picChg chg="add del">
          <ac:chgData name="JP Paulson" userId="460546f63f696f4c" providerId="LiveId" clId="{957F310B-9F73-4E82-8F26-768C6CA2EEB2}" dt="2026-06-26T21:45:54.660" v="3381" actId="478"/>
          <ac:picMkLst>
            <pc:docMk/>
            <pc:sldMk cId="681807988" sldId="350"/>
            <ac:picMk id="6" creationId="{9FAE2A2E-F7E3-D5B6-2B9B-F9BBD49CE056}"/>
          </ac:picMkLst>
        </pc:picChg>
        <pc:picChg chg="add del">
          <ac:chgData name="JP Paulson" userId="460546f63f696f4c" providerId="LiveId" clId="{957F310B-9F73-4E82-8F26-768C6CA2EEB2}" dt="2026-06-26T21:45:54.660" v="3380" actId="478"/>
          <ac:picMkLst>
            <pc:docMk/>
            <pc:sldMk cId="681807988" sldId="350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443" v="5668" actId="2890"/>
        <pc:sldMkLst>
          <pc:docMk/>
          <pc:sldMk cId="1955872680" sldId="350"/>
        </pc:sldMkLst>
        <pc:picChg chg="add del">
          <ac:chgData name="JP Paulson" userId="460546f63f696f4c" providerId="LiveId" clId="{957F310B-9F73-4E82-8F26-768C6CA2EEB2}" dt="2026-06-26T21:50:41.430" v="5664" actId="478"/>
          <ac:picMkLst>
            <pc:docMk/>
            <pc:sldMk cId="1955872680" sldId="350"/>
            <ac:picMk id="8" creationId="{DF301276-090B-F837-1C11-FE304EFFA895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5" v="8332"/>
        <pc:sldMkLst>
          <pc:docMk/>
          <pc:sldMk cId="3001793208" sldId="350"/>
        </pc:sldMkLst>
        <pc:picChg chg="del">
          <ac:chgData name="JP Paulson" userId="460546f63f696f4c" providerId="LiveId" clId="{957F310B-9F73-4E82-8F26-768C6CA2EEB2}" dt="2026-06-26T21:51:44.998" v="8329"/>
          <ac:picMkLst>
            <pc:docMk/>
            <pc:sldMk cId="3001793208" sldId="350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690" v="7898" actId="2890"/>
        <pc:sldMkLst>
          <pc:docMk/>
          <pc:sldMk cId="3027229852" sldId="350"/>
        </pc:sldMkLst>
        <pc:picChg chg="add del">
          <ac:chgData name="JP Paulson" userId="460546f63f696f4c" providerId="LiveId" clId="{957F310B-9F73-4E82-8F26-768C6CA2EEB2}" dt="2026-06-26T21:51:07.681" v="7894" actId="478"/>
          <ac:picMkLst>
            <pc:docMk/>
            <pc:sldMk cId="3027229852" sldId="350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688" v="7897" actId="2890"/>
        <pc:sldMkLst>
          <pc:docMk/>
          <pc:sldMk cId="623679093" sldId="351"/>
        </pc:sldMkLst>
        <pc:picChg chg="add del">
          <ac:chgData name="JP Paulson" userId="460546f63f696f4c" providerId="LiveId" clId="{957F310B-9F73-4E82-8F26-768C6CA2EEB2}" dt="2026-06-26T21:51:07.677" v="7893" actId="478"/>
          <ac:picMkLst>
            <pc:docMk/>
            <pc:sldMk cId="623679093" sldId="351"/>
            <ac:picMk id="6" creationId="{9FAE2A2E-F7E3-D5B6-2B9B-F9BBD49CE056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5.004" v="8336"/>
        <pc:sldMkLst>
          <pc:docMk/>
          <pc:sldMk cId="1338723286" sldId="351"/>
        </pc:sldMkLst>
        <pc:picChg chg="del">
          <ac:chgData name="JP Paulson" userId="460546f63f696f4c" providerId="LiveId" clId="{957F310B-9F73-4E82-8F26-768C6CA2EEB2}" dt="2026-06-26T21:51:45" v="8334"/>
          <ac:picMkLst>
            <pc:docMk/>
            <pc:sldMk cId="1338723286" sldId="351"/>
            <ac:picMk id="6" creationId="{9FAE2A2E-F7E3-D5B6-2B9B-F9BBD49CE056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67" v="3383" actId="2890"/>
        <pc:sldMkLst>
          <pc:docMk/>
          <pc:sldMk cId="3504075298" sldId="351"/>
        </pc:sldMkLst>
        <pc:picChg chg="add del">
          <ac:chgData name="JP Paulson" userId="460546f63f696f4c" providerId="LiveId" clId="{957F310B-9F73-4E82-8F26-768C6CA2EEB2}" dt="2026-06-26T21:45:54.655" v="3379" actId="478"/>
          <ac:picMkLst>
            <pc:docMk/>
            <pc:sldMk cId="3504075298" sldId="351"/>
            <ac:picMk id="8" creationId="{DF301276-090B-F837-1C11-FE304EFFA895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439" v="5667" actId="2890"/>
        <pc:sldMkLst>
          <pc:docMk/>
          <pc:sldMk cId="4002758435" sldId="351"/>
        </pc:sldMkLst>
        <pc:picChg chg="add del">
          <ac:chgData name="JP Paulson" userId="460546f63f696f4c" providerId="LiveId" clId="{957F310B-9F73-4E82-8F26-768C6CA2EEB2}" dt="2026-06-26T21:50:41.426" v="5663" actId="478"/>
          <ac:picMkLst>
            <pc:docMk/>
            <pc:sldMk cId="4002758435" sldId="351"/>
            <ac:picMk id="6" creationId="{9FAE2A2E-F7E3-D5B6-2B9B-F9BBD49CE056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1:07.664" v="7891" actId="2890"/>
        <pc:sldMkLst>
          <pc:docMk/>
          <pc:sldMk cId="741381683" sldId="352"/>
        </pc:sldMkLst>
        <pc:spChg chg="mod">
          <ac:chgData name="JP Paulson" userId="460546f63f696f4c" providerId="LiveId" clId="{957F310B-9F73-4E82-8F26-768C6CA2EEB2}" dt="2026-06-26T21:50:54.639" v="6110"/>
          <ac:spMkLst>
            <pc:docMk/>
            <pc:sldMk cId="741381683" sldId="352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51:07.643" v="7883" actId="478"/>
          <ac:picMkLst>
            <pc:docMk/>
            <pc:sldMk cId="741381683" sldId="352"/>
            <ac:picMk id="9" creationId="{D952EE07-8FE2-0621-CF9E-065CCBE496D2}"/>
          </ac:picMkLst>
        </pc:picChg>
        <pc:picChg chg="add del">
          <ac:chgData name="JP Paulson" userId="460546f63f696f4c" providerId="LiveId" clId="{957F310B-9F73-4E82-8F26-768C6CA2EEB2}" dt="2026-06-26T21:51:07.643" v="7882" actId="478"/>
          <ac:picMkLst>
            <pc:docMk/>
            <pc:sldMk cId="741381683" sldId="352"/>
            <ac:picMk id="10" creationId="{46D3103B-9101-A1E6-225B-FE59AE196780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0:41.414" v="5661" actId="2890"/>
        <pc:sldMkLst>
          <pc:docMk/>
          <pc:sldMk cId="1722097657" sldId="352"/>
        </pc:sldMkLst>
        <pc:spChg chg="mod">
          <ac:chgData name="JP Paulson" userId="460546f63f696f4c" providerId="LiveId" clId="{957F310B-9F73-4E82-8F26-768C6CA2EEB2}" dt="2026-06-26T21:50:09.864" v="3880"/>
          <ac:spMkLst>
            <pc:docMk/>
            <pc:sldMk cId="1722097657" sldId="352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50:41.393" v="5653" actId="478"/>
          <ac:picMkLst>
            <pc:docMk/>
            <pc:sldMk cId="1722097657" sldId="352"/>
            <ac:picMk id="9" creationId="{D952EE07-8FE2-0621-CF9E-065CCBE496D2}"/>
          </ac:picMkLst>
        </pc:picChg>
        <pc:picChg chg="add del">
          <ac:chgData name="JP Paulson" userId="460546f63f696f4c" providerId="LiveId" clId="{957F310B-9F73-4E82-8F26-768C6CA2EEB2}" dt="2026-06-26T21:50:41.389" v="5652" actId="478"/>
          <ac:picMkLst>
            <pc:docMk/>
            <pc:sldMk cId="1722097657" sldId="352"/>
            <ac:picMk id="10" creationId="{46D3103B-9101-A1E6-225B-FE59AE196780}"/>
          </ac:picMkLst>
        </pc:picChg>
      </pc:sldChg>
      <pc:sldChg chg="delSp modSp add mod modTransition delAnim modAnim">
        <pc:chgData name="JP Paulson" userId="460546f63f696f4c" providerId="LiveId" clId="{957F310B-9F73-4E82-8F26-768C6CA2EEB2}" dt="2026-06-26T21:51:45.070" v="8368"/>
        <pc:sldMkLst>
          <pc:docMk/>
          <pc:sldMk cId="1963400094" sldId="352"/>
        </pc:sldMkLst>
        <pc:spChg chg="mod">
          <ac:chgData name="JP Paulson" userId="460546f63f696f4c" providerId="LiveId" clId="{957F310B-9F73-4E82-8F26-768C6CA2EEB2}" dt="2026-06-26T21:51:45.058" v="8362"/>
          <ac:spMkLst>
            <pc:docMk/>
            <pc:sldMk cId="1963400094" sldId="352"/>
            <ac:spMk id="11" creationId="{3D170A25-2618-881A-8A1F-FEC50CCB6EDB}"/>
          </ac:spMkLst>
        </pc:spChg>
        <pc:picChg chg="del">
          <ac:chgData name="JP Paulson" userId="460546f63f696f4c" providerId="LiveId" clId="{957F310B-9F73-4E82-8F26-768C6CA2EEB2}" dt="2026-06-26T21:51:45.054" v="8357"/>
          <ac:picMkLst>
            <pc:docMk/>
            <pc:sldMk cId="1963400094" sldId="352"/>
            <ac:picMk id="9" creationId="{D952EE07-8FE2-0621-CF9E-065CCBE496D2}"/>
          </ac:picMkLst>
        </pc:picChg>
        <pc:picChg chg="del">
          <ac:chgData name="JP Paulson" userId="460546f63f696f4c" providerId="LiveId" clId="{957F310B-9F73-4E82-8F26-768C6CA2EEB2}" dt="2026-06-26T21:51:45.056" v="8359"/>
          <ac:picMkLst>
            <pc:docMk/>
            <pc:sldMk cId="1963400094" sldId="352"/>
            <ac:picMk id="10" creationId="{46D3103B-9101-A1E6-225B-FE59AE196780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45:54.664" v="3382" actId="2890"/>
        <pc:sldMkLst>
          <pc:docMk/>
          <pc:sldMk cId="3303616061" sldId="352"/>
        </pc:sldMkLst>
        <pc:picChg chg="add del">
          <ac:chgData name="JP Paulson" userId="460546f63f696f4c" providerId="LiveId" clId="{957F310B-9F73-4E82-8F26-768C6CA2EEB2}" dt="2026-06-26T21:45:54.655" v="3378" actId="478"/>
          <ac:picMkLst>
            <pc:docMk/>
            <pc:sldMk cId="3303616061" sldId="352"/>
            <ac:picMk id="6" creationId="{9FAE2A2E-F7E3-D5B6-2B9B-F9BBD49CE056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1:07.661" v="7890" actId="2890"/>
        <pc:sldMkLst>
          <pc:docMk/>
          <pc:sldMk cId="412944164" sldId="353"/>
        </pc:sldMkLst>
        <pc:spChg chg="mod">
          <ac:chgData name="JP Paulson" userId="460546f63f696f4c" providerId="LiveId" clId="{957F310B-9F73-4E82-8F26-768C6CA2EEB2}" dt="2026-06-26T21:50:54.665" v="6125"/>
          <ac:spMkLst>
            <pc:docMk/>
            <pc:sldMk cId="412944164" sldId="353"/>
            <ac:spMk id="11" creationId="{3D170A25-2618-881A-8A1F-FEC50CCB6EDB}"/>
          </ac:spMkLst>
        </pc:spChg>
        <pc:picChg chg="add del mod">
          <ac:chgData name="JP Paulson" userId="460546f63f696f4c" providerId="LiveId" clId="{957F310B-9F73-4E82-8F26-768C6CA2EEB2}" dt="2026-06-26T21:51:07.656" v="7887" actId="1076"/>
          <ac:picMkLst>
            <pc:docMk/>
            <pc:sldMk cId="412944164" sldId="353"/>
            <ac:picMk id="5" creationId="{62816427-0C04-ABAF-D39D-6EC61894790A}"/>
          </ac:picMkLst>
        </pc:picChg>
        <pc:picChg chg="add del mod">
          <ac:chgData name="JP Paulson" userId="460546f63f696f4c" providerId="LiveId" clId="{957F310B-9F73-4E82-8F26-768C6CA2EEB2}" dt="2026-06-26T21:51:07.656" v="7889" actId="1076"/>
          <ac:picMkLst>
            <pc:docMk/>
            <pc:sldMk cId="412944164" sldId="353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51:07.636" v="7879" actId="478"/>
          <ac:picMkLst>
            <pc:docMk/>
            <pc:sldMk cId="412944164" sldId="353"/>
            <ac:picMk id="10" creationId="{46D3103B-9101-A1E6-225B-FE59AE196780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43" v="3376" actId="2890"/>
        <pc:sldMkLst>
          <pc:docMk/>
          <pc:sldMk cId="1912995019" sldId="353"/>
        </pc:sldMkLst>
        <pc:spChg chg="mod">
          <ac:chgData name="JP Paulson" userId="460546f63f696f4c" providerId="LiveId" clId="{957F310B-9F73-4E82-8F26-768C6CA2EEB2}" dt="2026-06-26T21:45:27.500" v="1595"/>
          <ac:spMkLst>
            <pc:docMk/>
            <pc:sldMk cId="1912995019" sldId="353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45:54.622" v="3368" actId="478"/>
          <ac:picMkLst>
            <pc:docMk/>
            <pc:sldMk cId="1912995019" sldId="353"/>
            <ac:picMk id="9" creationId="{D952EE07-8FE2-0621-CF9E-065CCBE496D2}"/>
          </ac:picMkLst>
        </pc:picChg>
        <pc:picChg chg="add del">
          <ac:chgData name="JP Paulson" userId="460546f63f696f4c" providerId="LiveId" clId="{957F310B-9F73-4E82-8F26-768C6CA2EEB2}" dt="2026-06-26T21:45:54.622" v="3367" actId="478"/>
          <ac:picMkLst>
            <pc:docMk/>
            <pc:sldMk cId="1912995019" sldId="353"/>
            <ac:picMk id="10" creationId="{46D3103B-9101-A1E6-225B-FE59AE196780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0:41.410" v="5660" actId="2890"/>
        <pc:sldMkLst>
          <pc:docMk/>
          <pc:sldMk cId="2731217118" sldId="353"/>
        </pc:sldMkLst>
        <pc:spChg chg="mod">
          <ac:chgData name="JP Paulson" userId="460546f63f696f4c" providerId="LiveId" clId="{957F310B-9F73-4E82-8F26-768C6CA2EEB2}" dt="2026-06-26T21:50:09.909" v="3895"/>
          <ac:spMkLst>
            <pc:docMk/>
            <pc:sldMk cId="2731217118" sldId="353"/>
            <ac:spMk id="11" creationId="{3D170A25-2618-881A-8A1F-FEC50CCB6EDB}"/>
          </ac:spMkLst>
        </pc:spChg>
        <pc:picChg chg="add del mod">
          <ac:chgData name="JP Paulson" userId="460546f63f696f4c" providerId="LiveId" clId="{957F310B-9F73-4E82-8F26-768C6CA2EEB2}" dt="2026-06-26T21:50:41.406" v="5657" actId="1076"/>
          <ac:picMkLst>
            <pc:docMk/>
            <pc:sldMk cId="2731217118" sldId="353"/>
            <ac:picMk id="5" creationId="{62816427-0C04-ABAF-D39D-6EC61894790A}"/>
          </ac:picMkLst>
        </pc:picChg>
        <pc:picChg chg="add del mod">
          <ac:chgData name="JP Paulson" userId="460546f63f696f4c" providerId="LiveId" clId="{957F310B-9F73-4E82-8F26-768C6CA2EEB2}" dt="2026-06-26T21:50:41.408" v="5659" actId="1076"/>
          <ac:picMkLst>
            <pc:docMk/>
            <pc:sldMk cId="2731217118" sldId="353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50:41.381" v="5649" actId="478"/>
          <ac:picMkLst>
            <pc:docMk/>
            <pc:sldMk cId="2731217118" sldId="353"/>
            <ac:picMk id="10" creationId="{46D3103B-9101-A1E6-225B-FE59AE196780}"/>
          </ac:picMkLst>
        </pc:picChg>
      </pc:sldChg>
      <pc:sldChg chg="delSp modSp add mod modTransition delAnim modAnim">
        <pc:chgData name="JP Paulson" userId="460546f63f696f4c" providerId="LiveId" clId="{957F310B-9F73-4E82-8F26-768C6CA2EEB2}" dt="2026-06-26T21:51:45.094" v="8381"/>
        <pc:sldMkLst>
          <pc:docMk/>
          <pc:sldMk cId="2876726976" sldId="353"/>
        </pc:sldMkLst>
        <pc:spChg chg="mod">
          <ac:chgData name="JP Paulson" userId="460546f63f696f4c" providerId="LiveId" clId="{957F310B-9F73-4E82-8F26-768C6CA2EEB2}" dt="2026-06-26T21:51:45.086" v="8377"/>
          <ac:spMkLst>
            <pc:docMk/>
            <pc:sldMk cId="2876726976" sldId="353"/>
            <ac:spMk id="11" creationId="{3D170A25-2618-881A-8A1F-FEC50CCB6EDB}"/>
          </ac:spMkLst>
        </pc:spChg>
        <pc:picChg chg="del mod">
          <ac:chgData name="JP Paulson" userId="460546f63f696f4c" providerId="LiveId" clId="{957F310B-9F73-4E82-8F26-768C6CA2EEB2}" dt="2026-06-26T21:51:45.079" v="8372"/>
          <ac:picMkLst>
            <pc:docMk/>
            <pc:sldMk cId="2876726976" sldId="353"/>
            <ac:picMk id="5" creationId="{62816427-0C04-ABAF-D39D-6EC61894790A}"/>
          </ac:picMkLst>
        </pc:picChg>
        <pc:picChg chg="del mod">
          <ac:chgData name="JP Paulson" userId="460546f63f696f4c" providerId="LiveId" clId="{957F310B-9F73-4E82-8F26-768C6CA2EEB2}" dt="2026-06-26T21:51:45.077" v="8370"/>
          <ac:picMkLst>
            <pc:docMk/>
            <pc:sldMk cId="2876726976" sldId="353"/>
            <ac:picMk id="7" creationId="{3F707580-1E4A-111B-80DF-6BB2EF850A10}"/>
          </ac:picMkLst>
        </pc:picChg>
        <pc:picChg chg="del">
          <ac:chgData name="JP Paulson" userId="460546f63f696f4c" providerId="LiveId" clId="{957F310B-9F73-4E82-8F26-768C6CA2EEB2}" dt="2026-06-26T21:51:45.081" v="8374"/>
          <ac:picMkLst>
            <pc:docMk/>
            <pc:sldMk cId="2876726976" sldId="353"/>
            <ac:picMk id="10" creationId="{46D3103B-9101-A1E6-225B-FE59AE196780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1:07.656" v="7885" actId="2890"/>
        <pc:sldMkLst>
          <pc:docMk/>
          <pc:sldMk cId="258376116" sldId="354"/>
        </pc:sldMkLst>
        <pc:spChg chg="mod">
          <ac:chgData name="JP Paulson" userId="460546f63f696f4c" providerId="LiveId" clId="{957F310B-9F73-4E82-8F26-768C6CA2EEB2}" dt="2026-06-26T21:50:54.706" v="6138"/>
          <ac:spMkLst>
            <pc:docMk/>
            <pc:sldMk cId="258376116" sldId="354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51:07.630" v="7877" actId="478"/>
          <ac:picMkLst>
            <pc:docMk/>
            <pc:sldMk cId="258376116" sldId="354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51:07.630" v="7878" actId="478"/>
          <ac:picMkLst>
            <pc:docMk/>
            <pc:sldMk cId="258376116" sldId="354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51:07.627" v="7876" actId="478"/>
          <ac:picMkLst>
            <pc:docMk/>
            <pc:sldMk cId="258376116" sldId="354"/>
            <ac:picMk id="9" creationId="{D952EE07-8FE2-0621-CF9E-065CCBE496D2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35" v="3375" actId="2890"/>
        <pc:sldMkLst>
          <pc:docMk/>
          <pc:sldMk cId="932959504" sldId="354"/>
        </pc:sldMkLst>
        <pc:spChg chg="mod">
          <ac:chgData name="JP Paulson" userId="460546f63f696f4c" providerId="LiveId" clId="{957F310B-9F73-4E82-8F26-768C6CA2EEB2}" dt="2026-06-26T21:45:27.528" v="1610"/>
          <ac:spMkLst>
            <pc:docMk/>
            <pc:sldMk cId="932959504" sldId="354"/>
            <ac:spMk id="11" creationId="{3D170A25-2618-881A-8A1F-FEC50CCB6EDB}"/>
          </ac:spMkLst>
        </pc:spChg>
        <pc:picChg chg="add del mod">
          <ac:chgData name="JP Paulson" userId="460546f63f696f4c" providerId="LiveId" clId="{957F310B-9F73-4E82-8F26-768C6CA2EEB2}" dt="2026-06-26T21:45:54.635" v="3372" actId="1076"/>
          <ac:picMkLst>
            <pc:docMk/>
            <pc:sldMk cId="932959504" sldId="354"/>
            <ac:picMk id="5" creationId="{62816427-0C04-ABAF-D39D-6EC61894790A}"/>
          </ac:picMkLst>
        </pc:picChg>
        <pc:picChg chg="add del mod">
          <ac:chgData name="JP Paulson" userId="460546f63f696f4c" providerId="LiveId" clId="{957F310B-9F73-4E82-8F26-768C6CA2EEB2}" dt="2026-06-26T21:45:54.635" v="3374" actId="1076"/>
          <ac:picMkLst>
            <pc:docMk/>
            <pc:sldMk cId="932959504" sldId="354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45:54.614" v="3364" actId="478"/>
          <ac:picMkLst>
            <pc:docMk/>
            <pc:sldMk cId="932959504" sldId="354"/>
            <ac:picMk id="10" creationId="{46D3103B-9101-A1E6-225B-FE59AE196780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50:41.402" v="5655" actId="2890"/>
        <pc:sldMkLst>
          <pc:docMk/>
          <pc:sldMk cId="4141163701" sldId="354"/>
        </pc:sldMkLst>
        <pc:spChg chg="mod">
          <ac:chgData name="JP Paulson" userId="460546f63f696f4c" providerId="LiveId" clId="{957F310B-9F73-4E82-8F26-768C6CA2EEB2}" dt="2026-06-26T21:50:09.935" v="3908"/>
          <ac:spMkLst>
            <pc:docMk/>
            <pc:sldMk cId="4141163701" sldId="354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50:41.377" v="5647" actId="478"/>
          <ac:picMkLst>
            <pc:docMk/>
            <pc:sldMk cId="4141163701" sldId="354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50:41.377" v="5648" actId="478"/>
          <ac:picMkLst>
            <pc:docMk/>
            <pc:sldMk cId="4141163701" sldId="354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50:41.373" v="5646" actId="478"/>
          <ac:picMkLst>
            <pc:docMk/>
            <pc:sldMk cId="4141163701" sldId="354"/>
            <ac:picMk id="9" creationId="{D952EE07-8FE2-0621-CF9E-065CCBE496D2}"/>
          </ac:picMkLst>
        </pc:picChg>
      </pc:sldChg>
      <pc:sldChg chg="delSp modSp add mod modTransition delAnim modAnim">
        <pc:chgData name="JP Paulson" userId="460546f63f696f4c" providerId="LiveId" clId="{957F310B-9F73-4E82-8F26-768C6CA2EEB2}" dt="2026-06-26T21:51:45.137" v="8393"/>
        <pc:sldMkLst>
          <pc:docMk/>
          <pc:sldMk cId="4289368775" sldId="354"/>
        </pc:sldMkLst>
        <pc:spChg chg="mod">
          <ac:chgData name="JP Paulson" userId="460546f63f696f4c" providerId="LiveId" clId="{957F310B-9F73-4E82-8F26-768C6CA2EEB2}" dt="2026-06-26T21:51:45.129" v="8390"/>
          <ac:spMkLst>
            <pc:docMk/>
            <pc:sldMk cId="4289368775" sldId="354"/>
            <ac:spMk id="11" creationId="{3D170A25-2618-881A-8A1F-FEC50CCB6EDB}"/>
          </ac:spMkLst>
        </pc:spChg>
        <pc:picChg chg="del">
          <ac:chgData name="JP Paulson" userId="460546f63f696f4c" providerId="LiveId" clId="{957F310B-9F73-4E82-8F26-768C6CA2EEB2}" dt="2026-06-26T21:51:45.121" v="8385"/>
          <ac:picMkLst>
            <pc:docMk/>
            <pc:sldMk cId="4289368775" sldId="354"/>
            <ac:picMk id="5" creationId="{62816427-0C04-ABAF-D39D-6EC61894790A}"/>
          </ac:picMkLst>
        </pc:picChg>
        <pc:picChg chg="del">
          <ac:chgData name="JP Paulson" userId="460546f63f696f4c" providerId="LiveId" clId="{957F310B-9F73-4E82-8F26-768C6CA2EEB2}" dt="2026-06-26T21:51:45.119" v="8383"/>
          <ac:picMkLst>
            <pc:docMk/>
            <pc:sldMk cId="4289368775" sldId="354"/>
            <ac:picMk id="7" creationId="{3F707580-1E4A-111B-80DF-6BB2EF850A10}"/>
          </ac:picMkLst>
        </pc:picChg>
        <pc:picChg chg="del">
          <ac:chgData name="JP Paulson" userId="460546f63f696f4c" providerId="LiveId" clId="{957F310B-9F73-4E82-8F26-768C6CA2EEB2}" dt="2026-06-26T21:51:45.125" v="8387"/>
          <ac:picMkLst>
            <pc:docMk/>
            <pc:sldMk cId="4289368775" sldId="354"/>
            <ac:picMk id="9" creationId="{D952EE07-8FE2-0621-CF9E-065CCBE496D2}"/>
          </ac:picMkLst>
        </pc:picChg>
      </pc:sldChg>
      <pc:sldChg chg="delSp add mod modTransition delAnim modAnim">
        <pc:chgData name="JP Paulson" userId="460546f63f696f4c" providerId="LiveId" clId="{957F310B-9F73-4E82-8F26-768C6CA2EEB2}" dt="2026-06-26T21:51:45.170" v="8402"/>
        <pc:sldMkLst>
          <pc:docMk/>
          <pc:sldMk cId="417271074" sldId="355"/>
        </pc:sldMkLst>
        <pc:picChg chg="del">
          <ac:chgData name="JP Paulson" userId="460546f63f696f4c" providerId="LiveId" clId="{957F310B-9F73-4E82-8F26-768C6CA2EEB2}" dt="2026-06-26T21:51:45.162" v="8397"/>
          <ac:picMkLst>
            <pc:docMk/>
            <pc:sldMk cId="417271074" sldId="355"/>
            <ac:picMk id="5" creationId="{62816427-0C04-ABAF-D39D-6EC61894790A}"/>
          </ac:picMkLst>
        </pc:picChg>
        <pc:picChg chg="del">
          <ac:chgData name="JP Paulson" userId="460546f63f696f4c" providerId="LiveId" clId="{957F310B-9F73-4E82-8F26-768C6CA2EEB2}" dt="2026-06-26T21:51:45.162" v="8395"/>
          <ac:picMkLst>
            <pc:docMk/>
            <pc:sldMk cId="417271074" sldId="355"/>
            <ac:picMk id="7" creationId="{3F707580-1E4A-111B-80DF-6BB2EF850A10}"/>
          </ac:picMkLst>
        </pc:picChg>
        <pc:picChg chg="del">
          <ac:chgData name="JP Paulson" userId="460546f63f696f4c" providerId="LiveId" clId="{957F310B-9F73-4E82-8F26-768C6CA2EEB2}" dt="2026-06-26T21:51:45.166" v="8399"/>
          <ac:picMkLst>
            <pc:docMk/>
            <pc:sldMk cId="417271074" sldId="355"/>
            <ac:picMk id="9" creationId="{D952EE07-8FE2-0621-CF9E-065CCBE496D2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397" v="5654" actId="2890"/>
        <pc:sldMkLst>
          <pc:docMk/>
          <pc:sldMk cId="496852842" sldId="355"/>
        </pc:sldMkLst>
        <pc:picChg chg="add del">
          <ac:chgData name="JP Paulson" userId="460546f63f696f4c" providerId="LiveId" clId="{957F310B-9F73-4E82-8F26-768C6CA2EEB2}" dt="2026-06-26T21:50:41.368" v="5644" actId="478"/>
          <ac:picMkLst>
            <pc:docMk/>
            <pc:sldMk cId="496852842" sldId="355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50:41.368" v="5645" actId="478"/>
          <ac:picMkLst>
            <pc:docMk/>
            <pc:sldMk cId="496852842" sldId="355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50:41.364" v="5643" actId="478"/>
          <ac:picMkLst>
            <pc:docMk/>
            <pc:sldMk cId="496852842" sldId="355"/>
            <ac:picMk id="9" creationId="{D952EE07-8FE2-0621-CF9E-065CCBE496D2}"/>
          </ac:picMkLst>
        </pc:picChg>
      </pc:sldChg>
      <pc:sldChg chg="addSp delSp modSp add del mod modTransition addAnim delAnim modAnim">
        <pc:chgData name="JP Paulson" userId="460546f63f696f4c" providerId="LiveId" clId="{957F310B-9F73-4E82-8F26-768C6CA2EEB2}" dt="2026-06-26T21:45:54.631" v="3370" actId="2890"/>
        <pc:sldMkLst>
          <pc:docMk/>
          <pc:sldMk cId="514311502" sldId="355"/>
        </pc:sldMkLst>
        <pc:spChg chg="mod">
          <ac:chgData name="JP Paulson" userId="460546f63f696f4c" providerId="LiveId" clId="{957F310B-9F73-4E82-8F26-768C6CA2EEB2}" dt="2026-06-26T21:45:27.583" v="1623"/>
          <ac:spMkLst>
            <pc:docMk/>
            <pc:sldMk cId="514311502" sldId="355"/>
            <ac:spMk id="11" creationId="{3D170A25-2618-881A-8A1F-FEC50CCB6EDB}"/>
          </ac:spMkLst>
        </pc:spChg>
        <pc:picChg chg="add del">
          <ac:chgData name="JP Paulson" userId="460546f63f696f4c" providerId="LiveId" clId="{957F310B-9F73-4E82-8F26-768C6CA2EEB2}" dt="2026-06-26T21:45:54.610" v="3362" actId="478"/>
          <ac:picMkLst>
            <pc:docMk/>
            <pc:sldMk cId="514311502" sldId="355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45:54.610" v="3363" actId="478"/>
          <ac:picMkLst>
            <pc:docMk/>
            <pc:sldMk cId="514311502" sldId="355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45:54.606" v="3361" actId="478"/>
          <ac:picMkLst>
            <pc:docMk/>
            <pc:sldMk cId="514311502" sldId="355"/>
            <ac:picMk id="9" creationId="{D952EE07-8FE2-0621-CF9E-065CCBE496D2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647" v="7884" actId="2890"/>
        <pc:sldMkLst>
          <pc:docMk/>
          <pc:sldMk cId="4241834389" sldId="355"/>
        </pc:sldMkLst>
        <pc:picChg chg="add del">
          <ac:chgData name="JP Paulson" userId="460546f63f696f4c" providerId="LiveId" clId="{957F310B-9F73-4E82-8F26-768C6CA2EEB2}" dt="2026-06-26T21:51:07.621" v="7874" actId="478"/>
          <ac:picMkLst>
            <pc:docMk/>
            <pc:sldMk cId="4241834389" sldId="355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51:07.621" v="7875" actId="478"/>
          <ac:picMkLst>
            <pc:docMk/>
            <pc:sldMk cId="4241834389" sldId="355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51:07.617" v="7873" actId="478"/>
          <ac:picMkLst>
            <pc:docMk/>
            <pc:sldMk cId="4241834389" sldId="355"/>
            <ac:picMk id="9" creationId="{D952EE07-8FE2-0621-CF9E-065CCBE496D2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0:41.331" v="5641" actId="2890"/>
        <pc:sldMkLst>
          <pc:docMk/>
          <pc:sldMk cId="1445964893" sldId="356"/>
        </pc:sldMkLst>
        <pc:spChg chg="add del">
          <ac:chgData name="JP Paulson" userId="460546f63f696f4c" providerId="LiveId" clId="{957F310B-9F73-4E82-8F26-768C6CA2EEB2}" dt="2026-06-26T21:50:40.732" v="5594" actId="478"/>
          <ac:spMkLst>
            <pc:docMk/>
            <pc:sldMk cId="1445964893" sldId="356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0:40.732" v="5593" actId="478"/>
          <ac:spMkLst>
            <pc:docMk/>
            <pc:sldMk cId="1445964893" sldId="356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0:40.728" v="5592" actId="478"/>
          <ac:spMkLst>
            <pc:docMk/>
            <pc:sldMk cId="1445964893" sldId="356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728" v="5591" actId="478"/>
          <ac:spMkLst>
            <pc:docMk/>
            <pc:sldMk cId="1445964893" sldId="356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728" v="5590" actId="478"/>
          <ac:spMkLst>
            <pc:docMk/>
            <pc:sldMk cId="1445964893" sldId="356"/>
            <ac:spMk id="11" creationId="{A94BC2B6-9373-7852-5232-3DAEB6C1EE7A}"/>
          </ac:spMkLst>
        </pc:spChg>
        <pc:spChg chg="add del">
          <ac:chgData name="JP Paulson" userId="460546f63f696f4c" providerId="LiveId" clId="{957F310B-9F73-4E82-8F26-768C6CA2EEB2}" dt="2026-06-26T21:50:40.732" v="5595" actId="478"/>
          <ac:spMkLst>
            <pc:docMk/>
            <pc:sldMk cId="1445964893" sldId="356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50:40.724" v="5589" actId="478"/>
          <ac:grpSpMkLst>
            <pc:docMk/>
            <pc:sldMk cId="1445964893" sldId="356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724" v="5588" actId="478"/>
          <ac:grpSpMkLst>
            <pc:docMk/>
            <pc:sldMk cId="1445964893" sldId="356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626" v="3369" actId="2890"/>
        <pc:sldMkLst>
          <pc:docMk/>
          <pc:sldMk cId="2666357793" sldId="356"/>
        </pc:sldMkLst>
        <pc:picChg chg="add del">
          <ac:chgData name="JP Paulson" userId="460546f63f696f4c" providerId="LiveId" clId="{957F310B-9F73-4E82-8F26-768C6CA2EEB2}" dt="2026-06-26T21:45:54.602" v="3359" actId="478"/>
          <ac:picMkLst>
            <pc:docMk/>
            <pc:sldMk cId="2666357793" sldId="356"/>
            <ac:picMk id="5" creationId="{62816427-0C04-ABAF-D39D-6EC61894790A}"/>
          </ac:picMkLst>
        </pc:picChg>
        <pc:picChg chg="add del">
          <ac:chgData name="JP Paulson" userId="460546f63f696f4c" providerId="LiveId" clId="{957F310B-9F73-4E82-8F26-768C6CA2EEB2}" dt="2026-06-26T21:45:54.602" v="3360" actId="478"/>
          <ac:picMkLst>
            <pc:docMk/>
            <pc:sldMk cId="2666357793" sldId="356"/>
            <ac:picMk id="7" creationId="{3F707580-1E4A-111B-80DF-6BB2EF850A10}"/>
          </ac:picMkLst>
        </pc:picChg>
        <pc:picChg chg="add del">
          <ac:chgData name="JP Paulson" userId="460546f63f696f4c" providerId="LiveId" clId="{957F310B-9F73-4E82-8F26-768C6CA2EEB2}" dt="2026-06-26T21:45:54.598" v="3358" actId="478"/>
          <ac:picMkLst>
            <pc:docMk/>
            <pc:sldMk cId="2666357793" sldId="356"/>
            <ac:picMk id="9" creationId="{D952EE07-8FE2-0621-CF9E-065CCBE496D2}"/>
          </ac:picMkLst>
        </pc:picChg>
      </pc:sldChg>
      <pc:sldChg chg="addSp delSp add del mod modTransition addAnim delAnim modAnim">
        <pc:chgData name="JP Paulson" userId="460546f63f696f4c" providerId="LiveId" clId="{957F310B-9F73-4E82-8F26-768C6CA2EEB2}" dt="2026-06-26T21:51:07.584" v="7871" actId="2890"/>
        <pc:sldMkLst>
          <pc:docMk/>
          <pc:sldMk cId="3753214666" sldId="356"/>
        </pc:sldMkLst>
        <pc:spChg chg="add del">
          <ac:chgData name="JP Paulson" userId="460546f63f696f4c" providerId="LiveId" clId="{957F310B-9F73-4E82-8F26-768C6CA2EEB2}" dt="2026-06-26T21:51:06.982" v="7824" actId="478"/>
          <ac:spMkLst>
            <pc:docMk/>
            <pc:sldMk cId="3753214666" sldId="356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1:06.982" v="7823" actId="478"/>
          <ac:spMkLst>
            <pc:docMk/>
            <pc:sldMk cId="3753214666" sldId="356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1:06.980" v="7822" actId="478"/>
          <ac:spMkLst>
            <pc:docMk/>
            <pc:sldMk cId="3753214666" sldId="356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978" v="7821" actId="478"/>
          <ac:spMkLst>
            <pc:docMk/>
            <pc:sldMk cId="3753214666" sldId="356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977" v="7820" actId="478"/>
          <ac:spMkLst>
            <pc:docMk/>
            <pc:sldMk cId="3753214666" sldId="356"/>
            <ac:spMk id="11" creationId="{A94BC2B6-9373-7852-5232-3DAEB6C1EE7A}"/>
          </ac:spMkLst>
        </pc:spChg>
        <pc:spChg chg="add del">
          <ac:chgData name="JP Paulson" userId="460546f63f696f4c" providerId="LiveId" clId="{957F310B-9F73-4E82-8F26-768C6CA2EEB2}" dt="2026-06-26T21:51:06.984" v="7825" actId="478"/>
          <ac:spMkLst>
            <pc:docMk/>
            <pc:sldMk cId="3753214666" sldId="356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51:06.974" v="7819" actId="478"/>
          <ac:grpSpMkLst>
            <pc:docMk/>
            <pc:sldMk cId="3753214666" sldId="356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972" v="7818" actId="478"/>
          <ac:grpSpMkLst>
            <pc:docMk/>
            <pc:sldMk cId="3753214666" sldId="356"/>
            <ac:grpSpMk id="383" creationId="{531C37E1-0517-938D-FDF6-7C5057260B3D}"/>
          </ac:grpSpMkLst>
        </pc:grpChg>
      </pc:sldChg>
      <pc:sldChg chg="delSp add mod modTransition delAnim modAnim">
        <pc:chgData name="JP Paulson" userId="460546f63f696f4c" providerId="LiveId" clId="{957F310B-9F73-4E82-8F26-768C6CA2EEB2}" dt="2026-06-26T21:51:46.054" v="8550"/>
        <pc:sldMkLst>
          <pc:docMk/>
          <pc:sldMk cId="4059994224" sldId="356"/>
        </pc:sldMkLst>
        <pc:spChg chg="del">
          <ac:chgData name="JP Paulson" userId="460546f63f696f4c" providerId="LiveId" clId="{957F310B-9F73-4E82-8F26-768C6CA2EEB2}" dt="2026-06-26T21:51:46.021" v="8512"/>
          <ac:spMkLst>
            <pc:docMk/>
            <pc:sldMk cId="4059994224" sldId="356"/>
            <ac:spMk id="2" creationId="{859C3D36-9D07-66C9-526A-4E00CA94F46B}"/>
          </ac:spMkLst>
        </pc:spChg>
        <pc:spChg chg="del">
          <ac:chgData name="JP Paulson" userId="460546f63f696f4c" providerId="LiveId" clId="{957F310B-9F73-4E82-8F26-768C6CA2EEB2}" dt="2026-06-26T21:51:46.023" v="8514"/>
          <ac:spMkLst>
            <pc:docMk/>
            <pc:sldMk cId="4059994224" sldId="356"/>
            <ac:spMk id="8" creationId="{A2648998-9F83-2C36-50F2-B620E5D9951B}"/>
          </ac:spMkLst>
        </pc:spChg>
        <pc:spChg chg="del">
          <ac:chgData name="JP Paulson" userId="460546f63f696f4c" providerId="LiveId" clId="{957F310B-9F73-4E82-8F26-768C6CA2EEB2}" dt="2026-06-26T21:51:46.025" v="8516"/>
          <ac:spMkLst>
            <pc:docMk/>
            <pc:sldMk cId="4059994224" sldId="356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029" v="8518"/>
          <ac:spMkLst>
            <pc:docMk/>
            <pc:sldMk cId="4059994224" sldId="356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031" v="8520"/>
          <ac:spMkLst>
            <pc:docMk/>
            <pc:sldMk cId="4059994224" sldId="356"/>
            <ac:spMk id="11" creationId="{A94BC2B6-9373-7852-5232-3DAEB6C1EE7A}"/>
          </ac:spMkLst>
        </pc:spChg>
        <pc:spChg chg="del">
          <ac:chgData name="JP Paulson" userId="460546f63f696f4c" providerId="LiveId" clId="{957F310B-9F73-4E82-8F26-768C6CA2EEB2}" dt="2026-06-26T21:51:46.016" v="8510"/>
          <ac:spMkLst>
            <pc:docMk/>
            <pc:sldMk cId="4059994224" sldId="356"/>
            <ac:spMk id="272" creationId="{00000000-0000-0000-0000-000000000000}"/>
          </ac:spMkLst>
        </pc:spChg>
        <pc:grpChg chg="del">
          <ac:chgData name="JP Paulson" userId="460546f63f696f4c" providerId="LiveId" clId="{957F310B-9F73-4E82-8F26-768C6CA2EEB2}" dt="2026-06-26T21:51:46.033" v="8522"/>
          <ac:grpSpMkLst>
            <pc:docMk/>
            <pc:sldMk cId="4059994224" sldId="356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037" v="8524"/>
          <ac:grpSpMkLst>
            <pc:docMk/>
            <pc:sldMk cId="4059994224" sldId="356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1.305" v="5640" actId="2890"/>
        <pc:sldMkLst>
          <pc:docMk/>
          <pc:sldMk cId="404619624" sldId="357"/>
        </pc:sldMkLst>
        <pc:spChg chg="add del">
          <ac:chgData name="JP Paulson" userId="460546f63f696f4c" providerId="LiveId" clId="{957F310B-9F73-4E82-8F26-768C6CA2EEB2}" dt="2026-06-26T21:50:40.715" v="5586" actId="478"/>
          <ac:spMkLst>
            <pc:docMk/>
            <pc:sldMk cId="404619624" sldId="357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0:40.715" v="5585" actId="478"/>
          <ac:spMkLst>
            <pc:docMk/>
            <pc:sldMk cId="404619624" sldId="357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0:40.715" v="5584" actId="478"/>
          <ac:spMkLst>
            <pc:docMk/>
            <pc:sldMk cId="404619624" sldId="357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711" v="5583" actId="478"/>
          <ac:spMkLst>
            <pc:docMk/>
            <pc:sldMk cId="404619624" sldId="35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711" v="5582" actId="478"/>
          <ac:spMkLst>
            <pc:docMk/>
            <pc:sldMk cId="404619624" sldId="357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10.087" v="3929"/>
          <ac:spMkLst>
            <pc:docMk/>
            <pc:sldMk cId="404619624" sldId="357"/>
            <ac:spMk id="25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087" v="3929"/>
          <ac:spMkLst>
            <pc:docMk/>
            <pc:sldMk cId="404619624" sldId="357"/>
            <ac:spMk id="25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087" v="3929"/>
          <ac:spMkLst>
            <pc:docMk/>
            <pc:sldMk cId="404619624" sldId="357"/>
            <ac:spMk id="25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087" v="3929"/>
          <ac:spMkLst>
            <pc:docMk/>
            <pc:sldMk cId="404619624" sldId="357"/>
            <ac:spMk id="259" creationId="{00000000-0000-0000-0000-000000000000}"/>
          </ac:spMkLst>
        </pc:spChg>
        <pc:spChg chg="add del">
          <ac:chgData name="JP Paulson" userId="460546f63f696f4c" providerId="LiveId" clId="{957F310B-9F73-4E82-8F26-768C6CA2EEB2}" dt="2026-06-26T21:50:40.719" v="5587" actId="478"/>
          <ac:spMkLst>
            <pc:docMk/>
            <pc:sldMk cId="404619624" sldId="357"/>
            <ac:spMk id="272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0:41.276" v="5639" actId="1076"/>
          <ac:grpSpMkLst>
            <pc:docMk/>
            <pc:sldMk cId="404619624" sldId="357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707" v="5581" actId="478"/>
          <ac:grpSpMkLst>
            <pc:docMk/>
            <pc:sldMk cId="404619624" sldId="35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707" v="5580" actId="478"/>
          <ac:grpSpMkLst>
            <pc:docMk/>
            <pc:sldMk cId="404619624" sldId="357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098" v="8592"/>
        <pc:sldMkLst>
          <pc:docMk/>
          <pc:sldMk cId="1651897181" sldId="357"/>
        </pc:sldMkLst>
        <pc:spChg chg="del">
          <ac:chgData name="JP Paulson" userId="460546f63f696f4c" providerId="LiveId" clId="{957F310B-9F73-4E82-8F26-768C6CA2EEB2}" dt="2026-06-26T21:51:46.062" v="8554"/>
          <ac:spMkLst>
            <pc:docMk/>
            <pc:sldMk cId="1651897181" sldId="357"/>
            <ac:spMk id="2" creationId="{859C3D36-9D07-66C9-526A-4E00CA94F46B}"/>
          </ac:spMkLst>
        </pc:spChg>
        <pc:spChg chg="del">
          <ac:chgData name="JP Paulson" userId="460546f63f696f4c" providerId="LiveId" clId="{957F310B-9F73-4E82-8F26-768C6CA2EEB2}" dt="2026-06-26T21:51:46.066" v="8556"/>
          <ac:spMkLst>
            <pc:docMk/>
            <pc:sldMk cId="1651897181" sldId="357"/>
            <ac:spMk id="8" creationId="{A2648998-9F83-2C36-50F2-B620E5D9951B}"/>
          </ac:spMkLst>
        </pc:spChg>
        <pc:spChg chg="del">
          <ac:chgData name="JP Paulson" userId="460546f63f696f4c" providerId="LiveId" clId="{957F310B-9F73-4E82-8F26-768C6CA2EEB2}" dt="2026-06-26T21:51:46.067" v="8558"/>
          <ac:spMkLst>
            <pc:docMk/>
            <pc:sldMk cId="1651897181" sldId="357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071" v="8560"/>
          <ac:spMkLst>
            <pc:docMk/>
            <pc:sldMk cId="1651897181" sldId="357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073" v="8562"/>
          <ac:spMkLst>
            <pc:docMk/>
            <pc:sldMk cId="1651897181" sldId="357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1:45.277" v="8411"/>
          <ac:spMkLst>
            <pc:docMk/>
            <pc:sldMk cId="1651897181" sldId="357"/>
            <ac:spMk id="25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277" v="8411"/>
          <ac:spMkLst>
            <pc:docMk/>
            <pc:sldMk cId="1651897181" sldId="357"/>
            <ac:spMk id="25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277" v="8411"/>
          <ac:spMkLst>
            <pc:docMk/>
            <pc:sldMk cId="1651897181" sldId="357"/>
            <ac:spMk id="25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277" v="8411"/>
          <ac:spMkLst>
            <pc:docMk/>
            <pc:sldMk cId="1651897181" sldId="357"/>
            <ac:spMk id="259" creationId="{00000000-0000-0000-0000-000000000000}"/>
          </ac:spMkLst>
        </pc:spChg>
        <pc:spChg chg="del">
          <ac:chgData name="JP Paulson" userId="460546f63f696f4c" providerId="LiveId" clId="{957F310B-9F73-4E82-8F26-768C6CA2EEB2}" dt="2026-06-26T21:51:46.060" v="8552"/>
          <ac:spMkLst>
            <pc:docMk/>
            <pc:sldMk cId="1651897181" sldId="357"/>
            <ac:spMk id="272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45.277" v="8411"/>
          <ac:grpSpMkLst>
            <pc:docMk/>
            <pc:sldMk cId="1651897181" sldId="357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077" v="8564"/>
          <ac:grpSpMkLst>
            <pc:docMk/>
            <pc:sldMk cId="1651897181" sldId="357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079" v="8566"/>
          <ac:grpSpMkLst>
            <pc:docMk/>
            <pc:sldMk cId="1651897181" sldId="357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569" v="3356" actId="2890"/>
        <pc:sldMkLst>
          <pc:docMk/>
          <pc:sldMk cId="1906615878" sldId="357"/>
        </pc:sldMkLst>
        <pc:spChg chg="add del">
          <ac:chgData name="JP Paulson" userId="460546f63f696f4c" providerId="LiveId" clId="{957F310B-9F73-4E82-8F26-768C6CA2EEB2}" dt="2026-06-26T21:45:53.991" v="3309" actId="478"/>
          <ac:spMkLst>
            <pc:docMk/>
            <pc:sldMk cId="1906615878" sldId="357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91" v="3308" actId="478"/>
          <ac:spMkLst>
            <pc:docMk/>
            <pc:sldMk cId="1906615878" sldId="357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87" v="3307" actId="478"/>
          <ac:spMkLst>
            <pc:docMk/>
            <pc:sldMk cId="1906615878" sldId="357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87" v="3306" actId="478"/>
          <ac:spMkLst>
            <pc:docMk/>
            <pc:sldMk cId="1906615878" sldId="35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87" v="3305" actId="478"/>
          <ac:spMkLst>
            <pc:docMk/>
            <pc:sldMk cId="1906615878" sldId="357"/>
            <ac:spMk id="11" creationId="{A94BC2B6-9373-7852-5232-3DAEB6C1EE7A}"/>
          </ac:spMkLst>
        </pc:spChg>
        <pc:spChg chg="add del">
          <ac:chgData name="JP Paulson" userId="460546f63f696f4c" providerId="LiveId" clId="{957F310B-9F73-4E82-8F26-768C6CA2EEB2}" dt="2026-06-26T21:45:53.991" v="3310" actId="478"/>
          <ac:spMkLst>
            <pc:docMk/>
            <pc:sldMk cId="1906615878" sldId="357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45:53.982" v="3304" actId="478"/>
          <ac:grpSpMkLst>
            <pc:docMk/>
            <pc:sldMk cId="1906615878" sldId="35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82" v="3303" actId="478"/>
          <ac:grpSpMkLst>
            <pc:docMk/>
            <pc:sldMk cId="1906615878" sldId="357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557" v="7870" actId="2890"/>
        <pc:sldMkLst>
          <pc:docMk/>
          <pc:sldMk cId="2757295574" sldId="357"/>
        </pc:sldMkLst>
        <pc:spChg chg="add del">
          <ac:chgData name="JP Paulson" userId="460546f63f696f4c" providerId="LiveId" clId="{957F310B-9F73-4E82-8F26-768C6CA2EEB2}" dt="2026-06-26T21:51:06.966" v="7816" actId="478"/>
          <ac:spMkLst>
            <pc:docMk/>
            <pc:sldMk cId="2757295574" sldId="357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1:06.964" v="7815" actId="478"/>
          <ac:spMkLst>
            <pc:docMk/>
            <pc:sldMk cId="2757295574" sldId="357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1:06.962" v="7814" actId="478"/>
          <ac:spMkLst>
            <pc:docMk/>
            <pc:sldMk cId="2757295574" sldId="357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962" v="7813" actId="478"/>
          <ac:spMkLst>
            <pc:docMk/>
            <pc:sldMk cId="2757295574" sldId="35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960" v="7812" actId="478"/>
          <ac:spMkLst>
            <pc:docMk/>
            <pc:sldMk cId="2757295574" sldId="357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54.870" v="6159"/>
          <ac:spMkLst>
            <pc:docMk/>
            <pc:sldMk cId="2757295574" sldId="357"/>
            <ac:spMk id="25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4.870" v="6159"/>
          <ac:spMkLst>
            <pc:docMk/>
            <pc:sldMk cId="2757295574" sldId="357"/>
            <ac:spMk id="25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4.870" v="6159"/>
          <ac:spMkLst>
            <pc:docMk/>
            <pc:sldMk cId="2757295574" sldId="357"/>
            <ac:spMk id="25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4.870" v="6159"/>
          <ac:spMkLst>
            <pc:docMk/>
            <pc:sldMk cId="2757295574" sldId="357"/>
            <ac:spMk id="259" creationId="{00000000-0000-0000-0000-000000000000}"/>
          </ac:spMkLst>
        </pc:spChg>
        <pc:spChg chg="add del">
          <ac:chgData name="JP Paulson" userId="460546f63f696f4c" providerId="LiveId" clId="{957F310B-9F73-4E82-8F26-768C6CA2EEB2}" dt="2026-06-26T21:51:06.968" v="7817" actId="478"/>
          <ac:spMkLst>
            <pc:docMk/>
            <pc:sldMk cId="2757295574" sldId="357"/>
            <ac:spMk id="272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07.528" v="7869" actId="1076"/>
          <ac:grpSpMkLst>
            <pc:docMk/>
            <pc:sldMk cId="2757295574" sldId="357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958" v="7811" actId="478"/>
          <ac:grpSpMkLst>
            <pc:docMk/>
            <pc:sldMk cId="2757295574" sldId="35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954" v="7810" actId="478"/>
          <ac:grpSpMkLst>
            <pc:docMk/>
            <pc:sldMk cId="2757295574" sldId="357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0:41.272" v="5637" actId="2890"/>
        <pc:sldMkLst>
          <pc:docMk/>
          <pc:sldMk cId="1932702492" sldId="358"/>
        </pc:sldMkLst>
        <pc:spChg chg="add del">
          <ac:chgData name="JP Paulson" userId="460546f63f696f4c" providerId="LiveId" clId="{957F310B-9F73-4E82-8F26-768C6CA2EEB2}" dt="2026-06-26T21:50:40.698" v="5577" actId="478"/>
          <ac:spMkLst>
            <pc:docMk/>
            <pc:sldMk cId="1932702492" sldId="358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0:40.695" v="5576" actId="478"/>
          <ac:spMkLst>
            <pc:docMk/>
            <pc:sldMk cId="1932702492" sldId="358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0:40.695" v="5575" actId="478"/>
          <ac:spMkLst>
            <pc:docMk/>
            <pc:sldMk cId="1932702492" sldId="358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690" v="5574" actId="478"/>
          <ac:spMkLst>
            <pc:docMk/>
            <pc:sldMk cId="1932702492" sldId="35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690" v="5573" actId="478"/>
          <ac:spMkLst>
            <pc:docMk/>
            <pc:sldMk cId="1932702492" sldId="358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0:40.703" v="5579" actId="478"/>
          <ac:grpSpMkLst>
            <pc:docMk/>
            <pc:sldMk cId="1932702492" sldId="35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703" v="5578" actId="478"/>
          <ac:grpSpMkLst>
            <pc:docMk/>
            <pc:sldMk cId="1932702492" sldId="358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90" v="5572" actId="478"/>
          <ac:grpSpMkLst>
            <pc:docMk/>
            <pc:sldMk cId="1932702492" sldId="35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686" v="5571" actId="478"/>
          <ac:grpSpMkLst>
            <pc:docMk/>
            <pc:sldMk cId="1932702492" sldId="358"/>
            <ac:grpSpMk id="383" creationId="{531C37E1-0517-938D-FDF6-7C5057260B3D}"/>
          </ac:grpSpMkLst>
        </pc:grpChg>
      </pc:sldChg>
      <pc:sldChg chg="delSp add mod modTransition delAnim modAnim">
        <pc:chgData name="JP Paulson" userId="460546f63f696f4c" providerId="LiveId" clId="{957F310B-9F73-4E82-8F26-768C6CA2EEB2}" dt="2026-06-26T21:51:46.136" v="8623"/>
        <pc:sldMkLst>
          <pc:docMk/>
          <pc:sldMk cId="2242833612" sldId="358"/>
        </pc:sldMkLst>
        <pc:spChg chg="del">
          <ac:chgData name="JP Paulson" userId="460546f63f696f4c" providerId="LiveId" clId="{957F310B-9F73-4E82-8F26-768C6CA2EEB2}" dt="2026-06-26T21:51:46.110" v="8598"/>
          <ac:spMkLst>
            <pc:docMk/>
            <pc:sldMk cId="2242833612" sldId="358"/>
            <ac:spMk id="2" creationId="{859C3D36-9D07-66C9-526A-4E00CA94F46B}"/>
          </ac:spMkLst>
        </pc:spChg>
        <pc:spChg chg="del">
          <ac:chgData name="JP Paulson" userId="460546f63f696f4c" providerId="LiveId" clId="{957F310B-9F73-4E82-8F26-768C6CA2EEB2}" dt="2026-06-26T21:51:46.115" v="8600"/>
          <ac:spMkLst>
            <pc:docMk/>
            <pc:sldMk cId="2242833612" sldId="358"/>
            <ac:spMk id="8" creationId="{A2648998-9F83-2C36-50F2-B620E5D9951B}"/>
          </ac:spMkLst>
        </pc:spChg>
        <pc:spChg chg="del">
          <ac:chgData name="JP Paulson" userId="460546f63f696f4c" providerId="LiveId" clId="{957F310B-9F73-4E82-8F26-768C6CA2EEB2}" dt="2026-06-26T21:51:46.119" v="8602"/>
          <ac:spMkLst>
            <pc:docMk/>
            <pc:sldMk cId="2242833612" sldId="358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119" v="8604"/>
          <ac:spMkLst>
            <pc:docMk/>
            <pc:sldMk cId="2242833612" sldId="358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123" v="8606"/>
          <ac:spMkLst>
            <pc:docMk/>
            <pc:sldMk cId="2242833612" sldId="358"/>
            <ac:spMk id="11" creationId="{A94BC2B6-9373-7852-5232-3DAEB6C1EE7A}"/>
          </ac:spMkLst>
        </pc:spChg>
        <pc:grpChg chg="del">
          <ac:chgData name="JP Paulson" userId="460546f63f696f4c" providerId="LiveId" clId="{957F310B-9F73-4E82-8F26-768C6CA2EEB2}" dt="2026-06-26T21:51:46.102" v="8594"/>
          <ac:grpSpMkLst>
            <pc:docMk/>
            <pc:sldMk cId="2242833612" sldId="358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107" v="8596"/>
          <ac:grpSpMkLst>
            <pc:docMk/>
            <pc:sldMk cId="2242833612" sldId="358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123" v="8608"/>
          <ac:grpSpMkLst>
            <pc:docMk/>
            <pc:sldMk cId="2242833612" sldId="358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128" v="8610"/>
          <ac:grpSpMkLst>
            <pc:docMk/>
            <pc:sldMk cId="2242833612" sldId="358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541" v="3355" actId="2890"/>
        <pc:sldMkLst>
          <pc:docMk/>
          <pc:sldMk cId="3027988042" sldId="358"/>
        </pc:sldMkLst>
        <pc:spChg chg="add del">
          <ac:chgData name="JP Paulson" userId="460546f63f696f4c" providerId="LiveId" clId="{957F310B-9F73-4E82-8F26-768C6CA2EEB2}" dt="2026-06-26T21:45:53.976" v="3301" actId="478"/>
          <ac:spMkLst>
            <pc:docMk/>
            <pc:sldMk cId="3027988042" sldId="358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76" v="3300" actId="478"/>
          <ac:spMkLst>
            <pc:docMk/>
            <pc:sldMk cId="3027988042" sldId="358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74" v="3299" actId="478"/>
          <ac:spMkLst>
            <pc:docMk/>
            <pc:sldMk cId="3027988042" sldId="358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72" v="3298" actId="478"/>
          <ac:spMkLst>
            <pc:docMk/>
            <pc:sldMk cId="3027988042" sldId="35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70" v="3297" actId="478"/>
          <ac:spMkLst>
            <pc:docMk/>
            <pc:sldMk cId="3027988042" sldId="358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749" v="1644"/>
          <ac:spMkLst>
            <pc:docMk/>
            <pc:sldMk cId="3027988042" sldId="358"/>
            <ac:spMk id="259" creationId="{00000000-0000-0000-0000-000000000000}"/>
          </ac:spMkLst>
        </pc:spChg>
        <pc:spChg chg="add del">
          <ac:chgData name="JP Paulson" userId="460546f63f696f4c" providerId="LiveId" clId="{957F310B-9F73-4E82-8F26-768C6CA2EEB2}" dt="2026-06-26T21:45:53.978" v="3302" actId="478"/>
          <ac:spMkLst>
            <pc:docMk/>
            <pc:sldMk cId="3027988042" sldId="358"/>
            <ac:spMk id="272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512" v="3354" actId="1076"/>
          <ac:grpSpMkLst>
            <pc:docMk/>
            <pc:sldMk cId="3027988042" sldId="35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68" v="3296" actId="478"/>
          <ac:grpSpMkLst>
            <pc:docMk/>
            <pc:sldMk cId="3027988042" sldId="35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66" v="3295" actId="478"/>
          <ac:grpSpMkLst>
            <pc:docMk/>
            <pc:sldMk cId="3027988042" sldId="358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1:07.525" v="7867" actId="2890"/>
        <pc:sldMkLst>
          <pc:docMk/>
          <pc:sldMk cId="4267172906" sldId="358"/>
        </pc:sldMkLst>
        <pc:spChg chg="add del">
          <ac:chgData name="JP Paulson" userId="460546f63f696f4c" providerId="LiveId" clId="{957F310B-9F73-4E82-8F26-768C6CA2EEB2}" dt="2026-06-26T21:51:06.945" v="7807" actId="478"/>
          <ac:spMkLst>
            <pc:docMk/>
            <pc:sldMk cId="4267172906" sldId="358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1:06.941" v="7806" actId="478"/>
          <ac:spMkLst>
            <pc:docMk/>
            <pc:sldMk cId="4267172906" sldId="358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1:06.941" v="7805" actId="478"/>
          <ac:spMkLst>
            <pc:docMk/>
            <pc:sldMk cId="4267172906" sldId="358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941" v="7804" actId="478"/>
          <ac:spMkLst>
            <pc:docMk/>
            <pc:sldMk cId="4267172906" sldId="35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936" v="7803" actId="478"/>
          <ac:spMkLst>
            <pc:docMk/>
            <pc:sldMk cId="4267172906" sldId="358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1:06.949" v="7809" actId="478"/>
          <ac:grpSpMkLst>
            <pc:docMk/>
            <pc:sldMk cId="4267172906" sldId="35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949" v="7808" actId="478"/>
          <ac:grpSpMkLst>
            <pc:docMk/>
            <pc:sldMk cId="4267172906" sldId="358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936" v="7802" actId="478"/>
          <ac:grpSpMkLst>
            <pc:docMk/>
            <pc:sldMk cId="4267172906" sldId="35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936" v="7801" actId="478"/>
          <ac:grpSpMkLst>
            <pc:docMk/>
            <pc:sldMk cId="4267172906" sldId="358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173" v="8654"/>
        <pc:sldMkLst>
          <pc:docMk/>
          <pc:sldMk cId="537311955" sldId="359"/>
        </pc:sldMkLst>
        <pc:spChg chg="del">
          <ac:chgData name="JP Paulson" userId="460546f63f696f4c" providerId="LiveId" clId="{957F310B-9F73-4E82-8F26-768C6CA2EEB2}" dt="2026-06-26T21:51:46.150" v="8629"/>
          <ac:spMkLst>
            <pc:docMk/>
            <pc:sldMk cId="537311955" sldId="359"/>
            <ac:spMk id="2" creationId="{859C3D36-9D07-66C9-526A-4E00CA94F46B}"/>
          </ac:spMkLst>
        </pc:spChg>
        <pc:spChg chg="del">
          <ac:chgData name="JP Paulson" userId="460546f63f696f4c" providerId="LiveId" clId="{957F310B-9F73-4E82-8F26-768C6CA2EEB2}" dt="2026-06-26T21:51:46.152" v="8631"/>
          <ac:spMkLst>
            <pc:docMk/>
            <pc:sldMk cId="537311955" sldId="359"/>
            <ac:spMk id="8" creationId="{A2648998-9F83-2C36-50F2-B620E5D9951B}"/>
          </ac:spMkLst>
        </pc:spChg>
        <pc:spChg chg="del">
          <ac:chgData name="JP Paulson" userId="460546f63f696f4c" providerId="LiveId" clId="{957F310B-9F73-4E82-8F26-768C6CA2EEB2}" dt="2026-06-26T21:51:46.156" v="8633"/>
          <ac:spMkLst>
            <pc:docMk/>
            <pc:sldMk cId="537311955" sldId="359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158" v="8635"/>
          <ac:spMkLst>
            <pc:docMk/>
            <pc:sldMk cId="537311955" sldId="359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160" v="8637"/>
          <ac:spMkLst>
            <pc:docMk/>
            <pc:sldMk cId="537311955" sldId="359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1:45.355" v="8420"/>
          <ac:spMkLst>
            <pc:docMk/>
            <pc:sldMk cId="537311955" sldId="359"/>
            <ac:spMk id="272" creationId="{00000000-0000-0000-0000-000000000000}"/>
          </ac:spMkLst>
        </pc:spChg>
        <pc:grpChg chg="del">
          <ac:chgData name="JP Paulson" userId="460546f63f696f4c" providerId="LiveId" clId="{957F310B-9F73-4E82-8F26-768C6CA2EEB2}" dt="2026-06-26T21:51:46.140" v="8625"/>
          <ac:grpSpMkLst>
            <pc:docMk/>
            <pc:sldMk cId="537311955" sldId="359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144" v="8627"/>
          <ac:grpSpMkLst>
            <pc:docMk/>
            <pc:sldMk cId="537311955" sldId="359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164" v="8639"/>
          <ac:grpSpMkLst>
            <pc:docMk/>
            <pc:sldMk cId="537311955" sldId="359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164" v="8641"/>
          <ac:grpSpMkLst>
            <pc:docMk/>
            <pc:sldMk cId="537311955" sldId="359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1.246" v="5636" actId="2890"/>
        <pc:sldMkLst>
          <pc:docMk/>
          <pc:sldMk cId="679643694" sldId="359"/>
        </pc:sldMkLst>
        <pc:spChg chg="add del">
          <ac:chgData name="JP Paulson" userId="460546f63f696f4c" providerId="LiveId" clId="{957F310B-9F73-4E82-8F26-768C6CA2EEB2}" dt="2026-06-26T21:50:40.678" v="5568" actId="478"/>
          <ac:spMkLst>
            <pc:docMk/>
            <pc:sldMk cId="679643694" sldId="359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0:40.678" v="5567" actId="478"/>
          <ac:spMkLst>
            <pc:docMk/>
            <pc:sldMk cId="679643694" sldId="359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0:40.673" v="5566" actId="478"/>
          <ac:spMkLst>
            <pc:docMk/>
            <pc:sldMk cId="679643694" sldId="359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673" v="5565" actId="478"/>
          <ac:spMkLst>
            <pc:docMk/>
            <pc:sldMk cId="679643694" sldId="35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669" v="5564" actId="478"/>
          <ac:spMkLst>
            <pc:docMk/>
            <pc:sldMk cId="679643694" sldId="359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41.217" v="5635" actId="1076"/>
          <ac:spMkLst>
            <pc:docMk/>
            <pc:sldMk cId="679643694" sldId="359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50:40.686" v="5570" actId="478"/>
          <ac:grpSpMkLst>
            <pc:docMk/>
            <pc:sldMk cId="679643694" sldId="35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82" v="5569" actId="478"/>
          <ac:grpSpMkLst>
            <pc:docMk/>
            <pc:sldMk cId="679643694" sldId="359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69" v="5563" actId="478"/>
          <ac:grpSpMkLst>
            <pc:docMk/>
            <pc:sldMk cId="679643694" sldId="35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669" v="5562" actId="478"/>
          <ac:grpSpMkLst>
            <pc:docMk/>
            <pc:sldMk cId="679643694" sldId="359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512" v="3352" actId="2890"/>
        <pc:sldMkLst>
          <pc:docMk/>
          <pc:sldMk cId="2139529388" sldId="359"/>
        </pc:sldMkLst>
        <pc:spChg chg="add del">
          <ac:chgData name="JP Paulson" userId="460546f63f696f4c" providerId="LiveId" clId="{957F310B-9F73-4E82-8F26-768C6CA2EEB2}" dt="2026-06-26T21:45:53.956" v="3292" actId="478"/>
          <ac:spMkLst>
            <pc:docMk/>
            <pc:sldMk cId="2139529388" sldId="359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56" v="3291" actId="478"/>
          <ac:spMkLst>
            <pc:docMk/>
            <pc:sldMk cId="2139529388" sldId="359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54" v="3290" actId="478"/>
          <ac:spMkLst>
            <pc:docMk/>
            <pc:sldMk cId="2139529388" sldId="359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52" v="3289" actId="478"/>
          <ac:spMkLst>
            <pc:docMk/>
            <pc:sldMk cId="2139529388" sldId="35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50" v="3288" actId="478"/>
          <ac:spMkLst>
            <pc:docMk/>
            <pc:sldMk cId="2139529388" sldId="359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964" v="3294" actId="478"/>
          <ac:grpSpMkLst>
            <pc:docMk/>
            <pc:sldMk cId="2139529388" sldId="35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62" v="3293" actId="478"/>
          <ac:grpSpMkLst>
            <pc:docMk/>
            <pc:sldMk cId="2139529388" sldId="359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50" v="3287" actId="478"/>
          <ac:grpSpMkLst>
            <pc:docMk/>
            <pc:sldMk cId="2139529388" sldId="35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45" v="3286" actId="478"/>
          <ac:grpSpMkLst>
            <pc:docMk/>
            <pc:sldMk cId="2139529388" sldId="359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487" v="7866" actId="2890"/>
        <pc:sldMkLst>
          <pc:docMk/>
          <pc:sldMk cId="4198204446" sldId="359"/>
        </pc:sldMkLst>
        <pc:spChg chg="add del">
          <ac:chgData name="JP Paulson" userId="460546f63f696f4c" providerId="LiveId" clId="{957F310B-9F73-4E82-8F26-768C6CA2EEB2}" dt="2026-06-26T21:51:06.926" v="7798" actId="478"/>
          <ac:spMkLst>
            <pc:docMk/>
            <pc:sldMk cId="4198204446" sldId="359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1:06.924" v="7797" actId="478"/>
          <ac:spMkLst>
            <pc:docMk/>
            <pc:sldMk cId="4198204446" sldId="359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1:06.920" v="7796" actId="478"/>
          <ac:spMkLst>
            <pc:docMk/>
            <pc:sldMk cId="4198204446" sldId="359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920" v="7795" actId="478"/>
          <ac:spMkLst>
            <pc:docMk/>
            <pc:sldMk cId="4198204446" sldId="35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920" v="7794" actId="478"/>
          <ac:spMkLst>
            <pc:docMk/>
            <pc:sldMk cId="4198204446" sldId="359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1:07.457" v="7865" actId="1076"/>
          <ac:spMkLst>
            <pc:docMk/>
            <pc:sldMk cId="4198204446" sldId="359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51:06.932" v="7800" actId="478"/>
          <ac:grpSpMkLst>
            <pc:docMk/>
            <pc:sldMk cId="4198204446" sldId="35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928" v="7799" actId="478"/>
          <ac:grpSpMkLst>
            <pc:docMk/>
            <pc:sldMk cId="4198204446" sldId="359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918" v="7793" actId="478"/>
          <ac:grpSpMkLst>
            <pc:docMk/>
            <pc:sldMk cId="4198204446" sldId="35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916" v="7792" actId="478"/>
          <ac:grpSpMkLst>
            <pc:docMk/>
            <pc:sldMk cId="4198204446" sldId="359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1.217" v="5633" actId="2890"/>
        <pc:sldMkLst>
          <pc:docMk/>
          <pc:sldMk cId="1272063375" sldId="360"/>
        </pc:sldMkLst>
        <pc:spChg chg="add del">
          <ac:chgData name="JP Paulson" userId="460546f63f696f4c" providerId="LiveId" clId="{957F310B-9F73-4E82-8F26-768C6CA2EEB2}" dt="2026-06-26T21:50:40.665" v="5560" actId="478"/>
          <ac:spMkLst>
            <pc:docMk/>
            <pc:sldMk cId="1272063375" sldId="360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0:40.661" v="5559" actId="478"/>
          <ac:spMkLst>
            <pc:docMk/>
            <pc:sldMk cId="1272063375" sldId="360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0:40.661" v="5558" actId="478"/>
          <ac:spMkLst>
            <pc:docMk/>
            <pc:sldMk cId="1272063375" sldId="360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657" v="5557" actId="478"/>
          <ac:spMkLst>
            <pc:docMk/>
            <pc:sldMk cId="1272063375" sldId="360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657" v="5556" actId="478"/>
          <ac:spMkLst>
            <pc:docMk/>
            <pc:sldMk cId="1272063375" sldId="360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10.213" v="3945"/>
          <ac:spMkLst>
            <pc:docMk/>
            <pc:sldMk cId="1272063375" sldId="360"/>
            <ac:spMk id="25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213" v="3945"/>
          <ac:spMkLst>
            <pc:docMk/>
            <pc:sldMk cId="1272063375" sldId="360"/>
            <ac:spMk id="25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213" v="3945"/>
          <ac:spMkLst>
            <pc:docMk/>
            <pc:sldMk cId="1272063375" sldId="360"/>
            <ac:spMk id="25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213" v="3945"/>
          <ac:spMkLst>
            <pc:docMk/>
            <pc:sldMk cId="1272063375" sldId="360"/>
            <ac:spMk id="25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0:41.188" v="5632" actId="1076"/>
          <ac:grpSpMkLst>
            <pc:docMk/>
            <pc:sldMk cId="1272063375" sldId="360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65" v="5561" actId="478"/>
          <ac:grpSpMkLst>
            <pc:docMk/>
            <pc:sldMk cId="1272063375" sldId="36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52" v="5555" actId="478"/>
          <ac:grpSpMkLst>
            <pc:docMk/>
            <pc:sldMk cId="1272063375" sldId="36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652" v="5554" actId="478"/>
          <ac:grpSpMkLst>
            <pc:docMk/>
            <pc:sldMk cId="1272063375" sldId="360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483" v="3351" actId="2890"/>
        <pc:sldMkLst>
          <pc:docMk/>
          <pc:sldMk cId="2503595109" sldId="360"/>
        </pc:sldMkLst>
        <pc:spChg chg="add del">
          <ac:chgData name="JP Paulson" userId="460546f63f696f4c" providerId="LiveId" clId="{957F310B-9F73-4E82-8F26-768C6CA2EEB2}" dt="2026-06-26T21:45:53.933" v="3283" actId="478"/>
          <ac:spMkLst>
            <pc:docMk/>
            <pc:sldMk cId="2503595109" sldId="360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33" v="3282" actId="478"/>
          <ac:spMkLst>
            <pc:docMk/>
            <pc:sldMk cId="2503595109" sldId="360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33" v="3281" actId="478"/>
          <ac:spMkLst>
            <pc:docMk/>
            <pc:sldMk cId="2503595109" sldId="360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29" v="3280" actId="478"/>
          <ac:spMkLst>
            <pc:docMk/>
            <pc:sldMk cId="2503595109" sldId="360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29" v="3279" actId="478"/>
          <ac:spMkLst>
            <pc:docMk/>
            <pc:sldMk cId="2503595109" sldId="360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54.458" v="3350" actId="1076"/>
          <ac:spMkLst>
            <pc:docMk/>
            <pc:sldMk cId="2503595109" sldId="360"/>
            <ac:spMk id="272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45:53.942" v="3285" actId="478"/>
          <ac:grpSpMkLst>
            <pc:docMk/>
            <pc:sldMk cId="2503595109" sldId="36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42" v="3284" actId="478"/>
          <ac:grpSpMkLst>
            <pc:docMk/>
            <pc:sldMk cId="2503595109" sldId="360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29" v="3278" actId="478"/>
          <ac:grpSpMkLst>
            <pc:docMk/>
            <pc:sldMk cId="2503595109" sldId="36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24" v="3277" actId="478"/>
          <ac:grpSpMkLst>
            <pc:docMk/>
            <pc:sldMk cId="2503595109" sldId="360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214" v="8696"/>
        <pc:sldMkLst>
          <pc:docMk/>
          <pc:sldMk cId="2603000678" sldId="360"/>
        </pc:sldMkLst>
        <pc:spChg chg="del">
          <ac:chgData name="JP Paulson" userId="460546f63f696f4c" providerId="LiveId" clId="{957F310B-9F73-4E82-8F26-768C6CA2EEB2}" dt="2026-06-26T21:51:46.181" v="8658"/>
          <ac:spMkLst>
            <pc:docMk/>
            <pc:sldMk cId="2603000678" sldId="360"/>
            <ac:spMk id="2" creationId="{859C3D36-9D07-66C9-526A-4E00CA94F46B}"/>
          </ac:spMkLst>
        </pc:spChg>
        <pc:spChg chg="del">
          <ac:chgData name="JP Paulson" userId="460546f63f696f4c" providerId="LiveId" clId="{957F310B-9F73-4E82-8F26-768C6CA2EEB2}" dt="2026-06-26T21:51:46.185" v="8660"/>
          <ac:spMkLst>
            <pc:docMk/>
            <pc:sldMk cId="2603000678" sldId="360"/>
            <ac:spMk id="8" creationId="{A2648998-9F83-2C36-50F2-B620E5D9951B}"/>
          </ac:spMkLst>
        </pc:spChg>
        <pc:spChg chg="del">
          <ac:chgData name="JP Paulson" userId="460546f63f696f4c" providerId="LiveId" clId="{957F310B-9F73-4E82-8F26-768C6CA2EEB2}" dt="2026-06-26T21:51:46.185" v="8662"/>
          <ac:spMkLst>
            <pc:docMk/>
            <pc:sldMk cId="2603000678" sldId="360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190" v="8664"/>
          <ac:spMkLst>
            <pc:docMk/>
            <pc:sldMk cId="2603000678" sldId="360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194" v="8666"/>
          <ac:spMkLst>
            <pc:docMk/>
            <pc:sldMk cId="2603000678" sldId="360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1:45.403" v="8427"/>
          <ac:spMkLst>
            <pc:docMk/>
            <pc:sldMk cId="2603000678" sldId="360"/>
            <ac:spMk id="25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403" v="8427"/>
          <ac:spMkLst>
            <pc:docMk/>
            <pc:sldMk cId="2603000678" sldId="360"/>
            <ac:spMk id="25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403" v="8427"/>
          <ac:spMkLst>
            <pc:docMk/>
            <pc:sldMk cId="2603000678" sldId="360"/>
            <ac:spMk id="25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403" v="8427"/>
          <ac:spMkLst>
            <pc:docMk/>
            <pc:sldMk cId="2603000678" sldId="360"/>
            <ac:spMk id="25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45.403" v="8427"/>
          <ac:grpSpMkLst>
            <pc:docMk/>
            <pc:sldMk cId="2603000678" sldId="360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177" v="8656"/>
          <ac:grpSpMkLst>
            <pc:docMk/>
            <pc:sldMk cId="2603000678" sldId="360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194" v="8668"/>
          <ac:grpSpMkLst>
            <pc:docMk/>
            <pc:sldMk cId="2603000678" sldId="360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198" v="8670"/>
          <ac:grpSpMkLst>
            <pc:docMk/>
            <pc:sldMk cId="2603000678" sldId="360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453" v="7863" actId="2890"/>
        <pc:sldMkLst>
          <pc:docMk/>
          <pc:sldMk cId="4046357571" sldId="360"/>
        </pc:sldMkLst>
        <pc:spChg chg="add del">
          <ac:chgData name="JP Paulson" userId="460546f63f696f4c" providerId="LiveId" clId="{957F310B-9F73-4E82-8F26-768C6CA2EEB2}" dt="2026-06-26T21:51:06.911" v="7790" actId="478"/>
          <ac:spMkLst>
            <pc:docMk/>
            <pc:sldMk cId="4046357571" sldId="360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1:06.907" v="7789" actId="478"/>
          <ac:spMkLst>
            <pc:docMk/>
            <pc:sldMk cId="4046357571" sldId="360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1:06.907" v="7788" actId="478"/>
          <ac:spMkLst>
            <pc:docMk/>
            <pc:sldMk cId="4046357571" sldId="360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903" v="7787" actId="478"/>
          <ac:spMkLst>
            <pc:docMk/>
            <pc:sldMk cId="4046357571" sldId="360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903" v="7786" actId="478"/>
          <ac:spMkLst>
            <pc:docMk/>
            <pc:sldMk cId="4046357571" sldId="360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55" v="6175"/>
          <ac:spMkLst>
            <pc:docMk/>
            <pc:sldMk cId="4046357571" sldId="360"/>
            <ac:spMk id="25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" v="6175"/>
          <ac:spMkLst>
            <pc:docMk/>
            <pc:sldMk cId="4046357571" sldId="360"/>
            <ac:spMk id="25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" v="6175"/>
          <ac:spMkLst>
            <pc:docMk/>
            <pc:sldMk cId="4046357571" sldId="360"/>
            <ac:spMk id="25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" v="6175"/>
          <ac:spMkLst>
            <pc:docMk/>
            <pc:sldMk cId="4046357571" sldId="360"/>
            <ac:spMk id="25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07.427" v="7862" actId="1076"/>
          <ac:grpSpMkLst>
            <pc:docMk/>
            <pc:sldMk cId="4046357571" sldId="360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911" v="7791" actId="478"/>
          <ac:grpSpMkLst>
            <pc:docMk/>
            <pc:sldMk cId="4046357571" sldId="36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903" v="7785" actId="478"/>
          <ac:grpSpMkLst>
            <pc:docMk/>
            <pc:sldMk cId="4046357571" sldId="36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899" v="7784" actId="478"/>
          <ac:grpSpMkLst>
            <pc:docMk/>
            <pc:sldMk cId="4046357571" sldId="360"/>
            <ac:grpSpMk id="383" creationId="{531C37E1-0517-938D-FDF6-7C5057260B3D}"/>
          </ac:grpSpMkLst>
        </pc:grpChg>
      </pc:sldChg>
      <pc:sldChg chg="delSp add mod modTransition delAnim modAnim">
        <pc:chgData name="JP Paulson" userId="460546f63f696f4c" providerId="LiveId" clId="{957F310B-9F73-4E82-8F26-768C6CA2EEB2}" dt="2026-06-26T21:51:46.252" v="8727"/>
        <pc:sldMkLst>
          <pc:docMk/>
          <pc:sldMk cId="369370620" sldId="361"/>
        </pc:sldMkLst>
        <pc:spChg chg="del">
          <ac:chgData name="JP Paulson" userId="460546f63f696f4c" providerId="LiveId" clId="{957F310B-9F73-4E82-8F26-768C6CA2EEB2}" dt="2026-06-26T21:51:46.231" v="8704"/>
          <ac:spMkLst>
            <pc:docMk/>
            <pc:sldMk cId="369370620" sldId="361"/>
            <ac:spMk id="8" creationId="{A2648998-9F83-2C36-50F2-B620E5D9951B}"/>
          </ac:spMkLst>
        </pc:spChg>
        <pc:spChg chg="del">
          <ac:chgData name="JP Paulson" userId="460546f63f696f4c" providerId="LiveId" clId="{957F310B-9F73-4E82-8F26-768C6CA2EEB2}" dt="2026-06-26T21:51:46.231" v="8706"/>
          <ac:spMkLst>
            <pc:docMk/>
            <pc:sldMk cId="369370620" sldId="361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236" v="8708"/>
          <ac:spMkLst>
            <pc:docMk/>
            <pc:sldMk cId="369370620" sldId="361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239" v="8710"/>
          <ac:spMkLst>
            <pc:docMk/>
            <pc:sldMk cId="369370620" sldId="361"/>
            <ac:spMk id="11" creationId="{A94BC2B6-9373-7852-5232-3DAEB6C1EE7A}"/>
          </ac:spMkLst>
        </pc:spChg>
        <pc:grpChg chg="del">
          <ac:chgData name="JP Paulson" userId="460546f63f696f4c" providerId="LiveId" clId="{957F310B-9F73-4E82-8F26-768C6CA2EEB2}" dt="2026-06-26T21:51:46.227" v="8702"/>
          <ac:grpSpMkLst>
            <pc:docMk/>
            <pc:sldMk cId="369370620" sldId="361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218" v="8698"/>
          <ac:grpSpMkLst>
            <pc:docMk/>
            <pc:sldMk cId="369370620" sldId="361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222" v="8700"/>
          <ac:grpSpMkLst>
            <pc:docMk/>
            <pc:sldMk cId="369370620" sldId="361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243" v="8712"/>
          <ac:grpSpMkLst>
            <pc:docMk/>
            <pc:sldMk cId="369370620" sldId="361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243" v="8714"/>
          <ac:grpSpMkLst>
            <pc:docMk/>
            <pc:sldMk cId="369370620" sldId="361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454" v="3348" actId="2890"/>
        <pc:sldMkLst>
          <pc:docMk/>
          <pc:sldMk cId="778811327" sldId="361"/>
        </pc:sldMkLst>
        <pc:spChg chg="add del">
          <ac:chgData name="JP Paulson" userId="460546f63f696f4c" providerId="LiveId" clId="{957F310B-9F73-4E82-8F26-768C6CA2EEB2}" dt="2026-06-26T21:45:53.920" v="3275" actId="478"/>
          <ac:spMkLst>
            <pc:docMk/>
            <pc:sldMk cId="778811327" sldId="361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916" v="3274" actId="478"/>
          <ac:spMkLst>
            <pc:docMk/>
            <pc:sldMk cId="778811327" sldId="361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916" v="3273" actId="478"/>
          <ac:spMkLst>
            <pc:docMk/>
            <pc:sldMk cId="778811327" sldId="361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916" v="3272" actId="478"/>
          <ac:spMkLst>
            <pc:docMk/>
            <pc:sldMk cId="778811327" sldId="361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912" v="3271" actId="478"/>
          <ac:spMkLst>
            <pc:docMk/>
            <pc:sldMk cId="778811327" sldId="361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874" v="1660"/>
          <ac:spMkLst>
            <pc:docMk/>
            <pc:sldMk cId="778811327" sldId="361"/>
            <ac:spMk id="25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428" v="3347" actId="1076"/>
          <ac:grpSpMkLst>
            <pc:docMk/>
            <pc:sldMk cId="778811327" sldId="36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20" v="3276" actId="478"/>
          <ac:grpSpMkLst>
            <pc:docMk/>
            <pc:sldMk cId="778811327" sldId="36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12" v="3270" actId="478"/>
          <ac:grpSpMkLst>
            <pc:docMk/>
            <pc:sldMk cId="778811327" sldId="36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908" v="3269" actId="478"/>
          <ac:grpSpMkLst>
            <pc:docMk/>
            <pc:sldMk cId="778811327" sldId="361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0:41.188" v="5630" actId="2890"/>
        <pc:sldMkLst>
          <pc:docMk/>
          <pc:sldMk cId="1047275206" sldId="361"/>
        </pc:sldMkLst>
        <pc:spChg chg="add del">
          <ac:chgData name="JP Paulson" userId="460546f63f696f4c" providerId="LiveId" clId="{957F310B-9F73-4E82-8F26-768C6CA2EEB2}" dt="2026-06-26T21:50:40.640" v="5550" actId="478"/>
          <ac:spMkLst>
            <pc:docMk/>
            <pc:sldMk cId="1047275206" sldId="361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0:40.635" v="5549" actId="478"/>
          <ac:spMkLst>
            <pc:docMk/>
            <pc:sldMk cId="1047275206" sldId="361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635" v="5548" actId="478"/>
          <ac:spMkLst>
            <pc:docMk/>
            <pc:sldMk cId="1047275206" sldId="361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635" v="5547" actId="478"/>
          <ac:spMkLst>
            <pc:docMk/>
            <pc:sldMk cId="1047275206" sldId="361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0:40.640" v="5551" actId="478"/>
          <ac:grpSpMkLst>
            <pc:docMk/>
            <pc:sldMk cId="1047275206" sldId="36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50" v="5553" actId="478"/>
          <ac:grpSpMkLst>
            <pc:docMk/>
            <pc:sldMk cId="1047275206" sldId="36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48" v="5552" actId="478"/>
          <ac:grpSpMkLst>
            <pc:docMk/>
            <pc:sldMk cId="1047275206" sldId="361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31" v="5546" actId="478"/>
          <ac:grpSpMkLst>
            <pc:docMk/>
            <pc:sldMk cId="1047275206" sldId="36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631" v="5545" actId="478"/>
          <ac:grpSpMkLst>
            <pc:docMk/>
            <pc:sldMk cId="1047275206" sldId="361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1:07.424" v="7860" actId="2890"/>
        <pc:sldMkLst>
          <pc:docMk/>
          <pc:sldMk cId="4200182609" sldId="361"/>
        </pc:sldMkLst>
        <pc:spChg chg="add del">
          <ac:chgData name="JP Paulson" userId="460546f63f696f4c" providerId="LiveId" clId="{957F310B-9F73-4E82-8F26-768C6CA2EEB2}" dt="2026-06-26T21:51:06.886" v="7780" actId="478"/>
          <ac:spMkLst>
            <pc:docMk/>
            <pc:sldMk cId="4200182609" sldId="361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1:06.886" v="7779" actId="478"/>
          <ac:spMkLst>
            <pc:docMk/>
            <pc:sldMk cId="4200182609" sldId="361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882" v="7778" actId="478"/>
          <ac:spMkLst>
            <pc:docMk/>
            <pc:sldMk cId="4200182609" sldId="361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882" v="7777" actId="478"/>
          <ac:spMkLst>
            <pc:docMk/>
            <pc:sldMk cId="4200182609" sldId="361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1:06.890" v="7781" actId="478"/>
          <ac:grpSpMkLst>
            <pc:docMk/>
            <pc:sldMk cId="4200182609" sldId="36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97" v="7783" actId="478"/>
          <ac:grpSpMkLst>
            <pc:docMk/>
            <pc:sldMk cId="4200182609" sldId="36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96" v="7782" actId="478"/>
          <ac:grpSpMkLst>
            <pc:docMk/>
            <pc:sldMk cId="4200182609" sldId="361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82" v="7776" actId="478"/>
          <ac:grpSpMkLst>
            <pc:docMk/>
            <pc:sldMk cId="4200182609" sldId="36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878" v="7775" actId="478"/>
          <ac:grpSpMkLst>
            <pc:docMk/>
            <pc:sldMk cId="4200182609" sldId="361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293" v="8758"/>
        <pc:sldMkLst>
          <pc:docMk/>
          <pc:sldMk cId="1117395175" sldId="362"/>
        </pc:sldMkLst>
        <pc:spChg chg="mod">
          <ac:chgData name="JP Paulson" userId="460546f63f696f4c" providerId="LiveId" clId="{957F310B-9F73-4E82-8F26-768C6CA2EEB2}" dt="2026-06-26T21:51:45.491" v="8436"/>
          <ac:spMkLst>
            <pc:docMk/>
            <pc:sldMk cId="1117395175" sldId="362"/>
            <ac:spMk id="2" creationId="{859C3D36-9D07-66C9-526A-4E00CA94F46B}"/>
          </ac:spMkLst>
        </pc:spChg>
        <pc:spChg chg="del">
          <ac:chgData name="JP Paulson" userId="460546f63f696f4c" providerId="LiveId" clId="{957F310B-9F73-4E82-8F26-768C6CA2EEB2}" dt="2026-06-26T21:51:46.270" v="8735"/>
          <ac:spMkLst>
            <pc:docMk/>
            <pc:sldMk cId="1117395175" sldId="362"/>
            <ac:spMk id="8" creationId="{A2648998-9F83-2C36-50F2-B620E5D9951B}"/>
          </ac:spMkLst>
        </pc:spChg>
        <pc:spChg chg="del">
          <ac:chgData name="JP Paulson" userId="460546f63f696f4c" providerId="LiveId" clId="{957F310B-9F73-4E82-8F26-768C6CA2EEB2}" dt="2026-06-26T21:51:46.272" v="8737"/>
          <ac:spMkLst>
            <pc:docMk/>
            <pc:sldMk cId="1117395175" sldId="362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274" v="8739"/>
          <ac:spMkLst>
            <pc:docMk/>
            <pc:sldMk cId="1117395175" sldId="362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278" v="8741"/>
          <ac:spMkLst>
            <pc:docMk/>
            <pc:sldMk cId="1117395175" sldId="362"/>
            <ac:spMk id="11" creationId="{A94BC2B6-9373-7852-5232-3DAEB6C1EE7A}"/>
          </ac:spMkLst>
        </pc:spChg>
        <pc:grpChg chg="del">
          <ac:chgData name="JP Paulson" userId="460546f63f696f4c" providerId="LiveId" clId="{957F310B-9F73-4E82-8F26-768C6CA2EEB2}" dt="2026-06-26T21:51:46.266" v="8733"/>
          <ac:grpSpMkLst>
            <pc:docMk/>
            <pc:sldMk cId="1117395175" sldId="362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258" v="8729"/>
          <ac:grpSpMkLst>
            <pc:docMk/>
            <pc:sldMk cId="1117395175" sldId="362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264" v="8731"/>
          <ac:grpSpMkLst>
            <pc:docMk/>
            <pc:sldMk cId="1117395175" sldId="362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280" v="8743"/>
          <ac:grpSpMkLst>
            <pc:docMk/>
            <pc:sldMk cId="1117395175" sldId="362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282" v="8745"/>
          <ac:grpSpMkLst>
            <pc:docMk/>
            <pc:sldMk cId="1117395175" sldId="362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424" v="3345" actId="2890"/>
        <pc:sldMkLst>
          <pc:docMk/>
          <pc:sldMk cId="2371456270" sldId="362"/>
        </pc:sldMkLst>
        <pc:spChg chg="add del">
          <ac:chgData name="JP Paulson" userId="460546f63f696f4c" providerId="LiveId" clId="{957F310B-9F73-4E82-8F26-768C6CA2EEB2}" dt="2026-06-26T21:45:53.895" v="3265" actId="478"/>
          <ac:spMkLst>
            <pc:docMk/>
            <pc:sldMk cId="2371456270" sldId="362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95" v="3264" actId="478"/>
          <ac:spMkLst>
            <pc:docMk/>
            <pc:sldMk cId="2371456270" sldId="362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95" v="3263" actId="478"/>
          <ac:spMkLst>
            <pc:docMk/>
            <pc:sldMk cId="2371456270" sldId="362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91" v="3262" actId="478"/>
          <ac:spMkLst>
            <pc:docMk/>
            <pc:sldMk cId="2371456270" sldId="362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99" v="3266" actId="478"/>
          <ac:grpSpMkLst>
            <pc:docMk/>
            <pc:sldMk cId="2371456270" sldId="36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04" v="3268" actId="478"/>
          <ac:grpSpMkLst>
            <pc:docMk/>
            <pc:sldMk cId="2371456270" sldId="36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904" v="3267" actId="478"/>
          <ac:grpSpMkLst>
            <pc:docMk/>
            <pc:sldMk cId="2371456270" sldId="362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91" v="3261" actId="478"/>
          <ac:grpSpMkLst>
            <pc:docMk/>
            <pc:sldMk cId="2371456270" sldId="36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87" v="3260" actId="478"/>
          <ac:grpSpMkLst>
            <pc:docMk/>
            <pc:sldMk cId="2371456270" sldId="362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395" v="7859" actId="2890"/>
        <pc:sldMkLst>
          <pc:docMk/>
          <pc:sldMk cId="3456985519" sldId="362"/>
        </pc:sldMkLst>
        <pc:spChg chg="mod">
          <ac:chgData name="JP Paulson" userId="460546f63f696f4c" providerId="LiveId" clId="{957F310B-9F73-4E82-8F26-768C6CA2EEB2}" dt="2026-06-26T21:51:07.368" v="7858" actId="1076"/>
          <ac:spMkLst>
            <pc:docMk/>
            <pc:sldMk cId="3456985519" sldId="362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1:06.867" v="7771" actId="478"/>
          <ac:spMkLst>
            <pc:docMk/>
            <pc:sldMk cId="3456985519" sldId="362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1:06.865" v="7770" actId="478"/>
          <ac:spMkLst>
            <pc:docMk/>
            <pc:sldMk cId="3456985519" sldId="362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865" v="7769" actId="478"/>
          <ac:spMkLst>
            <pc:docMk/>
            <pc:sldMk cId="3456985519" sldId="362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863" v="7768" actId="478"/>
          <ac:spMkLst>
            <pc:docMk/>
            <pc:sldMk cId="3456985519" sldId="362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1:06.870" v="7772" actId="478"/>
          <ac:grpSpMkLst>
            <pc:docMk/>
            <pc:sldMk cId="3456985519" sldId="36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78" v="7774" actId="478"/>
          <ac:grpSpMkLst>
            <pc:docMk/>
            <pc:sldMk cId="3456985519" sldId="36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76" v="7773" actId="478"/>
          <ac:grpSpMkLst>
            <pc:docMk/>
            <pc:sldMk cId="3456985519" sldId="362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61" v="7767" actId="478"/>
          <ac:grpSpMkLst>
            <pc:docMk/>
            <pc:sldMk cId="3456985519" sldId="36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860" v="7766" actId="478"/>
          <ac:grpSpMkLst>
            <pc:docMk/>
            <pc:sldMk cId="3456985519" sldId="362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1.159" v="5629" actId="2890"/>
        <pc:sldMkLst>
          <pc:docMk/>
          <pc:sldMk cId="3904825930" sldId="362"/>
        </pc:sldMkLst>
        <pc:spChg chg="mod">
          <ac:chgData name="JP Paulson" userId="460546f63f696f4c" providerId="LiveId" clId="{957F310B-9F73-4E82-8F26-768C6CA2EEB2}" dt="2026-06-26T21:50:41.130" v="5628" actId="1076"/>
          <ac:spMkLst>
            <pc:docMk/>
            <pc:sldMk cId="3904825930" sldId="362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50:40.619" v="5541" actId="478"/>
          <ac:spMkLst>
            <pc:docMk/>
            <pc:sldMk cId="3904825930" sldId="362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0:40.619" v="5540" actId="478"/>
          <ac:spMkLst>
            <pc:docMk/>
            <pc:sldMk cId="3904825930" sldId="362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615" v="5539" actId="478"/>
          <ac:spMkLst>
            <pc:docMk/>
            <pc:sldMk cId="3904825930" sldId="362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615" v="5538" actId="478"/>
          <ac:spMkLst>
            <pc:docMk/>
            <pc:sldMk cId="3904825930" sldId="362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0:40.623" v="5542" actId="478"/>
          <ac:grpSpMkLst>
            <pc:docMk/>
            <pc:sldMk cId="3904825930" sldId="36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27" v="5544" actId="478"/>
          <ac:grpSpMkLst>
            <pc:docMk/>
            <pc:sldMk cId="3904825930" sldId="36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27" v="5543" actId="478"/>
          <ac:grpSpMkLst>
            <pc:docMk/>
            <pc:sldMk cId="3904825930" sldId="362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11" v="5537" actId="478"/>
          <ac:grpSpMkLst>
            <pc:docMk/>
            <pc:sldMk cId="3904825930" sldId="36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611" v="5536" actId="478"/>
          <ac:grpSpMkLst>
            <pc:docMk/>
            <pc:sldMk cId="3904825930" sldId="362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366" v="7856" actId="2890"/>
        <pc:sldMkLst>
          <pc:docMk/>
          <pc:sldMk cId="172145371" sldId="363"/>
        </pc:sldMkLst>
        <pc:spChg chg="add del">
          <ac:chgData name="JP Paulson" userId="460546f63f696f4c" providerId="LiveId" clId="{957F310B-9F73-4E82-8F26-768C6CA2EEB2}" dt="2026-06-26T21:51:06.849" v="7763" actId="478"/>
          <ac:spMkLst>
            <pc:docMk/>
            <pc:sldMk cId="172145371" sldId="363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1:06.849" v="7762" actId="478"/>
          <ac:spMkLst>
            <pc:docMk/>
            <pc:sldMk cId="172145371" sldId="363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849" v="7761" actId="478"/>
          <ac:spMkLst>
            <pc:docMk/>
            <pc:sldMk cId="172145371" sldId="363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844" v="7760" actId="478"/>
          <ac:spMkLst>
            <pc:docMk/>
            <pc:sldMk cId="172145371" sldId="363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55.118" v="6191"/>
          <ac:spMkLst>
            <pc:docMk/>
            <pc:sldMk cId="172145371" sldId="363"/>
            <ac:spMk id="24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118" v="6191"/>
          <ac:spMkLst>
            <pc:docMk/>
            <pc:sldMk cId="172145371" sldId="363"/>
            <ac:spMk id="24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118" v="6191"/>
          <ac:spMkLst>
            <pc:docMk/>
            <pc:sldMk cId="172145371" sldId="363"/>
            <ac:spMk id="24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118" v="6191"/>
          <ac:spMkLst>
            <pc:docMk/>
            <pc:sldMk cId="172145371" sldId="363"/>
            <ac:spMk id="24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07.337" v="7855" actId="1076"/>
          <ac:grpSpMkLst>
            <pc:docMk/>
            <pc:sldMk cId="172145371" sldId="363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53" v="7764" actId="478"/>
          <ac:grpSpMkLst>
            <pc:docMk/>
            <pc:sldMk cId="172145371" sldId="36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56" v="7765" actId="478"/>
          <ac:grpSpMkLst>
            <pc:docMk/>
            <pc:sldMk cId="172145371" sldId="36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44" v="7759" actId="478"/>
          <ac:grpSpMkLst>
            <pc:docMk/>
            <pc:sldMk cId="172145371" sldId="36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841" v="7758" actId="478"/>
          <ac:grpSpMkLst>
            <pc:docMk/>
            <pc:sldMk cId="172145371" sldId="363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1.130" v="5626" actId="2890"/>
        <pc:sldMkLst>
          <pc:docMk/>
          <pc:sldMk cId="1586984000" sldId="363"/>
        </pc:sldMkLst>
        <pc:spChg chg="add del">
          <ac:chgData name="JP Paulson" userId="460546f63f696f4c" providerId="LiveId" clId="{957F310B-9F73-4E82-8F26-768C6CA2EEB2}" dt="2026-06-26T21:50:40.603" v="5533" actId="478"/>
          <ac:spMkLst>
            <pc:docMk/>
            <pc:sldMk cId="1586984000" sldId="363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0:40.603" v="5532" actId="478"/>
          <ac:spMkLst>
            <pc:docMk/>
            <pc:sldMk cId="1586984000" sldId="363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598" v="5531" actId="478"/>
          <ac:spMkLst>
            <pc:docMk/>
            <pc:sldMk cId="1586984000" sldId="363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598" v="5530" actId="478"/>
          <ac:spMkLst>
            <pc:docMk/>
            <pc:sldMk cId="1586984000" sldId="363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10.343" v="3961"/>
          <ac:spMkLst>
            <pc:docMk/>
            <pc:sldMk cId="1586984000" sldId="363"/>
            <ac:spMk id="24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343" v="3961"/>
          <ac:spMkLst>
            <pc:docMk/>
            <pc:sldMk cId="1586984000" sldId="363"/>
            <ac:spMk id="24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343" v="3961"/>
          <ac:spMkLst>
            <pc:docMk/>
            <pc:sldMk cId="1586984000" sldId="363"/>
            <ac:spMk id="24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343" v="3961"/>
          <ac:spMkLst>
            <pc:docMk/>
            <pc:sldMk cId="1586984000" sldId="363"/>
            <ac:spMk id="24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0:41.102" v="5625" actId="1076"/>
          <ac:grpSpMkLst>
            <pc:docMk/>
            <pc:sldMk cId="1586984000" sldId="363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07" v="5534" actId="478"/>
          <ac:grpSpMkLst>
            <pc:docMk/>
            <pc:sldMk cId="1586984000" sldId="36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607" v="5535" actId="478"/>
          <ac:grpSpMkLst>
            <pc:docMk/>
            <pc:sldMk cId="1586984000" sldId="36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95" v="5529" actId="478"/>
          <ac:grpSpMkLst>
            <pc:docMk/>
            <pc:sldMk cId="1586984000" sldId="36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594" v="5528" actId="478"/>
          <ac:grpSpMkLst>
            <pc:docMk/>
            <pc:sldMk cId="1586984000" sldId="363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333" v="8800"/>
        <pc:sldMkLst>
          <pc:docMk/>
          <pc:sldMk cId="1716835541" sldId="363"/>
        </pc:sldMkLst>
        <pc:spChg chg="del">
          <ac:chgData name="JP Paulson" userId="460546f63f696f4c" providerId="LiveId" clId="{957F310B-9F73-4E82-8F26-768C6CA2EEB2}" dt="2026-06-26T21:51:46.304" v="8764"/>
          <ac:spMkLst>
            <pc:docMk/>
            <pc:sldMk cId="1716835541" sldId="363"/>
            <ac:spMk id="8" creationId="{A2648998-9F83-2C36-50F2-B620E5D9951B}"/>
          </ac:spMkLst>
        </pc:spChg>
        <pc:spChg chg="del">
          <ac:chgData name="JP Paulson" userId="460546f63f696f4c" providerId="LiveId" clId="{957F310B-9F73-4E82-8F26-768C6CA2EEB2}" dt="2026-06-26T21:51:46.304" v="8766"/>
          <ac:spMkLst>
            <pc:docMk/>
            <pc:sldMk cId="1716835541" sldId="363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308" v="8768"/>
          <ac:spMkLst>
            <pc:docMk/>
            <pc:sldMk cId="1716835541" sldId="363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308" v="8770"/>
          <ac:spMkLst>
            <pc:docMk/>
            <pc:sldMk cId="1716835541" sldId="363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1:45.538" v="8443"/>
          <ac:spMkLst>
            <pc:docMk/>
            <pc:sldMk cId="1716835541" sldId="363"/>
            <ac:spMk id="24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538" v="8443"/>
          <ac:spMkLst>
            <pc:docMk/>
            <pc:sldMk cId="1716835541" sldId="363"/>
            <ac:spMk id="24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538" v="8443"/>
          <ac:spMkLst>
            <pc:docMk/>
            <pc:sldMk cId="1716835541" sldId="363"/>
            <ac:spMk id="24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538" v="8443"/>
          <ac:spMkLst>
            <pc:docMk/>
            <pc:sldMk cId="1716835541" sldId="363"/>
            <ac:spMk id="24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45.538" v="8443"/>
          <ac:grpSpMkLst>
            <pc:docMk/>
            <pc:sldMk cId="1716835541" sldId="363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300" v="8762"/>
          <ac:grpSpMkLst>
            <pc:docMk/>
            <pc:sldMk cId="1716835541" sldId="363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297" v="8760"/>
          <ac:grpSpMkLst>
            <pc:docMk/>
            <pc:sldMk cId="1716835541" sldId="363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313" v="8772"/>
          <ac:grpSpMkLst>
            <pc:docMk/>
            <pc:sldMk cId="1716835541" sldId="363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313" v="8774"/>
          <ac:grpSpMkLst>
            <pc:docMk/>
            <pc:sldMk cId="1716835541" sldId="363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394" v="3344" actId="2890"/>
        <pc:sldMkLst>
          <pc:docMk/>
          <pc:sldMk cId="2050318909" sldId="363"/>
        </pc:sldMkLst>
        <pc:spChg chg="mod">
          <ac:chgData name="JP Paulson" userId="460546f63f696f4c" providerId="LiveId" clId="{957F310B-9F73-4E82-8F26-768C6CA2EEB2}" dt="2026-06-26T21:45:54.368" v="3343" actId="1076"/>
          <ac:spMkLst>
            <pc:docMk/>
            <pc:sldMk cId="2050318909" sldId="363"/>
            <ac:spMk id="2" creationId="{859C3D36-9D07-66C9-526A-4E00CA94F46B}"/>
          </ac:spMkLst>
        </pc:spChg>
        <pc:spChg chg="add del">
          <ac:chgData name="JP Paulson" userId="460546f63f696f4c" providerId="LiveId" clId="{957F310B-9F73-4E82-8F26-768C6CA2EEB2}" dt="2026-06-26T21:45:53.878" v="3256" actId="478"/>
          <ac:spMkLst>
            <pc:docMk/>
            <pc:sldMk cId="2050318909" sldId="363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74" v="3255" actId="478"/>
          <ac:spMkLst>
            <pc:docMk/>
            <pc:sldMk cId="2050318909" sldId="363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74" v="3254" actId="478"/>
          <ac:spMkLst>
            <pc:docMk/>
            <pc:sldMk cId="2050318909" sldId="363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74" v="3253" actId="478"/>
          <ac:spMkLst>
            <pc:docMk/>
            <pc:sldMk cId="2050318909" sldId="363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78" v="3257" actId="478"/>
          <ac:grpSpMkLst>
            <pc:docMk/>
            <pc:sldMk cId="2050318909" sldId="36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87" v="3259" actId="478"/>
          <ac:grpSpMkLst>
            <pc:docMk/>
            <pc:sldMk cId="2050318909" sldId="36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82" v="3258" actId="478"/>
          <ac:grpSpMkLst>
            <pc:docMk/>
            <pc:sldMk cId="2050318909" sldId="363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70" v="3252" actId="478"/>
          <ac:grpSpMkLst>
            <pc:docMk/>
            <pc:sldMk cId="2050318909" sldId="36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70" v="3251" actId="478"/>
          <ac:grpSpMkLst>
            <pc:docMk/>
            <pc:sldMk cId="2050318909" sldId="363"/>
            <ac:grpSpMk id="383" creationId="{531C37E1-0517-938D-FDF6-7C5057260B3D}"/>
          </ac:grpSpMkLst>
        </pc:grpChg>
      </pc:sldChg>
      <pc:sldChg chg="delSp add mod modTransition delAnim modAnim">
        <pc:chgData name="JP Paulson" userId="460546f63f696f4c" providerId="LiveId" clId="{957F310B-9F73-4E82-8F26-768C6CA2EEB2}" dt="2026-06-26T21:51:46.387" v="8831"/>
        <pc:sldMkLst>
          <pc:docMk/>
          <pc:sldMk cId="302080999" sldId="364"/>
        </pc:sldMkLst>
        <pc:spChg chg="del">
          <ac:chgData name="JP Paulson" userId="460546f63f696f4c" providerId="LiveId" clId="{957F310B-9F73-4E82-8F26-768C6CA2EEB2}" dt="2026-06-26T21:51:46.367" v="8810"/>
          <ac:spMkLst>
            <pc:docMk/>
            <pc:sldMk cId="302080999" sldId="364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370" v="8812"/>
          <ac:spMkLst>
            <pc:docMk/>
            <pc:sldMk cId="302080999" sldId="364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374" v="8814"/>
          <ac:spMkLst>
            <pc:docMk/>
            <pc:sldMk cId="302080999" sldId="364"/>
            <ac:spMk id="11" creationId="{A94BC2B6-9373-7852-5232-3DAEB6C1EE7A}"/>
          </ac:spMkLst>
        </pc:spChg>
        <pc:grpChg chg="del">
          <ac:chgData name="JP Paulson" userId="460546f63f696f4c" providerId="LiveId" clId="{957F310B-9F73-4E82-8F26-768C6CA2EEB2}" dt="2026-06-26T21:51:46.362" v="8808"/>
          <ac:grpSpMkLst>
            <pc:docMk/>
            <pc:sldMk cId="302080999" sldId="364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362" v="8806"/>
          <ac:grpSpMkLst>
            <pc:docMk/>
            <pc:sldMk cId="302080999" sldId="364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354" v="8802"/>
          <ac:grpSpMkLst>
            <pc:docMk/>
            <pc:sldMk cId="302080999" sldId="364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358" v="8804"/>
          <ac:grpSpMkLst>
            <pc:docMk/>
            <pc:sldMk cId="302080999" sldId="364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374" v="8816"/>
          <ac:grpSpMkLst>
            <pc:docMk/>
            <pc:sldMk cId="302080999" sldId="364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378" v="8818"/>
          <ac:grpSpMkLst>
            <pc:docMk/>
            <pc:sldMk cId="302080999" sldId="364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1:07.333" v="7853" actId="2890"/>
        <pc:sldMkLst>
          <pc:docMk/>
          <pc:sldMk cId="2024539367" sldId="364"/>
        </pc:sldMkLst>
        <pc:spChg chg="add del">
          <ac:chgData name="JP Paulson" userId="460546f63f696f4c" providerId="LiveId" clId="{957F310B-9F73-4E82-8F26-768C6CA2EEB2}" dt="2026-06-26T21:51:06.828" v="7753" actId="478"/>
          <ac:spMkLst>
            <pc:docMk/>
            <pc:sldMk cId="2024539367" sldId="364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826" v="7752" actId="478"/>
          <ac:spMkLst>
            <pc:docMk/>
            <pc:sldMk cId="2024539367" sldId="364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824" v="7751" actId="478"/>
          <ac:spMkLst>
            <pc:docMk/>
            <pc:sldMk cId="2024539367" sldId="364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1:06.828" v="7754" actId="478"/>
          <ac:grpSpMkLst>
            <pc:docMk/>
            <pc:sldMk cId="2024539367" sldId="36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33" v="7755" actId="478"/>
          <ac:grpSpMkLst>
            <pc:docMk/>
            <pc:sldMk cId="2024539367" sldId="36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36" v="7757" actId="478"/>
          <ac:grpSpMkLst>
            <pc:docMk/>
            <pc:sldMk cId="2024539367" sldId="364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36" v="7756" actId="478"/>
          <ac:grpSpMkLst>
            <pc:docMk/>
            <pc:sldMk cId="2024539367" sldId="364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24" v="7750" actId="478"/>
          <ac:grpSpMkLst>
            <pc:docMk/>
            <pc:sldMk cId="2024539367" sldId="36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820" v="7749" actId="478"/>
          <ac:grpSpMkLst>
            <pc:docMk/>
            <pc:sldMk cId="2024539367" sldId="364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0:41.098" v="5623" actId="2890"/>
        <pc:sldMkLst>
          <pc:docMk/>
          <pc:sldMk cId="3309521627" sldId="364"/>
        </pc:sldMkLst>
        <pc:spChg chg="add del">
          <ac:chgData name="JP Paulson" userId="460546f63f696f4c" providerId="LiveId" clId="{957F310B-9F73-4E82-8F26-768C6CA2EEB2}" dt="2026-06-26T21:50:40.577" v="5523" actId="478"/>
          <ac:spMkLst>
            <pc:docMk/>
            <pc:sldMk cId="3309521627" sldId="364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577" v="5522" actId="478"/>
          <ac:spMkLst>
            <pc:docMk/>
            <pc:sldMk cId="3309521627" sldId="364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573" v="5521" actId="478"/>
          <ac:spMkLst>
            <pc:docMk/>
            <pc:sldMk cId="3309521627" sldId="364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0:40.582" v="5524" actId="478"/>
          <ac:grpSpMkLst>
            <pc:docMk/>
            <pc:sldMk cId="3309521627" sldId="36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82" v="5525" actId="478"/>
          <ac:grpSpMkLst>
            <pc:docMk/>
            <pc:sldMk cId="3309521627" sldId="36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90" v="5527" actId="478"/>
          <ac:grpSpMkLst>
            <pc:docMk/>
            <pc:sldMk cId="3309521627" sldId="364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90" v="5526" actId="478"/>
          <ac:grpSpMkLst>
            <pc:docMk/>
            <pc:sldMk cId="3309521627" sldId="364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73" v="5520" actId="478"/>
          <ac:grpSpMkLst>
            <pc:docMk/>
            <pc:sldMk cId="3309521627" sldId="36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569" v="5519" actId="478"/>
          <ac:grpSpMkLst>
            <pc:docMk/>
            <pc:sldMk cId="3309521627" sldId="364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364" v="3341" actId="2890"/>
        <pc:sldMkLst>
          <pc:docMk/>
          <pc:sldMk cId="3354871098" sldId="364"/>
        </pc:sldMkLst>
        <pc:spChg chg="add del">
          <ac:chgData name="JP Paulson" userId="460546f63f696f4c" providerId="LiveId" clId="{957F310B-9F73-4E82-8F26-768C6CA2EEB2}" dt="2026-06-26T21:45:53.861" v="3248" actId="478"/>
          <ac:spMkLst>
            <pc:docMk/>
            <pc:sldMk cId="3354871098" sldId="364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61" v="3247" actId="478"/>
          <ac:spMkLst>
            <pc:docMk/>
            <pc:sldMk cId="3354871098" sldId="364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59" v="3246" actId="478"/>
          <ac:spMkLst>
            <pc:docMk/>
            <pc:sldMk cId="3354871098" sldId="364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57" v="3245" actId="478"/>
          <ac:spMkLst>
            <pc:docMk/>
            <pc:sldMk cId="3354871098" sldId="364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7.993" v="1676"/>
          <ac:spMkLst>
            <pc:docMk/>
            <pc:sldMk cId="3354871098" sldId="364"/>
            <ac:spMk id="24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339" v="3340" actId="1076"/>
          <ac:grpSpMkLst>
            <pc:docMk/>
            <pc:sldMk cId="3354871098" sldId="36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65" v="3249" actId="478"/>
          <ac:grpSpMkLst>
            <pc:docMk/>
            <pc:sldMk cId="3354871098" sldId="36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65" v="3250" actId="478"/>
          <ac:grpSpMkLst>
            <pc:docMk/>
            <pc:sldMk cId="3354871098" sldId="364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53" v="3244" actId="478"/>
          <ac:grpSpMkLst>
            <pc:docMk/>
            <pc:sldMk cId="3354871098" sldId="36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53" v="3243" actId="478"/>
          <ac:grpSpMkLst>
            <pc:docMk/>
            <pc:sldMk cId="3354871098" sldId="364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305" v="7852" actId="2890"/>
        <pc:sldMkLst>
          <pc:docMk/>
          <pc:sldMk cId="845982210" sldId="365"/>
        </pc:sldMkLst>
        <pc:spChg chg="mod">
          <ac:chgData name="JP Paulson" userId="460546f63f696f4c" providerId="LiveId" clId="{957F310B-9F73-4E82-8F26-768C6CA2EEB2}" dt="2026-06-26T21:51:07.280" v="7851" actId="1076"/>
          <ac:spMkLst>
            <pc:docMk/>
            <pc:sldMk cId="845982210" sldId="365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1:06.803" v="7744" actId="478"/>
          <ac:spMkLst>
            <pc:docMk/>
            <pc:sldMk cId="845982210" sldId="365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803" v="7743" actId="478"/>
          <ac:spMkLst>
            <pc:docMk/>
            <pc:sldMk cId="845982210" sldId="365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803" v="7742" actId="478"/>
          <ac:spMkLst>
            <pc:docMk/>
            <pc:sldMk cId="845982210" sldId="365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1:06.807" v="7745" actId="478"/>
          <ac:grpSpMkLst>
            <pc:docMk/>
            <pc:sldMk cId="845982210" sldId="36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12" v="7746" actId="478"/>
          <ac:grpSpMkLst>
            <pc:docMk/>
            <pc:sldMk cId="845982210" sldId="36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15" v="7748" actId="478"/>
          <ac:grpSpMkLst>
            <pc:docMk/>
            <pc:sldMk cId="845982210" sldId="365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815" v="7747" actId="478"/>
          <ac:grpSpMkLst>
            <pc:docMk/>
            <pc:sldMk cId="845982210" sldId="365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99" v="7741" actId="478"/>
          <ac:grpSpMkLst>
            <pc:docMk/>
            <pc:sldMk cId="845982210" sldId="365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799" v="7740" actId="478"/>
          <ac:grpSpMkLst>
            <pc:docMk/>
            <pc:sldMk cId="845982210" sldId="365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334" v="3338" actId="2890"/>
        <pc:sldMkLst>
          <pc:docMk/>
          <pc:sldMk cId="1681766347" sldId="365"/>
        </pc:sldMkLst>
        <pc:spChg chg="add del">
          <ac:chgData name="JP Paulson" userId="460546f63f696f4c" providerId="LiveId" clId="{957F310B-9F73-4E82-8F26-768C6CA2EEB2}" dt="2026-06-26T21:45:53.837" v="3238" actId="478"/>
          <ac:spMkLst>
            <pc:docMk/>
            <pc:sldMk cId="1681766347" sldId="365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37" v="3237" actId="478"/>
          <ac:spMkLst>
            <pc:docMk/>
            <pc:sldMk cId="1681766347" sldId="365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33" v="3236" actId="478"/>
          <ac:spMkLst>
            <pc:docMk/>
            <pc:sldMk cId="1681766347" sldId="365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41" v="3239" actId="478"/>
          <ac:grpSpMkLst>
            <pc:docMk/>
            <pc:sldMk cId="1681766347" sldId="36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41" v="3240" actId="478"/>
          <ac:grpSpMkLst>
            <pc:docMk/>
            <pc:sldMk cId="1681766347" sldId="36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49" v="3242" actId="478"/>
          <ac:grpSpMkLst>
            <pc:docMk/>
            <pc:sldMk cId="1681766347" sldId="365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49" v="3241" actId="478"/>
          <ac:grpSpMkLst>
            <pc:docMk/>
            <pc:sldMk cId="1681766347" sldId="365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33" v="3235" actId="478"/>
          <ac:grpSpMkLst>
            <pc:docMk/>
            <pc:sldMk cId="1681766347" sldId="365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33" v="3234" actId="478"/>
          <ac:grpSpMkLst>
            <pc:docMk/>
            <pc:sldMk cId="1681766347" sldId="365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428" v="8862"/>
        <pc:sldMkLst>
          <pc:docMk/>
          <pc:sldMk cId="2182210482" sldId="365"/>
        </pc:sldMkLst>
        <pc:spChg chg="mod">
          <ac:chgData name="JP Paulson" userId="460546f63f696f4c" providerId="LiveId" clId="{957F310B-9F73-4E82-8F26-768C6CA2EEB2}" dt="2026-06-26T21:51:45.615" v="8452"/>
          <ac:spMkLst>
            <pc:docMk/>
            <pc:sldMk cId="2182210482" sldId="365"/>
            <ac:spMk id="8" creationId="{A2648998-9F83-2C36-50F2-B620E5D9951B}"/>
          </ac:spMkLst>
        </pc:spChg>
        <pc:spChg chg="del">
          <ac:chgData name="JP Paulson" userId="460546f63f696f4c" providerId="LiveId" clId="{957F310B-9F73-4E82-8F26-768C6CA2EEB2}" dt="2026-06-26T21:51:46.407" v="8841"/>
          <ac:spMkLst>
            <pc:docMk/>
            <pc:sldMk cId="2182210482" sldId="365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412" v="8843"/>
          <ac:spMkLst>
            <pc:docMk/>
            <pc:sldMk cId="2182210482" sldId="365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415" v="8845"/>
          <ac:spMkLst>
            <pc:docMk/>
            <pc:sldMk cId="2182210482" sldId="365"/>
            <ac:spMk id="11" creationId="{A94BC2B6-9373-7852-5232-3DAEB6C1EE7A}"/>
          </ac:spMkLst>
        </pc:spChg>
        <pc:grpChg chg="del">
          <ac:chgData name="JP Paulson" userId="460546f63f696f4c" providerId="LiveId" clId="{957F310B-9F73-4E82-8F26-768C6CA2EEB2}" dt="2026-06-26T21:51:46.403" v="8839"/>
          <ac:grpSpMkLst>
            <pc:docMk/>
            <pc:sldMk cId="2182210482" sldId="365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01" v="8837"/>
          <ac:grpSpMkLst>
            <pc:docMk/>
            <pc:sldMk cId="2182210482" sldId="365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391" v="8833"/>
          <ac:grpSpMkLst>
            <pc:docMk/>
            <pc:sldMk cId="2182210482" sldId="365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397" v="8835"/>
          <ac:grpSpMkLst>
            <pc:docMk/>
            <pc:sldMk cId="2182210482" sldId="365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15" v="8847"/>
          <ac:grpSpMkLst>
            <pc:docMk/>
            <pc:sldMk cId="2182210482" sldId="365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419" v="8849"/>
          <ac:grpSpMkLst>
            <pc:docMk/>
            <pc:sldMk cId="2182210482" sldId="365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1.068" v="5622" actId="2890"/>
        <pc:sldMkLst>
          <pc:docMk/>
          <pc:sldMk cId="3183666124" sldId="365"/>
        </pc:sldMkLst>
        <pc:spChg chg="mod">
          <ac:chgData name="JP Paulson" userId="460546f63f696f4c" providerId="LiveId" clId="{957F310B-9F73-4E82-8F26-768C6CA2EEB2}" dt="2026-06-26T21:50:41.038" v="5621" actId="1076"/>
          <ac:spMkLst>
            <pc:docMk/>
            <pc:sldMk cId="3183666124" sldId="365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50:40.557" v="5514" actId="478"/>
          <ac:spMkLst>
            <pc:docMk/>
            <pc:sldMk cId="3183666124" sldId="365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553" v="5513" actId="478"/>
          <ac:spMkLst>
            <pc:docMk/>
            <pc:sldMk cId="3183666124" sldId="365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553" v="5512" actId="478"/>
          <ac:spMkLst>
            <pc:docMk/>
            <pc:sldMk cId="3183666124" sldId="365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0:40.559" v="5515" actId="478"/>
          <ac:grpSpMkLst>
            <pc:docMk/>
            <pc:sldMk cId="3183666124" sldId="36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61" v="5516" actId="478"/>
          <ac:grpSpMkLst>
            <pc:docMk/>
            <pc:sldMk cId="3183666124" sldId="36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69" v="5518" actId="478"/>
          <ac:grpSpMkLst>
            <pc:docMk/>
            <pc:sldMk cId="3183666124" sldId="365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67" v="5517" actId="478"/>
          <ac:grpSpMkLst>
            <pc:docMk/>
            <pc:sldMk cId="3183666124" sldId="365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49" v="5511" actId="478"/>
          <ac:grpSpMkLst>
            <pc:docMk/>
            <pc:sldMk cId="3183666124" sldId="365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549" v="5510" actId="478"/>
          <ac:grpSpMkLst>
            <pc:docMk/>
            <pc:sldMk cId="3183666124" sldId="365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475" v="8904"/>
        <pc:sldMkLst>
          <pc:docMk/>
          <pc:sldMk cId="2133811726" sldId="366"/>
        </pc:sldMkLst>
        <pc:spChg chg="del">
          <ac:chgData name="JP Paulson" userId="460546f63f696f4c" providerId="LiveId" clId="{957F310B-9F73-4E82-8F26-768C6CA2EEB2}" dt="2026-06-26T21:51:46.445" v="8870"/>
          <ac:spMkLst>
            <pc:docMk/>
            <pc:sldMk cId="2133811726" sldId="366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449" v="8872"/>
          <ac:spMkLst>
            <pc:docMk/>
            <pc:sldMk cId="2133811726" sldId="366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451" v="8874"/>
          <ac:spMkLst>
            <pc:docMk/>
            <pc:sldMk cId="2133811726" sldId="366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1:45.656" v="8459"/>
          <ac:spMkLst>
            <pc:docMk/>
            <pc:sldMk cId="2133811726" sldId="366"/>
            <ac:spMk id="24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656" v="8459"/>
          <ac:spMkLst>
            <pc:docMk/>
            <pc:sldMk cId="2133811726" sldId="366"/>
            <ac:spMk id="24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656" v="8459"/>
          <ac:spMkLst>
            <pc:docMk/>
            <pc:sldMk cId="2133811726" sldId="366"/>
            <ac:spMk id="24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656" v="8459"/>
          <ac:spMkLst>
            <pc:docMk/>
            <pc:sldMk cId="2133811726" sldId="366"/>
            <ac:spMk id="24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45.656" v="8459"/>
          <ac:grpSpMkLst>
            <pc:docMk/>
            <pc:sldMk cId="2133811726" sldId="366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40" v="8868"/>
          <ac:grpSpMkLst>
            <pc:docMk/>
            <pc:sldMk cId="2133811726" sldId="366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38" v="8866"/>
          <ac:grpSpMkLst>
            <pc:docMk/>
            <pc:sldMk cId="2133811726" sldId="366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35" v="8864"/>
          <ac:grpSpMkLst>
            <pc:docMk/>
            <pc:sldMk cId="2133811726" sldId="366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55" v="8876"/>
          <ac:grpSpMkLst>
            <pc:docMk/>
            <pc:sldMk cId="2133811726" sldId="366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455" v="8878"/>
          <ac:grpSpMkLst>
            <pc:docMk/>
            <pc:sldMk cId="2133811726" sldId="366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310" v="3337" actId="2890"/>
        <pc:sldMkLst>
          <pc:docMk/>
          <pc:sldMk cId="2816496271" sldId="366"/>
        </pc:sldMkLst>
        <pc:spChg chg="mod">
          <ac:chgData name="JP Paulson" userId="460546f63f696f4c" providerId="LiveId" clId="{957F310B-9F73-4E82-8F26-768C6CA2EEB2}" dt="2026-06-26T21:45:54.282" v="3336" actId="1076"/>
          <ac:spMkLst>
            <pc:docMk/>
            <pc:sldMk cId="2816496271" sldId="366"/>
            <ac:spMk id="8" creationId="{A2648998-9F83-2C36-50F2-B620E5D9951B}"/>
          </ac:spMkLst>
        </pc:spChg>
        <pc:spChg chg="add del">
          <ac:chgData name="JP Paulson" userId="460546f63f696f4c" providerId="LiveId" clId="{957F310B-9F73-4E82-8F26-768C6CA2EEB2}" dt="2026-06-26T21:45:53.815" v="3229" actId="478"/>
          <ac:spMkLst>
            <pc:docMk/>
            <pc:sldMk cId="2816496271" sldId="366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815" v="3228" actId="478"/>
          <ac:spMkLst>
            <pc:docMk/>
            <pc:sldMk cId="2816496271" sldId="366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811" v="3227" actId="478"/>
          <ac:spMkLst>
            <pc:docMk/>
            <pc:sldMk cId="2816496271" sldId="366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821" v="3230" actId="478"/>
          <ac:grpSpMkLst>
            <pc:docMk/>
            <pc:sldMk cId="2816496271" sldId="366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21" v="3231" actId="478"/>
          <ac:grpSpMkLst>
            <pc:docMk/>
            <pc:sldMk cId="2816496271" sldId="366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28" v="3233" actId="478"/>
          <ac:grpSpMkLst>
            <pc:docMk/>
            <pc:sldMk cId="2816496271" sldId="366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24" v="3232" actId="478"/>
          <ac:grpSpMkLst>
            <pc:docMk/>
            <pc:sldMk cId="2816496271" sldId="366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11" v="3226" actId="478"/>
          <ac:grpSpMkLst>
            <pc:docMk/>
            <pc:sldMk cId="2816496271" sldId="366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811" v="3225" actId="478"/>
          <ac:grpSpMkLst>
            <pc:docMk/>
            <pc:sldMk cId="2816496271" sldId="366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1.034" v="5619" actId="2890"/>
        <pc:sldMkLst>
          <pc:docMk/>
          <pc:sldMk cId="2949036912" sldId="366"/>
        </pc:sldMkLst>
        <pc:spChg chg="add del">
          <ac:chgData name="JP Paulson" userId="460546f63f696f4c" providerId="LiveId" clId="{957F310B-9F73-4E82-8F26-768C6CA2EEB2}" dt="2026-06-26T21:50:40.536" v="5506" actId="478"/>
          <ac:spMkLst>
            <pc:docMk/>
            <pc:sldMk cId="2949036912" sldId="366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536" v="5505" actId="478"/>
          <ac:spMkLst>
            <pc:docMk/>
            <pc:sldMk cId="2949036912" sldId="366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532" v="5504" actId="478"/>
          <ac:spMkLst>
            <pc:docMk/>
            <pc:sldMk cId="2949036912" sldId="366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10.473" v="3977"/>
          <ac:spMkLst>
            <pc:docMk/>
            <pc:sldMk cId="2949036912" sldId="366"/>
            <ac:spMk id="24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473" v="3977"/>
          <ac:spMkLst>
            <pc:docMk/>
            <pc:sldMk cId="2949036912" sldId="366"/>
            <ac:spMk id="24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473" v="3977"/>
          <ac:spMkLst>
            <pc:docMk/>
            <pc:sldMk cId="2949036912" sldId="366"/>
            <ac:spMk id="24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473" v="3977"/>
          <ac:spMkLst>
            <pc:docMk/>
            <pc:sldMk cId="2949036912" sldId="366"/>
            <ac:spMk id="24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0:41.005" v="5618" actId="1076"/>
          <ac:grpSpMkLst>
            <pc:docMk/>
            <pc:sldMk cId="2949036912" sldId="366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40" v="5507" actId="478"/>
          <ac:grpSpMkLst>
            <pc:docMk/>
            <pc:sldMk cId="2949036912" sldId="366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44" v="5508" actId="478"/>
          <ac:grpSpMkLst>
            <pc:docMk/>
            <pc:sldMk cId="2949036912" sldId="366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44" v="5509" actId="478"/>
          <ac:grpSpMkLst>
            <pc:docMk/>
            <pc:sldMk cId="2949036912" sldId="366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32" v="5503" actId="478"/>
          <ac:grpSpMkLst>
            <pc:docMk/>
            <pc:sldMk cId="2949036912" sldId="366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528" v="5502" actId="478"/>
          <ac:grpSpMkLst>
            <pc:docMk/>
            <pc:sldMk cId="2949036912" sldId="366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276" v="7849" actId="2890"/>
        <pc:sldMkLst>
          <pc:docMk/>
          <pc:sldMk cId="3613802245" sldId="366"/>
        </pc:sldMkLst>
        <pc:spChg chg="add del">
          <ac:chgData name="JP Paulson" userId="460546f63f696f4c" providerId="LiveId" clId="{957F310B-9F73-4E82-8F26-768C6CA2EEB2}" dt="2026-06-26T21:51:06.787" v="7736" actId="478"/>
          <ac:spMkLst>
            <pc:docMk/>
            <pc:sldMk cId="3613802245" sldId="366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787" v="7735" actId="478"/>
          <ac:spMkLst>
            <pc:docMk/>
            <pc:sldMk cId="3613802245" sldId="366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784" v="7734" actId="478"/>
          <ac:spMkLst>
            <pc:docMk/>
            <pc:sldMk cId="3613802245" sldId="366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55.235" v="6207"/>
          <ac:spMkLst>
            <pc:docMk/>
            <pc:sldMk cId="3613802245" sldId="366"/>
            <ac:spMk id="24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235" v="6207"/>
          <ac:spMkLst>
            <pc:docMk/>
            <pc:sldMk cId="3613802245" sldId="366"/>
            <ac:spMk id="24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235" v="6207"/>
          <ac:spMkLst>
            <pc:docMk/>
            <pc:sldMk cId="3613802245" sldId="366"/>
            <ac:spMk id="24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235" v="6207"/>
          <ac:spMkLst>
            <pc:docMk/>
            <pc:sldMk cId="3613802245" sldId="366"/>
            <ac:spMk id="24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07.247" v="7848" actId="1076"/>
          <ac:grpSpMkLst>
            <pc:docMk/>
            <pc:sldMk cId="3613802245" sldId="366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93" v="7737" actId="478"/>
          <ac:grpSpMkLst>
            <pc:docMk/>
            <pc:sldMk cId="3613802245" sldId="366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95" v="7738" actId="478"/>
          <ac:grpSpMkLst>
            <pc:docMk/>
            <pc:sldMk cId="3613802245" sldId="366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96" v="7739" actId="478"/>
          <ac:grpSpMkLst>
            <pc:docMk/>
            <pc:sldMk cId="3613802245" sldId="366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82" v="7733" actId="478"/>
          <ac:grpSpMkLst>
            <pc:docMk/>
            <pc:sldMk cId="3613802245" sldId="366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778" v="7732" actId="478"/>
          <ac:grpSpMkLst>
            <pc:docMk/>
            <pc:sldMk cId="3613802245" sldId="366"/>
            <ac:grpSpMk id="383" creationId="{531C37E1-0517-938D-FDF6-7C5057260B3D}"/>
          </ac:grpSpMkLst>
        </pc:grpChg>
      </pc:sldChg>
      <pc:sldChg chg="delSp add mod modTransition delAnim modAnim">
        <pc:chgData name="JP Paulson" userId="460546f63f696f4c" providerId="LiveId" clId="{957F310B-9F73-4E82-8F26-768C6CA2EEB2}" dt="2026-06-26T21:51:46.515" v="8935"/>
        <pc:sldMkLst>
          <pc:docMk/>
          <pc:sldMk cId="288494621" sldId="367"/>
        </pc:sldMkLst>
        <pc:spChg chg="del">
          <ac:chgData name="JP Paulson" userId="460546f63f696f4c" providerId="LiveId" clId="{957F310B-9F73-4E82-8F26-768C6CA2EEB2}" dt="2026-06-26T21:51:46.499" v="8916"/>
          <ac:spMkLst>
            <pc:docMk/>
            <pc:sldMk cId="288494621" sldId="367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502" v="8918"/>
          <ac:spMkLst>
            <pc:docMk/>
            <pc:sldMk cId="288494621" sldId="367"/>
            <ac:spMk id="11" creationId="{A94BC2B6-9373-7852-5232-3DAEB6C1EE7A}"/>
          </ac:spMkLst>
        </pc:spChg>
        <pc:grpChg chg="del">
          <ac:chgData name="JP Paulson" userId="460546f63f696f4c" providerId="LiveId" clId="{957F310B-9F73-4E82-8F26-768C6CA2EEB2}" dt="2026-06-26T21:51:46.495" v="8914"/>
          <ac:grpSpMkLst>
            <pc:docMk/>
            <pc:sldMk cId="288494621" sldId="367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91" v="8912"/>
          <ac:grpSpMkLst>
            <pc:docMk/>
            <pc:sldMk cId="288494621" sldId="367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89" v="8910"/>
          <ac:grpSpMkLst>
            <pc:docMk/>
            <pc:sldMk cId="288494621" sldId="367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80" v="8906"/>
          <ac:grpSpMkLst>
            <pc:docMk/>
            <pc:sldMk cId="288494621" sldId="367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486" v="8908"/>
          <ac:grpSpMkLst>
            <pc:docMk/>
            <pc:sldMk cId="288494621" sldId="367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06" v="8920"/>
          <ac:grpSpMkLst>
            <pc:docMk/>
            <pc:sldMk cId="288494621" sldId="367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506" v="8922"/>
          <ac:grpSpMkLst>
            <pc:docMk/>
            <pc:sldMk cId="288494621" sldId="367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0:41.004" v="5616" actId="2890"/>
        <pc:sldMkLst>
          <pc:docMk/>
          <pc:sldMk cId="389649508" sldId="367"/>
        </pc:sldMkLst>
        <pc:spChg chg="add del">
          <ac:chgData name="JP Paulson" userId="460546f63f696f4c" providerId="LiveId" clId="{957F310B-9F73-4E82-8F26-768C6CA2EEB2}" dt="2026-06-26T21:50:40.512" v="5496" actId="478"/>
          <ac:spMkLst>
            <pc:docMk/>
            <pc:sldMk cId="389649508" sldId="36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510" v="5495" actId="478"/>
          <ac:spMkLst>
            <pc:docMk/>
            <pc:sldMk cId="389649508" sldId="367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0:40.514" v="5497" actId="478"/>
          <ac:grpSpMkLst>
            <pc:docMk/>
            <pc:sldMk cId="389649508" sldId="367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18" v="5498" actId="478"/>
          <ac:grpSpMkLst>
            <pc:docMk/>
            <pc:sldMk cId="389649508" sldId="367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20" v="5499" actId="478"/>
          <ac:grpSpMkLst>
            <pc:docMk/>
            <pc:sldMk cId="389649508" sldId="367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26" v="5501" actId="478"/>
          <ac:grpSpMkLst>
            <pc:docMk/>
            <pc:sldMk cId="389649508" sldId="367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24" v="5500" actId="478"/>
          <ac:grpSpMkLst>
            <pc:docMk/>
            <pc:sldMk cId="389649508" sldId="367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08" v="5494" actId="478"/>
          <ac:grpSpMkLst>
            <pc:docMk/>
            <pc:sldMk cId="389649508" sldId="36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504" v="5493" actId="478"/>
          <ac:grpSpMkLst>
            <pc:docMk/>
            <pc:sldMk cId="389649508" sldId="367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282" v="3334" actId="2890"/>
        <pc:sldMkLst>
          <pc:docMk/>
          <pc:sldMk cId="864298791" sldId="367"/>
        </pc:sldMkLst>
        <pc:spChg chg="add del">
          <ac:chgData name="JP Paulson" userId="460546f63f696f4c" providerId="LiveId" clId="{957F310B-9F73-4E82-8F26-768C6CA2EEB2}" dt="2026-06-26T21:45:53.798" v="3221" actId="478"/>
          <ac:spMkLst>
            <pc:docMk/>
            <pc:sldMk cId="864298791" sldId="367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794" v="3220" actId="478"/>
          <ac:spMkLst>
            <pc:docMk/>
            <pc:sldMk cId="864298791" sldId="36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94" v="3219" actId="478"/>
          <ac:spMkLst>
            <pc:docMk/>
            <pc:sldMk cId="864298791" sldId="367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112" v="1692"/>
          <ac:spMkLst>
            <pc:docMk/>
            <pc:sldMk cId="864298791" sldId="367"/>
            <ac:spMk id="24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252" v="3333" actId="1076"/>
          <ac:grpSpMkLst>
            <pc:docMk/>
            <pc:sldMk cId="864298791" sldId="367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02" v="3222" actId="478"/>
          <ac:grpSpMkLst>
            <pc:docMk/>
            <pc:sldMk cId="864298791" sldId="367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02" v="3223" actId="478"/>
          <ac:grpSpMkLst>
            <pc:docMk/>
            <pc:sldMk cId="864298791" sldId="367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807" v="3224" actId="478"/>
          <ac:grpSpMkLst>
            <pc:docMk/>
            <pc:sldMk cId="864298791" sldId="367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94" v="3218" actId="478"/>
          <ac:grpSpMkLst>
            <pc:docMk/>
            <pc:sldMk cId="864298791" sldId="36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90" v="3217" actId="478"/>
          <ac:grpSpMkLst>
            <pc:docMk/>
            <pc:sldMk cId="864298791" sldId="367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1:07.247" v="7846" actId="2890"/>
        <pc:sldMkLst>
          <pc:docMk/>
          <pc:sldMk cId="1690310418" sldId="367"/>
        </pc:sldMkLst>
        <pc:spChg chg="add del">
          <ac:chgData name="JP Paulson" userId="460546f63f696f4c" providerId="LiveId" clId="{957F310B-9F73-4E82-8F26-768C6CA2EEB2}" dt="2026-06-26T21:51:06.761" v="7726" actId="478"/>
          <ac:spMkLst>
            <pc:docMk/>
            <pc:sldMk cId="1690310418" sldId="367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757" v="7725" actId="478"/>
          <ac:spMkLst>
            <pc:docMk/>
            <pc:sldMk cId="1690310418" sldId="367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1:06.761" v="7727" actId="478"/>
          <ac:grpSpMkLst>
            <pc:docMk/>
            <pc:sldMk cId="1690310418" sldId="367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66" v="7728" actId="478"/>
          <ac:grpSpMkLst>
            <pc:docMk/>
            <pc:sldMk cId="1690310418" sldId="367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70" v="7729" actId="478"/>
          <ac:grpSpMkLst>
            <pc:docMk/>
            <pc:sldMk cId="1690310418" sldId="367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77" v="7731" actId="478"/>
          <ac:grpSpMkLst>
            <pc:docMk/>
            <pc:sldMk cId="1690310418" sldId="367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75" v="7730" actId="478"/>
          <ac:grpSpMkLst>
            <pc:docMk/>
            <pc:sldMk cId="1690310418" sldId="367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57" v="7724" actId="478"/>
          <ac:grpSpMkLst>
            <pc:docMk/>
            <pc:sldMk cId="1690310418" sldId="367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753" v="7723" actId="478"/>
          <ac:grpSpMkLst>
            <pc:docMk/>
            <pc:sldMk cId="1690310418" sldId="367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214" v="7845" actId="2890"/>
        <pc:sldMkLst>
          <pc:docMk/>
          <pc:sldMk cId="1570321227" sldId="368"/>
        </pc:sldMkLst>
        <pc:spChg chg="mod">
          <ac:chgData name="JP Paulson" userId="460546f63f696f4c" providerId="LiveId" clId="{957F310B-9F73-4E82-8F26-768C6CA2EEB2}" dt="2026-06-26T21:51:07.188" v="7844" actId="1076"/>
          <ac:spMkLst>
            <pc:docMk/>
            <pc:sldMk cId="1570321227" sldId="368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1:06.736" v="7717" actId="478"/>
          <ac:spMkLst>
            <pc:docMk/>
            <pc:sldMk cId="1570321227" sldId="36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735" v="7716" actId="478"/>
          <ac:spMkLst>
            <pc:docMk/>
            <pc:sldMk cId="1570321227" sldId="368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1:06.740" v="7718" actId="478"/>
          <ac:grpSpMkLst>
            <pc:docMk/>
            <pc:sldMk cId="1570321227" sldId="368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42" v="7719" actId="478"/>
          <ac:grpSpMkLst>
            <pc:docMk/>
            <pc:sldMk cId="1570321227" sldId="368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44" v="7720" actId="478"/>
          <ac:grpSpMkLst>
            <pc:docMk/>
            <pc:sldMk cId="1570321227" sldId="368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53" v="7722" actId="478"/>
          <ac:grpSpMkLst>
            <pc:docMk/>
            <pc:sldMk cId="1570321227" sldId="36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49" v="7721" actId="478"/>
          <ac:grpSpMkLst>
            <pc:docMk/>
            <pc:sldMk cId="1570321227" sldId="368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33" v="7715" actId="478"/>
          <ac:grpSpMkLst>
            <pc:docMk/>
            <pc:sldMk cId="1570321227" sldId="36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728" v="7714" actId="478"/>
          <ac:grpSpMkLst>
            <pc:docMk/>
            <pc:sldMk cId="1570321227" sldId="368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561" v="8966"/>
        <pc:sldMkLst>
          <pc:docMk/>
          <pc:sldMk cId="2394297981" sldId="368"/>
        </pc:sldMkLst>
        <pc:spChg chg="mod">
          <ac:chgData name="JP Paulson" userId="460546f63f696f4c" providerId="LiveId" clId="{957F310B-9F73-4E82-8F26-768C6CA2EEB2}" dt="2026-06-26T21:51:45.730" v="8468"/>
          <ac:spMkLst>
            <pc:docMk/>
            <pc:sldMk cId="2394297981" sldId="368"/>
            <ac:spMk id="9" creationId="{B76386D2-B8EF-1EE5-2528-5C08AF45FF42}"/>
          </ac:spMkLst>
        </pc:spChg>
        <pc:spChg chg="del">
          <ac:chgData name="JP Paulson" userId="460546f63f696f4c" providerId="LiveId" clId="{957F310B-9F73-4E82-8F26-768C6CA2EEB2}" dt="2026-06-26T21:51:46.540" v="8947"/>
          <ac:spMkLst>
            <pc:docMk/>
            <pc:sldMk cId="2394297981" sldId="368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545" v="8949"/>
          <ac:spMkLst>
            <pc:docMk/>
            <pc:sldMk cId="2394297981" sldId="368"/>
            <ac:spMk id="11" creationId="{A94BC2B6-9373-7852-5232-3DAEB6C1EE7A}"/>
          </ac:spMkLst>
        </pc:spChg>
        <pc:grpChg chg="del">
          <ac:chgData name="JP Paulson" userId="460546f63f696f4c" providerId="LiveId" clId="{957F310B-9F73-4E82-8F26-768C6CA2EEB2}" dt="2026-06-26T21:51:46.540" v="8945"/>
          <ac:grpSpMkLst>
            <pc:docMk/>
            <pc:sldMk cId="2394297981" sldId="368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36" v="8943"/>
          <ac:grpSpMkLst>
            <pc:docMk/>
            <pc:sldMk cId="2394297981" sldId="368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32" v="8941"/>
          <ac:grpSpMkLst>
            <pc:docMk/>
            <pc:sldMk cId="2394297981" sldId="368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23" v="8937"/>
          <ac:grpSpMkLst>
            <pc:docMk/>
            <pc:sldMk cId="2394297981" sldId="368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28" v="8939"/>
          <ac:grpSpMkLst>
            <pc:docMk/>
            <pc:sldMk cId="2394297981" sldId="368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50" v="8951"/>
          <ac:grpSpMkLst>
            <pc:docMk/>
            <pc:sldMk cId="2394297981" sldId="368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553" v="8953"/>
          <ac:grpSpMkLst>
            <pc:docMk/>
            <pc:sldMk cId="2394297981" sldId="368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0.972" v="5615" actId="2890"/>
        <pc:sldMkLst>
          <pc:docMk/>
          <pc:sldMk cId="3003306996" sldId="368"/>
        </pc:sldMkLst>
        <pc:spChg chg="mod">
          <ac:chgData name="JP Paulson" userId="460546f63f696f4c" providerId="LiveId" clId="{957F310B-9F73-4E82-8F26-768C6CA2EEB2}" dt="2026-06-26T21:50:40.942" v="5614" actId="1076"/>
          <ac:spMkLst>
            <pc:docMk/>
            <pc:sldMk cId="3003306996" sldId="368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50:40.487" v="5487" actId="478"/>
          <ac:spMkLst>
            <pc:docMk/>
            <pc:sldMk cId="3003306996" sldId="36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487" v="5486" actId="478"/>
          <ac:spMkLst>
            <pc:docMk/>
            <pc:sldMk cId="3003306996" sldId="368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0:40.491" v="5488" actId="478"/>
          <ac:grpSpMkLst>
            <pc:docMk/>
            <pc:sldMk cId="3003306996" sldId="368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95" v="5489" actId="478"/>
          <ac:grpSpMkLst>
            <pc:docMk/>
            <pc:sldMk cId="3003306996" sldId="368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95" v="5490" actId="478"/>
          <ac:grpSpMkLst>
            <pc:docMk/>
            <pc:sldMk cId="3003306996" sldId="368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04" v="5492" actId="478"/>
          <ac:grpSpMkLst>
            <pc:docMk/>
            <pc:sldMk cId="3003306996" sldId="36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500" v="5491" actId="478"/>
          <ac:grpSpMkLst>
            <pc:docMk/>
            <pc:sldMk cId="3003306996" sldId="368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83" v="5485" actId="478"/>
          <ac:grpSpMkLst>
            <pc:docMk/>
            <pc:sldMk cId="3003306996" sldId="36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483" v="5484" actId="478"/>
          <ac:grpSpMkLst>
            <pc:docMk/>
            <pc:sldMk cId="3003306996" sldId="368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252" v="3331" actId="2890"/>
        <pc:sldMkLst>
          <pc:docMk/>
          <pc:sldMk cId="3748712012" sldId="368"/>
        </pc:sldMkLst>
        <pc:spChg chg="add del">
          <ac:chgData name="JP Paulson" userId="460546f63f696f4c" providerId="LiveId" clId="{957F310B-9F73-4E82-8F26-768C6CA2EEB2}" dt="2026-06-26T21:45:53.773" v="3211" actId="478"/>
          <ac:spMkLst>
            <pc:docMk/>
            <pc:sldMk cId="3748712012" sldId="368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73" v="3210" actId="478"/>
          <ac:spMkLst>
            <pc:docMk/>
            <pc:sldMk cId="3748712012" sldId="368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777" v="3212" actId="478"/>
          <ac:grpSpMkLst>
            <pc:docMk/>
            <pc:sldMk cId="3748712012" sldId="368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78" v="3213" actId="478"/>
          <ac:grpSpMkLst>
            <pc:docMk/>
            <pc:sldMk cId="3748712012" sldId="368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81" v="3214" actId="478"/>
          <ac:grpSpMkLst>
            <pc:docMk/>
            <pc:sldMk cId="3748712012" sldId="368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85" v="3216" actId="478"/>
          <ac:grpSpMkLst>
            <pc:docMk/>
            <pc:sldMk cId="3748712012" sldId="368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85" v="3215" actId="478"/>
          <ac:grpSpMkLst>
            <pc:docMk/>
            <pc:sldMk cId="3748712012" sldId="368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69" v="3209" actId="478"/>
          <ac:grpSpMkLst>
            <pc:docMk/>
            <pc:sldMk cId="3748712012" sldId="368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69" v="3208" actId="478"/>
          <ac:grpSpMkLst>
            <pc:docMk/>
            <pc:sldMk cId="3748712012" sldId="368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0.942" v="5612" actId="2890"/>
        <pc:sldMkLst>
          <pc:docMk/>
          <pc:sldMk cId="1315798917" sldId="369"/>
        </pc:sldMkLst>
        <pc:spChg chg="add del">
          <ac:chgData name="JP Paulson" userId="460546f63f696f4c" providerId="LiveId" clId="{957F310B-9F73-4E82-8F26-768C6CA2EEB2}" dt="2026-06-26T21:50:40.468" v="5479" actId="478"/>
          <ac:spMkLst>
            <pc:docMk/>
            <pc:sldMk cId="1315798917" sldId="36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467" v="5478" actId="478"/>
          <ac:spMkLst>
            <pc:docMk/>
            <pc:sldMk cId="1315798917" sldId="369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10.593" v="3993"/>
          <ac:spMkLst>
            <pc:docMk/>
            <pc:sldMk cId="1315798917" sldId="369"/>
            <ac:spMk id="23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593" v="3993"/>
          <ac:spMkLst>
            <pc:docMk/>
            <pc:sldMk cId="1315798917" sldId="369"/>
            <ac:spMk id="23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593" v="3993"/>
          <ac:spMkLst>
            <pc:docMk/>
            <pc:sldMk cId="1315798917" sldId="369"/>
            <ac:spMk id="23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593" v="3993"/>
          <ac:spMkLst>
            <pc:docMk/>
            <pc:sldMk cId="1315798917" sldId="369"/>
            <ac:spMk id="23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0:40.915" v="5611" actId="1076"/>
          <ac:grpSpMkLst>
            <pc:docMk/>
            <pc:sldMk cId="1315798917" sldId="369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72" v="5480" actId="478"/>
          <ac:grpSpMkLst>
            <pc:docMk/>
            <pc:sldMk cId="1315798917" sldId="369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77" v="5481" actId="478"/>
          <ac:grpSpMkLst>
            <pc:docMk/>
            <pc:sldMk cId="1315798917" sldId="369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79" v="5482" actId="478"/>
          <ac:grpSpMkLst>
            <pc:docMk/>
            <pc:sldMk cId="1315798917" sldId="369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79" v="5483" actId="478"/>
          <ac:grpSpMkLst>
            <pc:docMk/>
            <pc:sldMk cId="1315798917" sldId="36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63" v="5477" actId="478"/>
          <ac:grpSpMkLst>
            <pc:docMk/>
            <pc:sldMk cId="1315798917" sldId="36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458" v="5476" actId="478"/>
          <ac:grpSpMkLst>
            <pc:docMk/>
            <pc:sldMk cId="1315798917" sldId="369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225" v="3330" actId="2890"/>
        <pc:sldMkLst>
          <pc:docMk/>
          <pc:sldMk cId="2141753519" sldId="369"/>
        </pc:sldMkLst>
        <pc:spChg chg="mod">
          <ac:chgData name="JP Paulson" userId="460546f63f696f4c" providerId="LiveId" clId="{957F310B-9F73-4E82-8F26-768C6CA2EEB2}" dt="2026-06-26T21:45:54.199" v="3329" actId="1076"/>
          <ac:spMkLst>
            <pc:docMk/>
            <pc:sldMk cId="2141753519" sldId="369"/>
            <ac:spMk id="9" creationId="{B76386D2-B8EF-1EE5-2528-5C08AF45FF42}"/>
          </ac:spMkLst>
        </pc:spChg>
        <pc:spChg chg="add del">
          <ac:chgData name="JP Paulson" userId="460546f63f696f4c" providerId="LiveId" clId="{957F310B-9F73-4E82-8F26-768C6CA2EEB2}" dt="2026-06-26T21:45:53.751" v="3202" actId="478"/>
          <ac:spMkLst>
            <pc:docMk/>
            <pc:sldMk cId="2141753519" sldId="36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46" v="3201" actId="478"/>
          <ac:spMkLst>
            <pc:docMk/>
            <pc:sldMk cId="2141753519" sldId="369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751" v="3203" actId="478"/>
          <ac:grpSpMkLst>
            <pc:docMk/>
            <pc:sldMk cId="2141753519" sldId="369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55" v="3204" actId="478"/>
          <ac:grpSpMkLst>
            <pc:docMk/>
            <pc:sldMk cId="2141753519" sldId="369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55" v="3205" actId="478"/>
          <ac:grpSpMkLst>
            <pc:docMk/>
            <pc:sldMk cId="2141753519" sldId="369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64" v="3207" actId="478"/>
          <ac:grpSpMkLst>
            <pc:docMk/>
            <pc:sldMk cId="2141753519" sldId="36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64" v="3206" actId="478"/>
          <ac:grpSpMkLst>
            <pc:docMk/>
            <pc:sldMk cId="2141753519" sldId="369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46" v="3200" actId="478"/>
          <ac:grpSpMkLst>
            <pc:docMk/>
            <pc:sldMk cId="2141753519" sldId="36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43" v="3199" actId="478"/>
          <ac:grpSpMkLst>
            <pc:docMk/>
            <pc:sldMk cId="2141753519" sldId="369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188" v="7842" actId="2890"/>
        <pc:sldMkLst>
          <pc:docMk/>
          <pc:sldMk cId="2282617769" sldId="369"/>
        </pc:sldMkLst>
        <pc:spChg chg="add del">
          <ac:chgData name="JP Paulson" userId="460546f63f696f4c" providerId="LiveId" clId="{957F310B-9F73-4E82-8F26-768C6CA2EEB2}" dt="2026-06-26T21:51:06.716" v="7709" actId="478"/>
          <ac:spMkLst>
            <pc:docMk/>
            <pc:sldMk cId="2282617769" sldId="369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711" v="7708" actId="478"/>
          <ac:spMkLst>
            <pc:docMk/>
            <pc:sldMk cId="2282617769" sldId="369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55.351" v="6223"/>
          <ac:spMkLst>
            <pc:docMk/>
            <pc:sldMk cId="2282617769" sldId="369"/>
            <ac:spMk id="23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351" v="6223"/>
          <ac:spMkLst>
            <pc:docMk/>
            <pc:sldMk cId="2282617769" sldId="369"/>
            <ac:spMk id="23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351" v="6223"/>
          <ac:spMkLst>
            <pc:docMk/>
            <pc:sldMk cId="2282617769" sldId="369"/>
            <ac:spMk id="23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351" v="6223"/>
          <ac:spMkLst>
            <pc:docMk/>
            <pc:sldMk cId="2282617769" sldId="369"/>
            <ac:spMk id="23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07.159" v="7841" actId="1076"/>
          <ac:grpSpMkLst>
            <pc:docMk/>
            <pc:sldMk cId="2282617769" sldId="369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20" v="7710" actId="478"/>
          <ac:grpSpMkLst>
            <pc:docMk/>
            <pc:sldMk cId="2282617769" sldId="369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24" v="7711" actId="478"/>
          <ac:grpSpMkLst>
            <pc:docMk/>
            <pc:sldMk cId="2282617769" sldId="369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26" v="7712" actId="478"/>
          <ac:grpSpMkLst>
            <pc:docMk/>
            <pc:sldMk cId="2282617769" sldId="369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28" v="7713" actId="478"/>
          <ac:grpSpMkLst>
            <pc:docMk/>
            <pc:sldMk cId="2282617769" sldId="369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11" v="7707" actId="478"/>
          <ac:grpSpMkLst>
            <pc:docMk/>
            <pc:sldMk cId="2282617769" sldId="369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707" v="7706" actId="478"/>
          <ac:grpSpMkLst>
            <pc:docMk/>
            <pc:sldMk cId="2282617769" sldId="369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606" v="9008"/>
        <pc:sldMkLst>
          <pc:docMk/>
          <pc:sldMk cId="3081146392" sldId="369"/>
        </pc:sldMkLst>
        <pc:spChg chg="del">
          <ac:chgData name="JP Paulson" userId="460546f63f696f4c" providerId="LiveId" clId="{957F310B-9F73-4E82-8F26-768C6CA2EEB2}" dt="2026-06-26T21:51:46.577" v="8976"/>
          <ac:spMkLst>
            <pc:docMk/>
            <pc:sldMk cId="3081146392" sldId="369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583" v="8978"/>
          <ac:spMkLst>
            <pc:docMk/>
            <pc:sldMk cId="3081146392" sldId="369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1:45.770" v="8475"/>
          <ac:spMkLst>
            <pc:docMk/>
            <pc:sldMk cId="3081146392" sldId="369"/>
            <ac:spMk id="23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770" v="8475"/>
          <ac:spMkLst>
            <pc:docMk/>
            <pc:sldMk cId="3081146392" sldId="369"/>
            <ac:spMk id="23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770" v="8475"/>
          <ac:spMkLst>
            <pc:docMk/>
            <pc:sldMk cId="3081146392" sldId="369"/>
            <ac:spMk id="23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770" v="8475"/>
          <ac:spMkLst>
            <pc:docMk/>
            <pc:sldMk cId="3081146392" sldId="369"/>
            <ac:spMk id="23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45.770" v="8475"/>
          <ac:grpSpMkLst>
            <pc:docMk/>
            <pc:sldMk cId="3081146392" sldId="369"/>
            <ac:grpSpMk id="23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73" v="8974"/>
          <ac:grpSpMkLst>
            <pc:docMk/>
            <pc:sldMk cId="3081146392" sldId="369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73" v="8972"/>
          <ac:grpSpMkLst>
            <pc:docMk/>
            <pc:sldMk cId="3081146392" sldId="369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69" v="8970"/>
          <ac:grpSpMkLst>
            <pc:docMk/>
            <pc:sldMk cId="3081146392" sldId="369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67" v="8968"/>
          <ac:grpSpMkLst>
            <pc:docMk/>
            <pc:sldMk cId="3081146392" sldId="369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585" v="8980"/>
          <ac:grpSpMkLst>
            <pc:docMk/>
            <pc:sldMk cId="3081146392" sldId="369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585" v="8982"/>
          <ac:grpSpMkLst>
            <pc:docMk/>
            <pc:sldMk cId="3081146392" sldId="369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1:07.155" v="7839" actId="2890"/>
        <pc:sldMkLst>
          <pc:docMk/>
          <pc:sldMk cId="1229041079" sldId="370"/>
        </pc:sldMkLst>
        <pc:spChg chg="add del">
          <ac:chgData name="JP Paulson" userId="460546f63f696f4c" providerId="LiveId" clId="{957F310B-9F73-4E82-8F26-768C6CA2EEB2}" dt="2026-06-26T21:51:06.687" v="7699" actId="478"/>
          <ac:spMkLst>
            <pc:docMk/>
            <pc:sldMk cId="1229041079" sldId="370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1:06.691" v="7700" actId="478"/>
          <ac:grpSpMkLst>
            <pc:docMk/>
            <pc:sldMk cId="1229041079" sldId="370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94" v="7701" actId="478"/>
          <ac:grpSpMkLst>
            <pc:docMk/>
            <pc:sldMk cId="1229041079" sldId="370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96" v="7702" actId="478"/>
          <ac:grpSpMkLst>
            <pc:docMk/>
            <pc:sldMk cId="1229041079" sldId="370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99" v="7703" actId="478"/>
          <ac:grpSpMkLst>
            <pc:docMk/>
            <pc:sldMk cId="1229041079" sldId="370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03" v="7705" actId="478"/>
          <ac:grpSpMkLst>
            <pc:docMk/>
            <pc:sldMk cId="1229041079" sldId="37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703" v="7704" actId="478"/>
          <ac:grpSpMkLst>
            <pc:docMk/>
            <pc:sldMk cId="1229041079" sldId="370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83" v="7698" actId="478"/>
          <ac:grpSpMkLst>
            <pc:docMk/>
            <pc:sldMk cId="1229041079" sldId="37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683" v="7697" actId="478"/>
          <ac:grpSpMkLst>
            <pc:docMk/>
            <pc:sldMk cId="1229041079" sldId="370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0:40.912" v="5609" actId="2890"/>
        <pc:sldMkLst>
          <pc:docMk/>
          <pc:sldMk cId="2296380451" sldId="370"/>
        </pc:sldMkLst>
        <pc:spChg chg="add del">
          <ac:chgData name="JP Paulson" userId="460546f63f696f4c" providerId="LiveId" clId="{957F310B-9F73-4E82-8F26-768C6CA2EEB2}" dt="2026-06-26T21:50:40.437" v="5469" actId="478"/>
          <ac:spMkLst>
            <pc:docMk/>
            <pc:sldMk cId="2296380451" sldId="370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0:40.441" v="5470" actId="478"/>
          <ac:grpSpMkLst>
            <pc:docMk/>
            <pc:sldMk cId="2296380451" sldId="370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46" v="5471" actId="478"/>
          <ac:grpSpMkLst>
            <pc:docMk/>
            <pc:sldMk cId="2296380451" sldId="370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49" v="5472" actId="478"/>
          <ac:grpSpMkLst>
            <pc:docMk/>
            <pc:sldMk cId="2296380451" sldId="370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50" v="5473" actId="478"/>
          <ac:grpSpMkLst>
            <pc:docMk/>
            <pc:sldMk cId="2296380451" sldId="370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58" v="5475" actId="478"/>
          <ac:grpSpMkLst>
            <pc:docMk/>
            <pc:sldMk cId="2296380451" sldId="37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55" v="5474" actId="478"/>
          <ac:grpSpMkLst>
            <pc:docMk/>
            <pc:sldMk cId="2296380451" sldId="370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37" v="5468" actId="478"/>
          <ac:grpSpMkLst>
            <pc:docMk/>
            <pc:sldMk cId="2296380451" sldId="37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433" v="5467" actId="478"/>
          <ac:grpSpMkLst>
            <pc:docMk/>
            <pc:sldMk cId="2296380451" sldId="370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194" v="3327" actId="2890"/>
        <pc:sldMkLst>
          <pc:docMk/>
          <pc:sldMk cId="2731117437" sldId="370"/>
        </pc:sldMkLst>
        <pc:spChg chg="add del">
          <ac:chgData name="JP Paulson" userId="460546f63f696f4c" providerId="LiveId" clId="{957F310B-9F73-4E82-8F26-768C6CA2EEB2}" dt="2026-06-26T21:45:53.725" v="3194" actId="478"/>
          <ac:spMkLst>
            <pc:docMk/>
            <pc:sldMk cId="2731117437" sldId="370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725" v="3193" actId="478"/>
          <ac:spMkLst>
            <pc:docMk/>
            <pc:sldMk cId="2731117437" sldId="370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7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8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233" v="1708"/>
          <ac:spMkLst>
            <pc:docMk/>
            <pc:sldMk cId="2731117437" sldId="370"/>
            <ac:spMk id="239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169" v="3326" actId="1076"/>
          <ac:grpSpMkLst>
            <pc:docMk/>
            <pc:sldMk cId="2731117437" sldId="370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2" v="3195" actId="478"/>
          <ac:grpSpMkLst>
            <pc:docMk/>
            <pc:sldMk cId="2731117437" sldId="370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4" v="3196" actId="478"/>
          <ac:grpSpMkLst>
            <pc:docMk/>
            <pc:sldMk cId="2731117437" sldId="370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8" v="3197" actId="478"/>
          <ac:grpSpMkLst>
            <pc:docMk/>
            <pc:sldMk cId="2731117437" sldId="370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38" v="3198" actId="478"/>
          <ac:grpSpMkLst>
            <pc:docMk/>
            <pc:sldMk cId="2731117437" sldId="370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25" v="3192" actId="478"/>
          <ac:grpSpMkLst>
            <pc:docMk/>
            <pc:sldMk cId="2731117437" sldId="370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721" v="3191" actId="478"/>
          <ac:grpSpMkLst>
            <pc:docMk/>
            <pc:sldMk cId="2731117437" sldId="370"/>
            <ac:grpSpMk id="383" creationId="{531C37E1-0517-938D-FDF6-7C5057260B3D}"/>
          </ac:grpSpMkLst>
        </pc:grpChg>
      </pc:sldChg>
      <pc:sldChg chg="delSp add mod modTransition delAnim modAnim">
        <pc:chgData name="JP Paulson" userId="460546f63f696f4c" providerId="LiveId" clId="{957F310B-9F73-4E82-8F26-768C6CA2EEB2}" dt="2026-06-26T21:51:46.646" v="9039"/>
        <pc:sldMkLst>
          <pc:docMk/>
          <pc:sldMk cId="3255886767" sldId="370"/>
        </pc:sldMkLst>
        <pc:spChg chg="del">
          <ac:chgData name="JP Paulson" userId="460546f63f696f4c" providerId="LiveId" clId="{957F310B-9F73-4E82-8F26-768C6CA2EEB2}" dt="2026-06-26T21:51:46.634" v="9022"/>
          <ac:spMkLst>
            <pc:docMk/>
            <pc:sldMk cId="3255886767" sldId="370"/>
            <ac:spMk id="11" creationId="{A94BC2B6-9373-7852-5232-3DAEB6C1EE7A}"/>
          </ac:spMkLst>
        </pc:spChg>
        <pc:grpChg chg="del">
          <ac:chgData name="JP Paulson" userId="460546f63f696f4c" providerId="LiveId" clId="{957F310B-9F73-4E82-8F26-768C6CA2EEB2}" dt="2026-06-26T21:51:46.630" v="9020"/>
          <ac:grpSpMkLst>
            <pc:docMk/>
            <pc:sldMk cId="3255886767" sldId="370"/>
            <ac:grpSpMk id="23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26" v="9018"/>
          <ac:grpSpMkLst>
            <pc:docMk/>
            <pc:sldMk cId="3255886767" sldId="370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22" v="9016"/>
          <ac:grpSpMkLst>
            <pc:docMk/>
            <pc:sldMk cId="3255886767" sldId="370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18" v="9014"/>
          <ac:grpSpMkLst>
            <pc:docMk/>
            <pc:sldMk cId="3255886767" sldId="370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10" v="9010"/>
          <ac:grpSpMkLst>
            <pc:docMk/>
            <pc:sldMk cId="3255886767" sldId="370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14" v="9012"/>
          <ac:grpSpMkLst>
            <pc:docMk/>
            <pc:sldMk cId="3255886767" sldId="370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34" v="9024"/>
          <ac:grpSpMkLst>
            <pc:docMk/>
            <pc:sldMk cId="3255886767" sldId="370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638" v="9026"/>
          <ac:grpSpMkLst>
            <pc:docMk/>
            <pc:sldMk cId="3255886767" sldId="370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691" v="9070"/>
        <pc:sldMkLst>
          <pc:docMk/>
          <pc:sldMk cId="1898710768" sldId="371"/>
        </pc:sldMkLst>
        <pc:spChg chg="mod">
          <ac:chgData name="JP Paulson" userId="460546f63f696f4c" providerId="LiveId" clId="{957F310B-9F73-4E82-8F26-768C6CA2EEB2}" dt="2026-06-26T21:51:45.848" v="8484"/>
          <ac:spMkLst>
            <pc:docMk/>
            <pc:sldMk cId="1898710768" sldId="371"/>
            <ac:spMk id="10" creationId="{74053CAF-BB94-ACFB-5694-1382FA99CF1E}"/>
          </ac:spMkLst>
        </pc:spChg>
        <pc:spChg chg="del">
          <ac:chgData name="JP Paulson" userId="460546f63f696f4c" providerId="LiveId" clId="{957F310B-9F73-4E82-8F26-768C6CA2EEB2}" dt="2026-06-26T21:51:46.674" v="9053"/>
          <ac:spMkLst>
            <pc:docMk/>
            <pc:sldMk cId="1898710768" sldId="371"/>
            <ac:spMk id="11" creationId="{A94BC2B6-9373-7852-5232-3DAEB6C1EE7A}"/>
          </ac:spMkLst>
        </pc:spChg>
        <pc:grpChg chg="del">
          <ac:chgData name="JP Paulson" userId="460546f63f696f4c" providerId="LiveId" clId="{957F310B-9F73-4E82-8F26-768C6CA2EEB2}" dt="2026-06-26T21:51:46.670" v="9051"/>
          <ac:grpSpMkLst>
            <pc:docMk/>
            <pc:sldMk cId="1898710768" sldId="371"/>
            <ac:grpSpMk id="23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70" v="9049"/>
          <ac:grpSpMkLst>
            <pc:docMk/>
            <pc:sldMk cId="1898710768" sldId="371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63" v="9047"/>
          <ac:grpSpMkLst>
            <pc:docMk/>
            <pc:sldMk cId="1898710768" sldId="371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63" v="9045"/>
          <ac:grpSpMkLst>
            <pc:docMk/>
            <pc:sldMk cId="1898710768" sldId="371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50" v="9041"/>
          <ac:grpSpMkLst>
            <pc:docMk/>
            <pc:sldMk cId="1898710768" sldId="371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59" v="9043"/>
          <ac:grpSpMkLst>
            <pc:docMk/>
            <pc:sldMk cId="1898710768" sldId="371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79" v="9055"/>
          <ac:grpSpMkLst>
            <pc:docMk/>
            <pc:sldMk cId="1898710768" sldId="371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679" v="9057"/>
          <ac:grpSpMkLst>
            <pc:docMk/>
            <pc:sldMk cId="1898710768" sldId="371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0.882" v="5608" actId="2890"/>
        <pc:sldMkLst>
          <pc:docMk/>
          <pc:sldMk cId="2750916768" sldId="371"/>
        </pc:sldMkLst>
        <pc:spChg chg="mod">
          <ac:chgData name="JP Paulson" userId="460546f63f696f4c" providerId="LiveId" clId="{957F310B-9F73-4E82-8F26-768C6CA2EEB2}" dt="2026-06-26T21:50:40.852" v="5607" actId="1076"/>
          <ac:spMkLst>
            <pc:docMk/>
            <pc:sldMk cId="2750916768" sldId="371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0:40.412" v="5460" actId="478"/>
          <ac:spMkLst>
            <pc:docMk/>
            <pc:sldMk cId="2750916768" sldId="371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0:40.416" v="5461" actId="478"/>
          <ac:grpSpMkLst>
            <pc:docMk/>
            <pc:sldMk cId="2750916768" sldId="371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21" v="5462" actId="478"/>
          <ac:grpSpMkLst>
            <pc:docMk/>
            <pc:sldMk cId="2750916768" sldId="371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25" v="5463" actId="478"/>
          <ac:grpSpMkLst>
            <pc:docMk/>
            <pc:sldMk cId="2750916768" sldId="371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25" v="5464" actId="478"/>
          <ac:grpSpMkLst>
            <pc:docMk/>
            <pc:sldMk cId="2750916768" sldId="37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33" v="5466" actId="478"/>
          <ac:grpSpMkLst>
            <pc:docMk/>
            <pc:sldMk cId="2750916768" sldId="37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29" v="5465" actId="478"/>
          <ac:grpSpMkLst>
            <pc:docMk/>
            <pc:sldMk cId="2750916768" sldId="371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12" v="5459" actId="478"/>
          <ac:grpSpMkLst>
            <pc:docMk/>
            <pc:sldMk cId="2750916768" sldId="37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412" v="5458" actId="478"/>
          <ac:grpSpMkLst>
            <pc:docMk/>
            <pc:sldMk cId="2750916768" sldId="371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165" v="3324" actId="2890"/>
        <pc:sldMkLst>
          <pc:docMk/>
          <pc:sldMk cId="2849309072" sldId="371"/>
        </pc:sldMkLst>
        <pc:spChg chg="add del">
          <ac:chgData name="JP Paulson" userId="460546f63f696f4c" providerId="LiveId" clId="{957F310B-9F73-4E82-8F26-768C6CA2EEB2}" dt="2026-06-26T21:45:53.702" v="3184" actId="478"/>
          <ac:spMkLst>
            <pc:docMk/>
            <pc:sldMk cId="2849309072" sldId="371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704" v="3185" actId="478"/>
          <ac:grpSpMkLst>
            <pc:docMk/>
            <pc:sldMk cId="2849309072" sldId="371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06" v="3186" actId="478"/>
          <ac:grpSpMkLst>
            <pc:docMk/>
            <pc:sldMk cId="2849309072" sldId="371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08" v="3187" actId="478"/>
          <ac:grpSpMkLst>
            <pc:docMk/>
            <pc:sldMk cId="2849309072" sldId="371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13" v="3188" actId="478"/>
          <ac:grpSpMkLst>
            <pc:docMk/>
            <pc:sldMk cId="2849309072" sldId="37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17" v="3190" actId="478"/>
          <ac:grpSpMkLst>
            <pc:docMk/>
            <pc:sldMk cId="2849309072" sldId="37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17" v="3189" actId="478"/>
          <ac:grpSpMkLst>
            <pc:docMk/>
            <pc:sldMk cId="2849309072" sldId="371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700" v="3183" actId="478"/>
          <ac:grpSpMkLst>
            <pc:docMk/>
            <pc:sldMk cId="2849309072" sldId="37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97" v="3182" actId="478"/>
          <ac:grpSpMkLst>
            <pc:docMk/>
            <pc:sldMk cId="2849309072" sldId="371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129" v="7838" actId="2890"/>
        <pc:sldMkLst>
          <pc:docMk/>
          <pc:sldMk cId="3991028057" sldId="371"/>
        </pc:sldMkLst>
        <pc:spChg chg="mod">
          <ac:chgData name="JP Paulson" userId="460546f63f696f4c" providerId="LiveId" clId="{957F310B-9F73-4E82-8F26-768C6CA2EEB2}" dt="2026-06-26T21:51:07.103" v="7837" actId="1076"/>
          <ac:spMkLst>
            <pc:docMk/>
            <pc:sldMk cId="3991028057" sldId="371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51:06.661" v="7690" actId="478"/>
          <ac:spMkLst>
            <pc:docMk/>
            <pc:sldMk cId="3991028057" sldId="371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51:06.665" v="7691" actId="478"/>
          <ac:grpSpMkLst>
            <pc:docMk/>
            <pc:sldMk cId="3991028057" sldId="371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65" v="7692" actId="478"/>
          <ac:grpSpMkLst>
            <pc:docMk/>
            <pc:sldMk cId="3991028057" sldId="371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70" v="7693" actId="478"/>
          <ac:grpSpMkLst>
            <pc:docMk/>
            <pc:sldMk cId="3991028057" sldId="371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70" v="7694" actId="478"/>
          <ac:grpSpMkLst>
            <pc:docMk/>
            <pc:sldMk cId="3991028057" sldId="371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79" v="7696" actId="478"/>
          <ac:grpSpMkLst>
            <pc:docMk/>
            <pc:sldMk cId="3991028057" sldId="371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79" v="7695" actId="478"/>
          <ac:grpSpMkLst>
            <pc:docMk/>
            <pc:sldMk cId="3991028057" sldId="371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61" v="7689" actId="478"/>
          <ac:grpSpMkLst>
            <pc:docMk/>
            <pc:sldMk cId="3991028057" sldId="371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657" v="7688" actId="478"/>
          <ac:grpSpMkLst>
            <pc:docMk/>
            <pc:sldMk cId="3991028057" sldId="371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140" v="3323" actId="2890"/>
        <pc:sldMkLst>
          <pc:docMk/>
          <pc:sldMk cId="673928870" sldId="372"/>
        </pc:sldMkLst>
        <pc:spChg chg="mod">
          <ac:chgData name="JP Paulson" userId="460546f63f696f4c" providerId="LiveId" clId="{957F310B-9F73-4E82-8F26-768C6CA2EEB2}" dt="2026-06-26T21:45:54.113" v="3322" actId="1076"/>
          <ac:spMkLst>
            <pc:docMk/>
            <pc:sldMk cId="673928870" sldId="372"/>
            <ac:spMk id="10" creationId="{74053CAF-BB94-ACFB-5694-1382FA99CF1E}"/>
          </ac:spMkLst>
        </pc:spChg>
        <pc:spChg chg="add del">
          <ac:chgData name="JP Paulson" userId="460546f63f696f4c" providerId="LiveId" clId="{957F310B-9F73-4E82-8F26-768C6CA2EEB2}" dt="2026-06-26T21:45:53.675" v="3175" actId="478"/>
          <ac:spMkLst>
            <pc:docMk/>
            <pc:sldMk cId="673928870" sldId="372"/>
            <ac:spMk id="11" creationId="{A94BC2B6-9373-7852-5232-3DAEB6C1EE7A}"/>
          </ac:spMkLst>
        </pc:spChg>
        <pc:grpChg chg="add del">
          <ac:chgData name="JP Paulson" userId="460546f63f696f4c" providerId="LiveId" clId="{957F310B-9F73-4E82-8F26-768C6CA2EEB2}" dt="2026-06-26T21:45:53.679" v="3176" actId="478"/>
          <ac:grpSpMkLst>
            <pc:docMk/>
            <pc:sldMk cId="673928870" sldId="372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79" v="3177" actId="478"/>
          <ac:grpSpMkLst>
            <pc:docMk/>
            <pc:sldMk cId="673928870" sldId="372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83" v="3178" actId="478"/>
          <ac:grpSpMkLst>
            <pc:docMk/>
            <pc:sldMk cId="673928870" sldId="372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87" v="3179" actId="478"/>
          <ac:grpSpMkLst>
            <pc:docMk/>
            <pc:sldMk cId="673928870" sldId="37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92" v="3181" actId="478"/>
          <ac:grpSpMkLst>
            <pc:docMk/>
            <pc:sldMk cId="673928870" sldId="37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92" v="3180" actId="478"/>
          <ac:grpSpMkLst>
            <pc:docMk/>
            <pc:sldMk cId="673928870" sldId="372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75" v="3174" actId="478"/>
          <ac:grpSpMkLst>
            <pc:docMk/>
            <pc:sldMk cId="673928870" sldId="37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71" v="3173" actId="478"/>
          <ac:grpSpMkLst>
            <pc:docMk/>
            <pc:sldMk cId="673928870" sldId="372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0.852" v="5605" actId="2890"/>
        <pc:sldMkLst>
          <pc:docMk/>
          <pc:sldMk cId="860806566" sldId="372"/>
        </pc:sldMkLst>
        <pc:spChg chg="add del">
          <ac:chgData name="JP Paulson" userId="460546f63f696f4c" providerId="LiveId" clId="{957F310B-9F73-4E82-8F26-768C6CA2EEB2}" dt="2026-06-26T21:50:40.391" v="5452" actId="478"/>
          <ac:spMkLst>
            <pc:docMk/>
            <pc:sldMk cId="860806566" sldId="372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10.719" v="4009"/>
          <ac:spMkLst>
            <pc:docMk/>
            <pc:sldMk cId="860806566" sldId="372"/>
            <ac:spMk id="23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719" v="4009"/>
          <ac:spMkLst>
            <pc:docMk/>
            <pc:sldMk cId="860806566" sldId="372"/>
            <ac:spMk id="23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719" v="4009"/>
          <ac:spMkLst>
            <pc:docMk/>
            <pc:sldMk cId="860806566" sldId="372"/>
            <ac:spMk id="23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719" v="4009"/>
          <ac:spMkLst>
            <pc:docMk/>
            <pc:sldMk cId="860806566" sldId="372"/>
            <ac:spMk id="23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0:40.823" v="5604" actId="1076"/>
          <ac:grpSpMkLst>
            <pc:docMk/>
            <pc:sldMk cId="860806566" sldId="372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95" v="5453" actId="478"/>
          <ac:grpSpMkLst>
            <pc:docMk/>
            <pc:sldMk cId="860806566" sldId="372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99" v="5454" actId="478"/>
          <ac:grpSpMkLst>
            <pc:docMk/>
            <pc:sldMk cId="860806566" sldId="372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03" v="5455" actId="478"/>
          <ac:grpSpMkLst>
            <pc:docMk/>
            <pc:sldMk cId="860806566" sldId="372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03" v="5456" actId="478"/>
          <ac:grpSpMkLst>
            <pc:docMk/>
            <pc:sldMk cId="860806566" sldId="37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408" v="5457" actId="478"/>
          <ac:grpSpMkLst>
            <pc:docMk/>
            <pc:sldMk cId="860806566" sldId="37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87" v="5451" actId="478"/>
          <ac:grpSpMkLst>
            <pc:docMk/>
            <pc:sldMk cId="860806566" sldId="37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387" v="5450" actId="478"/>
          <ac:grpSpMkLst>
            <pc:docMk/>
            <pc:sldMk cId="860806566" sldId="372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100" v="7835" actId="2890"/>
        <pc:sldMkLst>
          <pc:docMk/>
          <pc:sldMk cId="2031766171" sldId="372"/>
        </pc:sldMkLst>
        <pc:spChg chg="add del">
          <ac:chgData name="JP Paulson" userId="460546f63f696f4c" providerId="LiveId" clId="{957F310B-9F73-4E82-8F26-768C6CA2EEB2}" dt="2026-06-26T21:51:06.636" v="7682" actId="478"/>
          <ac:spMkLst>
            <pc:docMk/>
            <pc:sldMk cId="2031766171" sldId="372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55.473" v="6239"/>
          <ac:spMkLst>
            <pc:docMk/>
            <pc:sldMk cId="2031766171" sldId="372"/>
            <ac:spMk id="23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473" v="6239"/>
          <ac:spMkLst>
            <pc:docMk/>
            <pc:sldMk cId="2031766171" sldId="372"/>
            <ac:spMk id="23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473" v="6239"/>
          <ac:spMkLst>
            <pc:docMk/>
            <pc:sldMk cId="2031766171" sldId="372"/>
            <ac:spMk id="23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473" v="6239"/>
          <ac:spMkLst>
            <pc:docMk/>
            <pc:sldMk cId="2031766171" sldId="372"/>
            <ac:spMk id="23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07.071" v="7834" actId="1076"/>
          <ac:grpSpMkLst>
            <pc:docMk/>
            <pc:sldMk cId="2031766171" sldId="372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40" v="7683" actId="478"/>
          <ac:grpSpMkLst>
            <pc:docMk/>
            <pc:sldMk cId="2031766171" sldId="372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44" v="7684" actId="478"/>
          <ac:grpSpMkLst>
            <pc:docMk/>
            <pc:sldMk cId="2031766171" sldId="372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48" v="7685" actId="478"/>
          <ac:grpSpMkLst>
            <pc:docMk/>
            <pc:sldMk cId="2031766171" sldId="372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54" v="7686" actId="478"/>
          <ac:grpSpMkLst>
            <pc:docMk/>
            <pc:sldMk cId="2031766171" sldId="372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54" v="7687" actId="478"/>
          <ac:grpSpMkLst>
            <pc:docMk/>
            <pc:sldMk cId="2031766171" sldId="372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36" v="7681" actId="478"/>
          <ac:grpSpMkLst>
            <pc:docMk/>
            <pc:sldMk cId="2031766171" sldId="372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632" v="7680" actId="478"/>
          <ac:grpSpMkLst>
            <pc:docMk/>
            <pc:sldMk cId="2031766171" sldId="372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736" v="9112"/>
        <pc:sldMkLst>
          <pc:docMk/>
          <pc:sldMk cId="3401985150" sldId="372"/>
        </pc:sldMkLst>
        <pc:spChg chg="del">
          <ac:chgData name="JP Paulson" userId="460546f63f696f4c" providerId="LiveId" clId="{957F310B-9F73-4E82-8F26-768C6CA2EEB2}" dt="2026-06-26T21:51:46.712" v="9082"/>
          <ac:spMkLst>
            <pc:docMk/>
            <pc:sldMk cId="3401985150" sldId="372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1:45.890" v="8491"/>
          <ac:spMkLst>
            <pc:docMk/>
            <pc:sldMk cId="3401985150" sldId="372"/>
            <ac:spMk id="23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890" v="8491"/>
          <ac:spMkLst>
            <pc:docMk/>
            <pc:sldMk cId="3401985150" sldId="372"/>
            <ac:spMk id="23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890" v="8491"/>
          <ac:spMkLst>
            <pc:docMk/>
            <pc:sldMk cId="3401985150" sldId="372"/>
            <ac:spMk id="23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890" v="8491"/>
          <ac:spMkLst>
            <pc:docMk/>
            <pc:sldMk cId="3401985150" sldId="372"/>
            <ac:spMk id="23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51:45.890" v="8491"/>
          <ac:grpSpMkLst>
            <pc:docMk/>
            <pc:sldMk cId="3401985150" sldId="372"/>
            <ac:grpSpMk id="23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07" v="9080"/>
          <ac:grpSpMkLst>
            <pc:docMk/>
            <pc:sldMk cId="3401985150" sldId="372"/>
            <ac:grpSpMk id="23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03" v="9078"/>
          <ac:grpSpMkLst>
            <pc:docMk/>
            <pc:sldMk cId="3401985150" sldId="372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99" v="9076"/>
          <ac:grpSpMkLst>
            <pc:docMk/>
            <pc:sldMk cId="3401985150" sldId="372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95" v="9074"/>
          <ac:grpSpMkLst>
            <pc:docMk/>
            <pc:sldMk cId="3401985150" sldId="372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695" v="9072"/>
          <ac:grpSpMkLst>
            <pc:docMk/>
            <pc:sldMk cId="3401985150" sldId="372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16" v="9084"/>
          <ac:grpSpMkLst>
            <pc:docMk/>
            <pc:sldMk cId="3401985150" sldId="372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716" v="9086"/>
          <ac:grpSpMkLst>
            <pc:docMk/>
            <pc:sldMk cId="3401985150" sldId="372"/>
            <ac:grpSpMk id="383" creationId="{531C37E1-0517-938D-FDF6-7C5057260B3D}"/>
          </ac:grpSpMkLst>
        </pc:grpChg>
      </pc:sldChg>
      <pc:sldChg chg="delSp add mod modTransition delAnim modAnim">
        <pc:chgData name="JP Paulson" userId="460546f63f696f4c" providerId="LiveId" clId="{957F310B-9F73-4E82-8F26-768C6CA2EEB2}" dt="2026-06-26T21:51:46.776" v="9143"/>
        <pc:sldMkLst>
          <pc:docMk/>
          <pc:sldMk cId="1303513537" sldId="373"/>
        </pc:sldMkLst>
        <pc:grpChg chg="del">
          <ac:chgData name="JP Paulson" userId="460546f63f696f4c" providerId="LiveId" clId="{957F310B-9F73-4E82-8F26-768C6CA2EEB2}" dt="2026-06-26T21:51:46.760" v="9126"/>
          <ac:grpSpMkLst>
            <pc:docMk/>
            <pc:sldMk cId="1303513537" sldId="373"/>
            <ac:grpSpMk id="23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58" v="9124"/>
          <ac:grpSpMkLst>
            <pc:docMk/>
            <pc:sldMk cId="1303513537" sldId="373"/>
            <ac:grpSpMk id="23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52" v="9122"/>
          <ac:grpSpMkLst>
            <pc:docMk/>
            <pc:sldMk cId="1303513537" sldId="373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52" v="9120"/>
          <ac:grpSpMkLst>
            <pc:docMk/>
            <pc:sldMk cId="1303513537" sldId="373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48" v="9118"/>
          <ac:grpSpMkLst>
            <pc:docMk/>
            <pc:sldMk cId="1303513537" sldId="373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40" v="9114"/>
          <ac:grpSpMkLst>
            <pc:docMk/>
            <pc:sldMk cId="1303513537" sldId="373"/>
            <ac:grpSpMk id="25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45" v="9116"/>
          <ac:grpSpMkLst>
            <pc:docMk/>
            <pc:sldMk cId="1303513537" sldId="373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64" v="9128"/>
          <ac:grpSpMkLst>
            <pc:docMk/>
            <pc:sldMk cId="1303513537" sldId="373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764" v="9130"/>
          <ac:grpSpMkLst>
            <pc:docMk/>
            <pc:sldMk cId="1303513537" sldId="373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0:40.823" v="5602" actId="2890"/>
        <pc:sldMkLst>
          <pc:docMk/>
          <pc:sldMk cId="2437208795" sldId="373"/>
        </pc:sldMkLst>
        <pc:grpChg chg="add del">
          <ac:chgData name="JP Paulson" userId="460546f63f696f4c" providerId="LiveId" clId="{957F310B-9F73-4E82-8F26-768C6CA2EEB2}" dt="2026-06-26T21:50:40.366" v="5443" actId="478"/>
          <ac:grpSpMkLst>
            <pc:docMk/>
            <pc:sldMk cId="2437208795" sldId="373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70" v="5444" actId="478"/>
          <ac:grpSpMkLst>
            <pc:docMk/>
            <pc:sldMk cId="2437208795" sldId="373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70" v="5445" actId="478"/>
          <ac:grpSpMkLst>
            <pc:docMk/>
            <pc:sldMk cId="2437208795" sldId="373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74" v="5446" actId="478"/>
          <ac:grpSpMkLst>
            <pc:docMk/>
            <pc:sldMk cId="2437208795" sldId="373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74" v="5447" actId="478"/>
          <ac:grpSpMkLst>
            <pc:docMk/>
            <pc:sldMk cId="2437208795" sldId="37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83" v="5449" actId="478"/>
          <ac:grpSpMkLst>
            <pc:docMk/>
            <pc:sldMk cId="2437208795" sldId="37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83" v="5448" actId="478"/>
          <ac:grpSpMkLst>
            <pc:docMk/>
            <pc:sldMk cId="2437208795" sldId="373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61" v="5442" actId="478"/>
          <ac:grpSpMkLst>
            <pc:docMk/>
            <pc:sldMk cId="2437208795" sldId="37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361" v="5441" actId="478"/>
          <ac:grpSpMkLst>
            <pc:docMk/>
            <pc:sldMk cId="2437208795" sldId="373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107" v="3320" actId="2890"/>
        <pc:sldMkLst>
          <pc:docMk/>
          <pc:sldMk cId="3914046365" sldId="373"/>
        </pc:sldMkLst>
        <pc:spChg chg="add del">
          <ac:chgData name="JP Paulson" userId="460546f63f696f4c" providerId="LiveId" clId="{957F310B-9F73-4E82-8F26-768C6CA2EEB2}" dt="2026-06-26T21:45:53.650" v="3167" actId="478"/>
          <ac:spMkLst>
            <pc:docMk/>
            <pc:sldMk cId="3914046365" sldId="373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1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2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3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351" v="1724"/>
          <ac:spMkLst>
            <pc:docMk/>
            <pc:sldMk cId="3914046365" sldId="373"/>
            <ac:spMk id="234" creationId="{00000000-0000-0000-0000-000000000000}"/>
          </ac:spMkLst>
        </pc:spChg>
        <pc:grpChg chg="mod">
          <ac:chgData name="JP Paulson" userId="460546f63f696f4c" providerId="LiveId" clId="{957F310B-9F73-4E82-8F26-768C6CA2EEB2}" dt="2026-06-26T21:45:54.082" v="3319" actId="1076"/>
          <ac:grpSpMkLst>
            <pc:docMk/>
            <pc:sldMk cId="3914046365" sldId="373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55" v="3168" actId="478"/>
          <ac:grpSpMkLst>
            <pc:docMk/>
            <pc:sldMk cId="3914046365" sldId="373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59" v="3169" actId="478"/>
          <ac:grpSpMkLst>
            <pc:docMk/>
            <pc:sldMk cId="3914046365" sldId="373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65" v="3170" actId="478"/>
          <ac:grpSpMkLst>
            <pc:docMk/>
            <pc:sldMk cId="3914046365" sldId="373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67" v="3171" actId="478"/>
          <ac:grpSpMkLst>
            <pc:docMk/>
            <pc:sldMk cId="3914046365" sldId="37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69" v="3172" actId="478"/>
          <ac:grpSpMkLst>
            <pc:docMk/>
            <pc:sldMk cId="3914046365" sldId="37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50" v="3166" actId="478"/>
          <ac:grpSpMkLst>
            <pc:docMk/>
            <pc:sldMk cId="3914046365" sldId="37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46" v="3165" actId="478"/>
          <ac:grpSpMkLst>
            <pc:docMk/>
            <pc:sldMk cId="3914046365" sldId="373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1:07.069" v="7832" actId="2890"/>
        <pc:sldMkLst>
          <pc:docMk/>
          <pc:sldMk cId="4277532047" sldId="373"/>
        </pc:sldMkLst>
        <pc:grpChg chg="add del">
          <ac:chgData name="JP Paulson" userId="460546f63f696f4c" providerId="LiveId" clId="{957F310B-9F73-4E82-8F26-768C6CA2EEB2}" dt="2026-06-26T21:51:06.611" v="7673" actId="478"/>
          <ac:grpSpMkLst>
            <pc:docMk/>
            <pc:sldMk cId="4277532047" sldId="373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15" v="7674" actId="478"/>
          <ac:grpSpMkLst>
            <pc:docMk/>
            <pc:sldMk cId="4277532047" sldId="373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15" v="7675" actId="478"/>
          <ac:grpSpMkLst>
            <pc:docMk/>
            <pc:sldMk cId="4277532047" sldId="373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19" v="7676" actId="478"/>
          <ac:grpSpMkLst>
            <pc:docMk/>
            <pc:sldMk cId="4277532047" sldId="373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23" v="7677" actId="478"/>
          <ac:grpSpMkLst>
            <pc:docMk/>
            <pc:sldMk cId="4277532047" sldId="373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28" v="7679" actId="478"/>
          <ac:grpSpMkLst>
            <pc:docMk/>
            <pc:sldMk cId="4277532047" sldId="373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28" v="7678" actId="478"/>
          <ac:grpSpMkLst>
            <pc:docMk/>
            <pc:sldMk cId="4277532047" sldId="373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06" v="7672" actId="478"/>
          <ac:grpSpMkLst>
            <pc:docMk/>
            <pc:sldMk cId="4277532047" sldId="373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606" v="7671" actId="478"/>
          <ac:grpSpMkLst>
            <pc:docMk/>
            <pc:sldMk cId="4277532047" sldId="373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080" v="3317" actId="2890"/>
        <pc:sldMkLst>
          <pc:docMk/>
          <pc:sldMk cId="1132248919" sldId="374"/>
        </pc:sldMkLst>
        <pc:grpChg chg="add del">
          <ac:chgData name="JP Paulson" userId="460546f63f696f4c" providerId="LiveId" clId="{957F310B-9F73-4E82-8F26-768C6CA2EEB2}" dt="2026-06-26T21:45:53.626" v="3158" actId="478"/>
          <ac:grpSpMkLst>
            <pc:docMk/>
            <pc:sldMk cId="1132248919" sldId="374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0" v="3159" actId="478"/>
          <ac:grpSpMkLst>
            <pc:docMk/>
            <pc:sldMk cId="1132248919" sldId="374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2" v="3160" actId="478"/>
          <ac:grpSpMkLst>
            <pc:docMk/>
            <pc:sldMk cId="1132248919" sldId="374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6" v="3161" actId="478"/>
          <ac:grpSpMkLst>
            <pc:docMk/>
            <pc:sldMk cId="1132248919" sldId="37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38" v="3162" actId="478"/>
          <ac:grpSpMkLst>
            <pc:docMk/>
            <pc:sldMk cId="1132248919" sldId="37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44" v="3164" actId="478"/>
          <ac:grpSpMkLst>
            <pc:docMk/>
            <pc:sldMk cId="1132248919" sldId="374"/>
            <ac:grpSpMk id="25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42" v="3163" actId="478"/>
          <ac:grpSpMkLst>
            <pc:docMk/>
            <pc:sldMk cId="1132248919" sldId="374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24" v="3157" actId="478"/>
          <ac:grpSpMkLst>
            <pc:docMk/>
            <pc:sldMk cId="1132248919" sldId="37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622" v="3156" actId="478"/>
          <ac:grpSpMkLst>
            <pc:docMk/>
            <pc:sldMk cId="1132248919" sldId="374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1:07.041" v="7831" actId="2890"/>
        <pc:sldMkLst>
          <pc:docMk/>
          <pc:sldMk cId="3467919401" sldId="374"/>
        </pc:sldMkLst>
        <pc:spChg chg="mod">
          <ac:chgData name="JP Paulson" userId="460546f63f696f4c" providerId="LiveId" clId="{957F310B-9F73-4E82-8F26-768C6CA2EEB2}" dt="2026-06-26T21:51:07.016" v="7830" actId="1076"/>
          <ac:spMkLst>
            <pc:docMk/>
            <pc:sldMk cId="3467919401" sldId="374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55.554" v="6253"/>
          <ac:spMkLst>
            <pc:docMk/>
            <pc:sldMk cId="3467919401" sldId="374"/>
            <ac:spMk id="274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554" v="6253"/>
          <ac:spMkLst>
            <pc:docMk/>
            <pc:sldMk cId="3467919401" sldId="374"/>
            <ac:spMk id="27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554" v="6253"/>
          <ac:spMkLst>
            <pc:docMk/>
            <pc:sldMk cId="3467919401" sldId="374"/>
            <ac:spMk id="27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55.554" v="6253"/>
          <ac:spMkLst>
            <pc:docMk/>
            <pc:sldMk cId="3467919401" sldId="374"/>
            <ac:spMk id="277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51:06.586" v="7664" actId="478"/>
          <ac:grpSpMkLst>
            <pc:docMk/>
            <pc:sldMk cId="3467919401" sldId="374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90" v="7665" actId="478"/>
          <ac:grpSpMkLst>
            <pc:docMk/>
            <pc:sldMk cId="3467919401" sldId="374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92" v="7666" actId="478"/>
          <ac:grpSpMkLst>
            <pc:docMk/>
            <pc:sldMk cId="3467919401" sldId="374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94" v="7667" actId="478"/>
          <ac:grpSpMkLst>
            <pc:docMk/>
            <pc:sldMk cId="3467919401" sldId="37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98" v="7668" actId="478"/>
          <ac:grpSpMkLst>
            <pc:docMk/>
            <pc:sldMk cId="3467919401" sldId="37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603" v="7670" actId="478"/>
          <ac:grpSpMkLst>
            <pc:docMk/>
            <pc:sldMk cId="3467919401" sldId="374"/>
            <ac:grpSpMk id="255" creationId="{00000000-0000-0000-0000-000000000000}"/>
          </ac:grpSpMkLst>
        </pc:grpChg>
        <pc:grpChg chg="add del mod">
          <ac:chgData name="JP Paulson" userId="460546f63f696f4c" providerId="LiveId" clId="{957F310B-9F73-4E82-8F26-768C6CA2EEB2}" dt="2026-06-26T21:51:07.012" v="7828" actId="1076"/>
          <ac:grpSpMkLst>
            <pc:docMk/>
            <pc:sldMk cId="3467919401" sldId="374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84" v="7663" actId="478"/>
          <ac:grpSpMkLst>
            <pc:docMk/>
            <pc:sldMk cId="3467919401" sldId="37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1:06.582" v="7662" actId="478"/>
          <ac:grpSpMkLst>
            <pc:docMk/>
            <pc:sldMk cId="3467919401" sldId="374"/>
            <ac:grpSpMk id="383" creationId="{531C37E1-0517-938D-FDF6-7C5057260B3D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0.791" v="5601" actId="2890"/>
        <pc:sldMkLst>
          <pc:docMk/>
          <pc:sldMk cId="3945481145" sldId="374"/>
        </pc:sldMkLst>
        <pc:spChg chg="mod">
          <ac:chgData name="JP Paulson" userId="460546f63f696f4c" providerId="LiveId" clId="{957F310B-9F73-4E82-8F26-768C6CA2EEB2}" dt="2026-06-26T21:50:40.766" v="5600" actId="1076"/>
          <ac:spMkLst>
            <pc:docMk/>
            <pc:sldMk cId="3945481145" sldId="374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0:10.808" v="4023"/>
          <ac:spMkLst>
            <pc:docMk/>
            <pc:sldMk cId="3945481145" sldId="374"/>
            <ac:spMk id="274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808" v="4023"/>
          <ac:spMkLst>
            <pc:docMk/>
            <pc:sldMk cId="3945481145" sldId="374"/>
            <ac:spMk id="27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808" v="4023"/>
          <ac:spMkLst>
            <pc:docMk/>
            <pc:sldMk cId="3945481145" sldId="374"/>
            <ac:spMk id="27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0:10.808" v="4023"/>
          <ac:spMkLst>
            <pc:docMk/>
            <pc:sldMk cId="3945481145" sldId="374"/>
            <ac:spMk id="277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50:40.340" v="5434" actId="478"/>
          <ac:grpSpMkLst>
            <pc:docMk/>
            <pc:sldMk cId="3945481145" sldId="374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44" v="5435" actId="478"/>
          <ac:grpSpMkLst>
            <pc:docMk/>
            <pc:sldMk cId="3945481145" sldId="374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44" v="5436" actId="478"/>
          <ac:grpSpMkLst>
            <pc:docMk/>
            <pc:sldMk cId="3945481145" sldId="374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48" v="5437" actId="478"/>
          <ac:grpSpMkLst>
            <pc:docMk/>
            <pc:sldMk cId="3945481145" sldId="374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53" v="5438" actId="478"/>
          <ac:grpSpMkLst>
            <pc:docMk/>
            <pc:sldMk cId="3945481145" sldId="374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57" v="5440" actId="478"/>
          <ac:grpSpMkLst>
            <pc:docMk/>
            <pc:sldMk cId="3945481145" sldId="374"/>
            <ac:grpSpMk id="255" creationId="{00000000-0000-0000-0000-000000000000}"/>
          </ac:grpSpMkLst>
        </pc:grpChg>
        <pc:grpChg chg="add del mod">
          <ac:chgData name="JP Paulson" userId="460546f63f696f4c" providerId="LiveId" clId="{957F310B-9F73-4E82-8F26-768C6CA2EEB2}" dt="2026-06-26T21:50:40.766" v="5598" actId="1076"/>
          <ac:grpSpMkLst>
            <pc:docMk/>
            <pc:sldMk cId="3945481145" sldId="374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36" v="5433" actId="478"/>
          <ac:grpSpMkLst>
            <pc:docMk/>
            <pc:sldMk cId="3945481145" sldId="374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50:40.336" v="5432" actId="478"/>
          <ac:grpSpMkLst>
            <pc:docMk/>
            <pc:sldMk cId="3945481145" sldId="374"/>
            <ac:grpSpMk id="383" creationId="{531C37E1-0517-938D-FDF6-7C5057260B3D}"/>
          </ac:grpSpMkLst>
        </pc:grpChg>
      </pc:sldChg>
      <pc:sldChg chg="delSp modSp add mod modTransition delAnim modAnim">
        <pc:chgData name="JP Paulson" userId="460546f63f696f4c" providerId="LiveId" clId="{957F310B-9F73-4E82-8F26-768C6CA2EEB2}" dt="2026-06-26T21:51:46.813" v="9174"/>
        <pc:sldMkLst>
          <pc:docMk/>
          <pc:sldMk cId="4284270363" sldId="374"/>
        </pc:sldMkLst>
        <pc:spChg chg="mod">
          <ac:chgData name="JP Paulson" userId="460546f63f696f4c" providerId="LiveId" clId="{957F310B-9F73-4E82-8F26-768C6CA2EEB2}" dt="2026-06-26T21:51:45.967" v="8500"/>
          <ac:spMkLst>
            <pc:docMk/>
            <pc:sldMk cId="4284270363" sldId="374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51:45.972" v="8505"/>
          <ac:spMkLst>
            <pc:docMk/>
            <pc:sldMk cId="4284270363" sldId="374"/>
            <ac:spMk id="274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972" v="8505"/>
          <ac:spMkLst>
            <pc:docMk/>
            <pc:sldMk cId="4284270363" sldId="374"/>
            <ac:spMk id="27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972" v="8505"/>
          <ac:spMkLst>
            <pc:docMk/>
            <pc:sldMk cId="4284270363" sldId="374"/>
            <ac:spMk id="27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51:45.972" v="8505"/>
          <ac:spMkLst>
            <pc:docMk/>
            <pc:sldMk cId="4284270363" sldId="374"/>
            <ac:spMk id="277" creationId="{00000000-0000-0000-0000-000000000000}"/>
          </ac:spMkLst>
        </pc:spChg>
        <pc:grpChg chg="del">
          <ac:chgData name="JP Paulson" userId="460546f63f696f4c" providerId="LiveId" clId="{957F310B-9F73-4E82-8F26-768C6CA2EEB2}" dt="2026-06-26T21:51:46.801" v="9157"/>
          <ac:grpSpMkLst>
            <pc:docMk/>
            <pc:sldMk cId="4284270363" sldId="374"/>
            <ac:grpSpMk id="23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97" v="9155"/>
          <ac:grpSpMkLst>
            <pc:docMk/>
            <pc:sldMk cId="4284270363" sldId="374"/>
            <ac:grpSpMk id="23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94" v="9153"/>
          <ac:grpSpMkLst>
            <pc:docMk/>
            <pc:sldMk cId="4284270363" sldId="374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88" v="9151"/>
          <ac:grpSpMkLst>
            <pc:docMk/>
            <pc:sldMk cId="4284270363" sldId="374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84" v="9149"/>
          <ac:grpSpMkLst>
            <pc:docMk/>
            <pc:sldMk cId="4284270363" sldId="374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780" v="9145"/>
          <ac:grpSpMkLst>
            <pc:docMk/>
            <pc:sldMk cId="4284270363" sldId="374"/>
            <ac:grpSpMk id="255" creationId="{00000000-0000-0000-0000-000000000000}"/>
          </ac:grpSpMkLst>
        </pc:grpChg>
        <pc:grpChg chg="del mod">
          <ac:chgData name="JP Paulson" userId="460546f63f696f4c" providerId="LiveId" clId="{957F310B-9F73-4E82-8F26-768C6CA2EEB2}" dt="2026-06-26T21:51:46.784" v="9147"/>
          <ac:grpSpMkLst>
            <pc:docMk/>
            <pc:sldMk cId="4284270363" sldId="374"/>
            <ac:grpSpMk id="273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801" v="9159"/>
          <ac:grpSpMkLst>
            <pc:docMk/>
            <pc:sldMk cId="4284270363" sldId="374"/>
            <ac:grpSpMk id="372" creationId="{9ED93B95-2A22-1666-A4E5-5DDF4089F4B0}"/>
          </ac:grpSpMkLst>
        </pc:grpChg>
        <pc:grpChg chg="del">
          <ac:chgData name="JP Paulson" userId="460546f63f696f4c" providerId="LiveId" clId="{957F310B-9F73-4E82-8F26-768C6CA2EEB2}" dt="2026-06-26T21:51:46.805" v="9161"/>
          <ac:grpSpMkLst>
            <pc:docMk/>
            <pc:sldMk cId="4284270363" sldId="374"/>
            <ac:grpSpMk id="383" creationId="{531C37E1-0517-938D-FDF6-7C5057260B3D}"/>
          </ac:grpSpMkLst>
        </pc:grpChg>
      </pc:sldChg>
      <pc:sldChg chg="delSp add mod modTransition delAnim modAnim">
        <pc:chgData name="JP Paulson" userId="460546f63f696f4c" providerId="LiveId" clId="{957F310B-9F73-4E82-8F26-768C6CA2EEB2}" dt="2026-06-26T21:51:46.858" v="9214"/>
        <pc:sldMkLst>
          <pc:docMk/>
          <pc:sldMk cId="1066361890" sldId="375"/>
        </pc:sldMkLst>
        <pc:grpChg chg="del">
          <ac:chgData name="JP Paulson" userId="460546f63f696f4c" providerId="LiveId" clId="{957F310B-9F73-4E82-8F26-768C6CA2EEB2}" dt="2026-06-26T21:51:46.834" v="9186"/>
          <ac:grpSpMkLst>
            <pc:docMk/>
            <pc:sldMk cId="1066361890" sldId="375"/>
            <ac:grpSpMk id="23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830" v="9184"/>
          <ac:grpSpMkLst>
            <pc:docMk/>
            <pc:sldMk cId="1066361890" sldId="375"/>
            <ac:grpSpMk id="23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825" v="9182"/>
          <ac:grpSpMkLst>
            <pc:docMk/>
            <pc:sldMk cId="1066361890" sldId="375"/>
            <ac:grpSpMk id="24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825" v="9180"/>
          <ac:grpSpMkLst>
            <pc:docMk/>
            <pc:sldMk cId="1066361890" sldId="375"/>
            <ac:grpSpMk id="245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821" v="9178"/>
          <ac:grpSpMkLst>
            <pc:docMk/>
            <pc:sldMk cId="1066361890" sldId="375"/>
            <ac:grpSpMk id="250" creationId="{00000000-0000-0000-0000-000000000000}"/>
          </ac:grpSpMkLst>
        </pc:grpChg>
        <pc:grpChg chg="del">
          <ac:chgData name="JP Paulson" userId="460546f63f696f4c" providerId="LiveId" clId="{957F310B-9F73-4E82-8F26-768C6CA2EEB2}" dt="2026-06-26T21:51:46.817" v="9176"/>
          <ac:grpSpMkLst>
            <pc:docMk/>
            <pc:sldMk cId="1066361890" sldId="375"/>
            <ac:grpSpMk id="255" creationId="{00000000-0000-0000-0000-000000000000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45:54.050" v="3316" actId="2890"/>
        <pc:sldMkLst>
          <pc:docMk/>
          <pc:sldMk cId="1589168035" sldId="375"/>
        </pc:sldMkLst>
        <pc:spChg chg="mod">
          <ac:chgData name="JP Paulson" userId="460546f63f696f4c" providerId="LiveId" clId="{957F310B-9F73-4E82-8F26-768C6CA2EEB2}" dt="2026-06-26T21:45:54.025" v="3315" actId="1076"/>
          <ac:spMkLst>
            <pc:docMk/>
            <pc:sldMk cId="1589168035" sldId="375"/>
            <ac:spMk id="11" creationId="{A94BC2B6-9373-7852-5232-3DAEB6C1EE7A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4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5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6" creationId="{00000000-0000-0000-0000-000000000000}"/>
          </ac:spMkLst>
        </pc:spChg>
        <pc:spChg chg="mod">
          <ac:chgData name="JP Paulson" userId="460546f63f696f4c" providerId="LiveId" clId="{957F310B-9F73-4E82-8F26-768C6CA2EEB2}" dt="2026-06-26T21:45:28.436" v="1738"/>
          <ac:spMkLst>
            <pc:docMk/>
            <pc:sldMk cId="1589168035" sldId="375"/>
            <ac:spMk id="277" creationId="{00000000-0000-0000-0000-000000000000}"/>
          </ac:spMkLst>
        </pc:spChg>
        <pc:grpChg chg="add del">
          <ac:chgData name="JP Paulson" userId="460546f63f696f4c" providerId="LiveId" clId="{957F310B-9F73-4E82-8F26-768C6CA2EEB2}" dt="2026-06-26T21:45:53.601" v="3149" actId="478"/>
          <ac:grpSpMkLst>
            <pc:docMk/>
            <pc:sldMk cId="1589168035" sldId="375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1" v="3150" actId="478"/>
          <ac:grpSpMkLst>
            <pc:docMk/>
            <pc:sldMk cId="1589168035" sldId="375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5" v="3151" actId="478"/>
          <ac:grpSpMkLst>
            <pc:docMk/>
            <pc:sldMk cId="1589168035" sldId="375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9" v="3152" actId="478"/>
          <ac:grpSpMkLst>
            <pc:docMk/>
            <pc:sldMk cId="1589168035" sldId="37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09" v="3153" actId="478"/>
          <ac:grpSpMkLst>
            <pc:docMk/>
            <pc:sldMk cId="1589168035" sldId="37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618" v="3155" actId="478"/>
          <ac:grpSpMkLst>
            <pc:docMk/>
            <pc:sldMk cId="1589168035" sldId="375"/>
            <ac:grpSpMk id="255" creationId="{00000000-0000-0000-0000-000000000000}"/>
          </ac:grpSpMkLst>
        </pc:grpChg>
        <pc:grpChg chg="add del mod">
          <ac:chgData name="JP Paulson" userId="460546f63f696f4c" providerId="LiveId" clId="{957F310B-9F73-4E82-8F26-768C6CA2EEB2}" dt="2026-06-26T21:45:54.022" v="3313" actId="1076"/>
          <ac:grpSpMkLst>
            <pc:docMk/>
            <pc:sldMk cId="1589168035" sldId="375"/>
            <ac:grpSpMk id="273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96" v="3148" actId="478"/>
          <ac:grpSpMkLst>
            <pc:docMk/>
            <pc:sldMk cId="1589168035" sldId="375"/>
            <ac:grpSpMk id="372" creationId="{9ED93B95-2A22-1666-A4E5-5DDF4089F4B0}"/>
          </ac:grpSpMkLst>
        </pc:grpChg>
        <pc:grpChg chg="add del">
          <ac:chgData name="JP Paulson" userId="460546f63f696f4c" providerId="LiveId" clId="{957F310B-9F73-4E82-8F26-768C6CA2EEB2}" dt="2026-06-26T21:45:53.596" v="3147" actId="478"/>
          <ac:grpSpMkLst>
            <pc:docMk/>
            <pc:sldMk cId="1589168035" sldId="375"/>
            <ac:grpSpMk id="383" creationId="{531C37E1-0517-938D-FDF6-7C5057260B3D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0:40.763" v="5596" actId="2890"/>
        <pc:sldMkLst>
          <pc:docMk/>
          <pc:sldMk cId="1612036287" sldId="375"/>
        </pc:sldMkLst>
        <pc:grpChg chg="add del">
          <ac:chgData name="JP Paulson" userId="460546f63f696f4c" providerId="LiveId" clId="{957F310B-9F73-4E82-8F26-768C6CA2EEB2}" dt="2026-06-26T21:50:40.314" v="5426" actId="478"/>
          <ac:grpSpMkLst>
            <pc:docMk/>
            <pc:sldMk cId="1612036287" sldId="375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18" v="5427" actId="478"/>
          <ac:grpSpMkLst>
            <pc:docMk/>
            <pc:sldMk cId="1612036287" sldId="375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23" v="5428" actId="478"/>
          <ac:grpSpMkLst>
            <pc:docMk/>
            <pc:sldMk cId="1612036287" sldId="375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27" v="5429" actId="478"/>
          <ac:grpSpMkLst>
            <pc:docMk/>
            <pc:sldMk cId="1612036287" sldId="37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32" v="5430" actId="478"/>
          <ac:grpSpMkLst>
            <pc:docMk/>
            <pc:sldMk cId="1612036287" sldId="37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0:40.332" v="5431" actId="478"/>
          <ac:grpSpMkLst>
            <pc:docMk/>
            <pc:sldMk cId="1612036287" sldId="375"/>
            <ac:grpSpMk id="255" creationId="{00000000-0000-0000-0000-000000000000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51:07.012" v="7826" actId="2890"/>
        <pc:sldMkLst>
          <pc:docMk/>
          <pc:sldMk cId="2276560729" sldId="375"/>
        </pc:sldMkLst>
        <pc:grpChg chg="add del">
          <ac:chgData name="JP Paulson" userId="460546f63f696f4c" providerId="LiveId" clId="{957F310B-9F73-4E82-8F26-768C6CA2EEB2}" dt="2026-06-26T21:51:06.560" v="7656" actId="478"/>
          <ac:grpSpMkLst>
            <pc:docMk/>
            <pc:sldMk cId="2276560729" sldId="375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64" v="7657" actId="478"/>
          <ac:grpSpMkLst>
            <pc:docMk/>
            <pc:sldMk cId="2276560729" sldId="375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69" v="7658" actId="478"/>
          <ac:grpSpMkLst>
            <pc:docMk/>
            <pc:sldMk cId="2276560729" sldId="375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73" v="7659" actId="478"/>
          <ac:grpSpMkLst>
            <pc:docMk/>
            <pc:sldMk cId="2276560729" sldId="375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73" v="7660" actId="478"/>
          <ac:grpSpMkLst>
            <pc:docMk/>
            <pc:sldMk cId="2276560729" sldId="375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51:06.577" v="7661" actId="478"/>
          <ac:grpSpMkLst>
            <pc:docMk/>
            <pc:sldMk cId="2276560729" sldId="375"/>
            <ac:grpSpMk id="255" creationId="{00000000-0000-0000-0000-000000000000}"/>
          </ac:grpSpMkLst>
        </pc:grpChg>
      </pc:sldChg>
      <pc:sldChg chg="addSp delSp add del mod modTransition addAnim delAnim modAnim">
        <pc:chgData name="JP Paulson" userId="460546f63f696f4c" providerId="LiveId" clId="{957F310B-9F73-4E82-8F26-768C6CA2EEB2}" dt="2026-06-26T21:45:54.017" v="3311" actId="2890"/>
        <pc:sldMkLst>
          <pc:docMk/>
          <pc:sldMk cId="353045366" sldId="376"/>
        </pc:sldMkLst>
        <pc:grpChg chg="add del">
          <ac:chgData name="JP Paulson" userId="460546f63f696f4c" providerId="LiveId" clId="{957F310B-9F73-4E82-8F26-768C6CA2EEB2}" dt="2026-06-26T21:45:53.575" v="3141" actId="478"/>
          <ac:grpSpMkLst>
            <pc:docMk/>
            <pc:sldMk cId="353045366" sldId="376"/>
            <ac:grpSpMk id="23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79" v="3142" actId="478"/>
          <ac:grpSpMkLst>
            <pc:docMk/>
            <pc:sldMk cId="353045366" sldId="376"/>
            <ac:grpSpMk id="23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84" v="3143" actId="478"/>
          <ac:grpSpMkLst>
            <pc:docMk/>
            <pc:sldMk cId="353045366" sldId="376"/>
            <ac:grpSpMk id="24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88" v="3144" actId="478"/>
          <ac:grpSpMkLst>
            <pc:docMk/>
            <pc:sldMk cId="353045366" sldId="376"/>
            <ac:grpSpMk id="245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88" v="3145" actId="478"/>
          <ac:grpSpMkLst>
            <pc:docMk/>
            <pc:sldMk cId="353045366" sldId="376"/>
            <ac:grpSpMk id="250" creationId="{00000000-0000-0000-0000-000000000000}"/>
          </ac:grpSpMkLst>
        </pc:grpChg>
        <pc:grpChg chg="add del">
          <ac:chgData name="JP Paulson" userId="460546f63f696f4c" providerId="LiveId" clId="{957F310B-9F73-4E82-8F26-768C6CA2EEB2}" dt="2026-06-26T21:45:53.592" v="3146" actId="478"/>
          <ac:grpSpMkLst>
            <pc:docMk/>
            <pc:sldMk cId="353045366" sldId="376"/>
            <ac:grpSpMk id="255" creationId="{00000000-0000-0000-0000-000000000000}"/>
          </ac:grpSpMkLst>
        </pc:grpChg>
      </pc:sldChg>
      <pc:sldChg chg="addSp delSp modSp add del mod modTransition addAnim delAnim modAnim">
        <pc:chgData name="JP Paulson" userId="460546f63f696f4c" providerId="LiveId" clId="{957F310B-9F73-4E82-8F26-768C6CA2EEB2}" dt="2026-06-26T21:50:40.271" v="5424" actId="2890"/>
        <pc:sldMkLst>
          <pc:docMk/>
          <pc:sldMk cId="635337702" sldId="376"/>
        </pc:sldMkLst>
        <pc:spChg chg="add del">
          <ac:chgData name="JP Paulson" userId="460546f63f696f4c" providerId="LiveId" clId="{957F310B-9F73-4E82-8F26-768C6CA2EEB2}" dt="2026-06-26T21:50:40.107" v="5414" actId="478"/>
          <ac:spMkLst>
            <pc:docMk/>
            <pc:sldMk cId="635337702" sldId="376"/>
            <ac:spMk id="13" creationId="{0479AAB2-DBC0-C2B4-42DE-7E4EE5FC5B22}"/>
          </ac:spMkLst>
        </pc:spChg>
        <pc:spChg chg="mod">
          <ac:chgData name="JP Paulson" userId="460546f63f696f4c" providerId="LiveId" clId="{957F310B-9F73-4E82-8F26-768C6CA2EEB2}" dt="2026-06-26T21:50:12.004" v="4767"/>
          <ac:spMkLst>
            <pc:docMk/>
            <pc:sldMk cId="635337702" sldId="376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50:40.107" v="5413" actId="478"/>
          <ac:spMkLst>
            <pc:docMk/>
            <pc:sldMk cId="635337702" sldId="376"/>
            <ac:spMk id="15" creationId="{0FE6D25D-48C5-6AAD-6350-042D1B5B2563}"/>
          </ac:spMkLst>
        </pc:spChg>
        <pc:spChg chg="add del">
          <ac:chgData name="JP Paulson" userId="460546f63f696f4c" providerId="LiveId" clId="{957F310B-9F73-4E82-8F26-768C6CA2EEB2}" dt="2026-06-26T21:50:40.103" v="5412" actId="478"/>
          <ac:spMkLst>
            <pc:docMk/>
            <pc:sldMk cId="635337702" sldId="376"/>
            <ac:spMk id="16" creationId="{E6D69075-BF75-3F72-43B1-BB73299B8433}"/>
          </ac:spMkLst>
        </pc:spChg>
        <pc:spChg chg="add del">
          <ac:chgData name="JP Paulson" userId="460546f63f696f4c" providerId="LiveId" clId="{957F310B-9F73-4E82-8F26-768C6CA2EEB2}" dt="2026-06-26T21:50:40.103" v="5411" actId="478"/>
          <ac:spMkLst>
            <pc:docMk/>
            <pc:sldMk cId="635337702" sldId="376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50:40.087" v="5406" actId="478"/>
          <ac:spMkLst>
            <pc:docMk/>
            <pc:sldMk cId="635337702" sldId="376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12.064" v="4793"/>
          <ac:spMkLst>
            <pc:docMk/>
            <pc:sldMk cId="635337702" sldId="376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12.054" v="4789"/>
          <ac:spMkLst>
            <pc:docMk/>
            <pc:sldMk cId="635337702" sldId="376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0:40.083" v="5405" actId="478"/>
          <ac:spMkLst>
            <pc:docMk/>
            <pc:sldMk cId="635337702" sldId="376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0:40.079" v="5403" actId="478"/>
          <ac:spMkLst>
            <pc:docMk/>
            <pc:sldMk cId="635337702" sldId="376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0:40.083" v="5404" actId="478"/>
          <ac:spMkLst>
            <pc:docMk/>
            <pc:sldMk cId="635337702" sldId="376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0:40.099" v="5410" actId="478"/>
          <ac:spMkLst>
            <pc:docMk/>
            <pc:sldMk cId="635337702" sldId="376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50:40.097" v="5409" actId="478"/>
          <ac:spMkLst>
            <pc:docMk/>
            <pc:sldMk cId="635337702" sldId="376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50:40.091" v="5408" actId="478"/>
          <ac:spMkLst>
            <pc:docMk/>
            <pc:sldMk cId="635337702" sldId="376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50:40.079" v="5402" actId="478"/>
          <ac:spMkLst>
            <pc:docMk/>
            <pc:sldMk cId="635337702" sldId="376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0:40.075" v="5401" actId="478"/>
          <ac:spMkLst>
            <pc:docMk/>
            <pc:sldMk cId="635337702" sldId="376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0:40.071" v="5400" actId="478"/>
          <ac:spMkLst>
            <pc:docMk/>
            <pc:sldMk cId="635337702" sldId="376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0:40.099" v="5410" actId="478"/>
          <ac:cxnSpMkLst>
            <pc:docMk/>
            <pc:sldMk cId="635337702" sldId="376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50:40.079" v="5402" actId="478"/>
          <ac:cxnSpMkLst>
            <pc:docMk/>
            <pc:sldMk cId="635337702" sldId="376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516" v="7654" actId="2890"/>
        <pc:sldMkLst>
          <pc:docMk/>
          <pc:sldMk cId="806616515" sldId="376"/>
        </pc:sldMkLst>
        <pc:spChg chg="add del">
          <ac:chgData name="JP Paulson" userId="460546f63f696f4c" providerId="LiveId" clId="{957F310B-9F73-4E82-8F26-768C6CA2EEB2}" dt="2026-06-26T21:51:06.348" v="7644" actId="478"/>
          <ac:spMkLst>
            <pc:docMk/>
            <pc:sldMk cId="806616515" sldId="376"/>
            <ac:spMk id="13" creationId="{0479AAB2-DBC0-C2B4-42DE-7E4EE5FC5B22}"/>
          </ac:spMkLst>
        </pc:spChg>
        <pc:spChg chg="mod">
          <ac:chgData name="JP Paulson" userId="460546f63f696f4c" providerId="LiveId" clId="{957F310B-9F73-4E82-8F26-768C6CA2EEB2}" dt="2026-06-26T21:50:56.706" v="6997"/>
          <ac:spMkLst>
            <pc:docMk/>
            <pc:sldMk cId="806616515" sldId="376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51:06.348" v="7643" actId="478"/>
          <ac:spMkLst>
            <pc:docMk/>
            <pc:sldMk cId="806616515" sldId="376"/>
            <ac:spMk id="15" creationId="{0FE6D25D-48C5-6AAD-6350-042D1B5B2563}"/>
          </ac:spMkLst>
        </pc:spChg>
        <pc:spChg chg="add del">
          <ac:chgData name="JP Paulson" userId="460546f63f696f4c" providerId="LiveId" clId="{957F310B-9F73-4E82-8F26-768C6CA2EEB2}" dt="2026-06-26T21:51:06.346" v="7642" actId="478"/>
          <ac:spMkLst>
            <pc:docMk/>
            <pc:sldMk cId="806616515" sldId="376"/>
            <ac:spMk id="16" creationId="{E6D69075-BF75-3F72-43B1-BB73299B8433}"/>
          </ac:spMkLst>
        </pc:spChg>
        <pc:spChg chg="add del">
          <ac:chgData name="JP Paulson" userId="460546f63f696f4c" providerId="LiveId" clId="{957F310B-9F73-4E82-8F26-768C6CA2EEB2}" dt="2026-06-26T21:51:06.343" v="7641" actId="478"/>
          <ac:spMkLst>
            <pc:docMk/>
            <pc:sldMk cId="806616515" sldId="376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51:06.329" v="7636" actId="478"/>
          <ac:spMkLst>
            <pc:docMk/>
            <pc:sldMk cId="806616515" sldId="376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56.765" v="7023"/>
          <ac:spMkLst>
            <pc:docMk/>
            <pc:sldMk cId="806616515" sldId="376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56.757" v="7019"/>
          <ac:spMkLst>
            <pc:docMk/>
            <pc:sldMk cId="806616515" sldId="376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1:06.324" v="7635" actId="478"/>
          <ac:spMkLst>
            <pc:docMk/>
            <pc:sldMk cId="806616515" sldId="376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1:06.319" v="7633" actId="478"/>
          <ac:spMkLst>
            <pc:docMk/>
            <pc:sldMk cId="806616515" sldId="376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1:06.321" v="7634" actId="478"/>
          <ac:spMkLst>
            <pc:docMk/>
            <pc:sldMk cId="806616515" sldId="376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1:06.339" v="7640" actId="478"/>
          <ac:spMkLst>
            <pc:docMk/>
            <pc:sldMk cId="806616515" sldId="376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51:06.336" v="7639" actId="478"/>
          <ac:spMkLst>
            <pc:docMk/>
            <pc:sldMk cId="806616515" sldId="376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51:06.335" v="7638" actId="478"/>
          <ac:spMkLst>
            <pc:docMk/>
            <pc:sldMk cId="806616515" sldId="376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51:06.317" v="7632" actId="478"/>
          <ac:spMkLst>
            <pc:docMk/>
            <pc:sldMk cId="806616515" sldId="376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1:06.313" v="7631" actId="478"/>
          <ac:spMkLst>
            <pc:docMk/>
            <pc:sldMk cId="806616515" sldId="376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1:06.309" v="7630" actId="478"/>
          <ac:spMkLst>
            <pc:docMk/>
            <pc:sldMk cId="806616515" sldId="376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1:06.339" v="7640" actId="478"/>
          <ac:cxnSpMkLst>
            <pc:docMk/>
            <pc:sldMk cId="806616515" sldId="376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51:06.317" v="7632" actId="478"/>
          <ac:cxnSpMkLst>
            <pc:docMk/>
            <pc:sldMk cId="806616515" sldId="376"/>
            <ac:cxnSpMk id="40" creationId="{5580B097-446F-AF66-3CE6-3DC6759A918D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7.285" v="9292"/>
        <pc:sldMkLst>
          <pc:docMk/>
          <pc:sldMk cId="3987973839" sldId="376"/>
        </pc:sldMkLst>
        <pc:spChg chg="del">
          <ac:chgData name="JP Paulson" userId="460546f63f696f4c" providerId="LiveId" clId="{957F310B-9F73-4E82-8F26-768C6CA2EEB2}" dt="2026-06-26T21:51:47.146" v="9240"/>
          <ac:spMkLst>
            <pc:docMk/>
            <pc:sldMk cId="3987973839" sldId="376"/>
            <ac:spMk id="13" creationId="{0479AAB2-DBC0-C2B4-42DE-7E4EE5FC5B22}"/>
          </ac:spMkLst>
        </pc:spChg>
        <pc:spChg chg="mod">
          <ac:chgData name="JP Paulson" userId="460546f63f696f4c" providerId="LiveId" clId="{957F310B-9F73-4E82-8F26-768C6CA2EEB2}" dt="2026-06-26T21:51:47.184" v="9249"/>
          <ac:spMkLst>
            <pc:docMk/>
            <pc:sldMk cId="3987973839" sldId="376"/>
            <ac:spMk id="14" creationId="{BB050A37-F0BE-A416-1F60-449777F56ECE}"/>
          </ac:spMkLst>
        </pc:spChg>
        <pc:spChg chg="del">
          <ac:chgData name="JP Paulson" userId="460546f63f696f4c" providerId="LiveId" clId="{957F310B-9F73-4E82-8F26-768C6CA2EEB2}" dt="2026-06-26T21:51:47.171" v="9245"/>
          <ac:spMkLst>
            <pc:docMk/>
            <pc:sldMk cId="3987973839" sldId="376"/>
            <ac:spMk id="15" creationId="{0FE6D25D-48C5-6AAD-6350-042D1B5B2563}"/>
          </ac:spMkLst>
        </pc:spChg>
        <pc:spChg chg="del">
          <ac:chgData name="JP Paulson" userId="460546f63f696f4c" providerId="LiveId" clId="{957F310B-9F73-4E82-8F26-768C6CA2EEB2}" dt="2026-06-26T21:51:47.180" v="9247"/>
          <ac:spMkLst>
            <pc:docMk/>
            <pc:sldMk cId="3987973839" sldId="376"/>
            <ac:spMk id="16" creationId="{E6D69075-BF75-3F72-43B1-BB73299B8433}"/>
          </ac:spMkLst>
        </pc:spChg>
        <pc:spChg chg="del">
          <ac:chgData name="JP Paulson" userId="460546f63f696f4c" providerId="LiveId" clId="{957F310B-9F73-4E82-8F26-768C6CA2EEB2}" dt="2026-06-26T21:51:47.188" v="9251"/>
          <ac:spMkLst>
            <pc:docMk/>
            <pc:sldMk cId="3987973839" sldId="376"/>
            <ac:spMk id="18" creationId="{69E88EC9-B503-837C-47B3-B1DE109A0151}"/>
          </ac:spMkLst>
        </pc:spChg>
        <pc:spChg chg="del">
          <ac:chgData name="JP Paulson" userId="460546f63f696f4c" providerId="LiveId" clId="{957F310B-9F73-4E82-8F26-768C6CA2EEB2}" dt="2026-06-26T21:51:47.213" v="9261"/>
          <ac:spMkLst>
            <pc:docMk/>
            <pc:sldMk cId="3987973839" sldId="376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1:47.247" v="9275"/>
          <ac:spMkLst>
            <pc:docMk/>
            <pc:sldMk cId="3987973839" sldId="376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1:47.234" v="9271"/>
          <ac:spMkLst>
            <pc:docMk/>
            <pc:sldMk cId="3987973839" sldId="376"/>
            <ac:spMk id="21" creationId="{FA5B827A-9204-530E-EF33-3EC8ECA91A59}"/>
          </ac:spMkLst>
        </pc:spChg>
        <pc:spChg chg="del">
          <ac:chgData name="JP Paulson" userId="460546f63f696f4c" providerId="LiveId" clId="{957F310B-9F73-4E82-8F26-768C6CA2EEB2}" dt="2026-06-26T21:51:47.230" v="9269"/>
          <ac:spMkLst>
            <pc:docMk/>
            <pc:sldMk cId="3987973839" sldId="376"/>
            <ac:spMk id="22" creationId="{91608BD6-0858-1C08-E863-79DE61EEB3F4}"/>
          </ac:spMkLst>
        </pc:spChg>
        <pc:spChg chg="del">
          <ac:chgData name="JP Paulson" userId="460546f63f696f4c" providerId="LiveId" clId="{957F310B-9F73-4E82-8F26-768C6CA2EEB2}" dt="2026-06-26T21:51:47.251" v="9277"/>
          <ac:spMkLst>
            <pc:docMk/>
            <pc:sldMk cId="3987973839" sldId="376"/>
            <ac:spMk id="23" creationId="{F91A89D7-F4F7-C3B8-4885-10CEA2EF4FD5}"/>
          </ac:spMkLst>
        </pc:spChg>
        <pc:spChg chg="del">
          <ac:chgData name="JP Paulson" userId="460546f63f696f4c" providerId="LiveId" clId="{957F310B-9F73-4E82-8F26-768C6CA2EEB2}" dt="2026-06-26T21:51:47.242" v="9273"/>
          <ac:spMkLst>
            <pc:docMk/>
            <pc:sldMk cId="3987973839" sldId="376"/>
            <ac:spMk id="25" creationId="{00B81673-BBD6-05EB-75E8-97215A045642}"/>
          </ac:spMkLst>
        </pc:spChg>
        <pc:spChg chg="del">
          <ac:chgData name="JP Paulson" userId="460546f63f696f4c" providerId="LiveId" clId="{957F310B-9F73-4E82-8F26-768C6CA2EEB2}" dt="2026-06-26T21:51:47.192" v="9253"/>
          <ac:spMkLst>
            <pc:docMk/>
            <pc:sldMk cId="3987973839" sldId="376"/>
            <ac:spMk id="29" creationId="{42B737F8-C616-4EC5-FB6F-BCAA89221A4F}"/>
          </ac:spMkLst>
        </pc:spChg>
        <pc:spChg chg="del">
          <ac:chgData name="JP Paulson" userId="460546f63f696f4c" providerId="LiveId" clId="{957F310B-9F73-4E82-8F26-768C6CA2EEB2}" dt="2026-06-26T21:51:47.197" v="9255"/>
          <ac:spMkLst>
            <pc:docMk/>
            <pc:sldMk cId="3987973839" sldId="376"/>
            <ac:spMk id="30" creationId="{C5CA073A-FA8A-FD4B-0F85-4027504869BA}"/>
          </ac:spMkLst>
        </pc:spChg>
        <pc:spChg chg="del">
          <ac:chgData name="JP Paulson" userId="460546f63f696f4c" providerId="LiveId" clId="{957F310B-9F73-4E82-8F26-768C6CA2EEB2}" dt="2026-06-26T21:51:47.200" v="9257"/>
          <ac:spMkLst>
            <pc:docMk/>
            <pc:sldMk cId="3987973839" sldId="376"/>
            <ac:spMk id="37" creationId="{8BB5DAAE-5DA7-8F3E-E9B9-BEA9C0E7D7C7}"/>
          </ac:spMkLst>
        </pc:spChg>
        <pc:spChg chg="del">
          <ac:chgData name="JP Paulson" userId="460546f63f696f4c" providerId="LiveId" clId="{957F310B-9F73-4E82-8F26-768C6CA2EEB2}" dt="2026-06-26T21:51:47.256" v="9279"/>
          <ac:spMkLst>
            <pc:docMk/>
            <pc:sldMk cId="3987973839" sldId="376"/>
            <ac:spMk id="38" creationId="{DA189B18-7658-2D6E-DF43-437756752483}"/>
          </ac:spMkLst>
        </pc:spChg>
        <pc:spChg chg="del">
          <ac:chgData name="JP Paulson" userId="460546f63f696f4c" providerId="LiveId" clId="{957F310B-9F73-4E82-8F26-768C6CA2EEB2}" dt="2026-06-26T21:51:47.262" v="9281"/>
          <ac:spMkLst>
            <pc:docMk/>
            <pc:sldMk cId="3987973839" sldId="376"/>
            <ac:spMk id="39" creationId="{133C717B-127C-01C3-13B7-0C24D1F477AE}"/>
          </ac:spMkLst>
        </pc:spChg>
        <pc:spChg chg="del">
          <ac:chgData name="JP Paulson" userId="460546f63f696f4c" providerId="LiveId" clId="{957F310B-9F73-4E82-8F26-768C6CA2EEB2}" dt="2026-06-26T21:51:47.263" v="9283"/>
          <ac:spMkLst>
            <pc:docMk/>
            <pc:sldMk cId="3987973839" sldId="376"/>
            <ac:spMk id="41" creationId="{BCACC31C-0FA1-8CF1-4AD0-83CC7E1ED79F}"/>
          </ac:spMkLst>
        </pc:spChg>
        <pc:cxnChg chg="del mod">
          <ac:chgData name="JP Paulson" userId="460546f63f696f4c" providerId="LiveId" clId="{957F310B-9F73-4E82-8F26-768C6CA2EEB2}" dt="2026-06-26T21:51:47.204" v="9259"/>
          <ac:cxnSpMkLst>
            <pc:docMk/>
            <pc:sldMk cId="3987973839" sldId="376"/>
            <ac:cxnSpMk id="32" creationId="{602B2040-9B6F-A82E-6D50-CB5111E68040}"/>
          </ac:cxnSpMkLst>
        </pc:cxnChg>
        <pc:cxnChg chg="del mod">
          <ac:chgData name="JP Paulson" userId="460546f63f696f4c" providerId="LiveId" clId="{957F310B-9F73-4E82-8F26-768C6CA2EEB2}" dt="2026-06-26T21:51:47.272" v="9285"/>
          <ac:cxnSpMkLst>
            <pc:docMk/>
            <pc:sldMk cId="3987973839" sldId="376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533" v="3139" actId="2890"/>
        <pc:sldMkLst>
          <pc:docMk/>
          <pc:sldMk cId="410946729" sldId="377"/>
        </pc:sldMkLst>
        <pc:spChg chg="add del">
          <ac:chgData name="JP Paulson" userId="460546f63f696f4c" providerId="LiveId" clId="{957F310B-9F73-4E82-8F26-768C6CA2EEB2}" dt="2026-06-26T21:45:53.367" v="3129" actId="478"/>
          <ac:spMkLst>
            <pc:docMk/>
            <pc:sldMk cId="410946729" sldId="377"/>
            <ac:spMk id="13" creationId="{0479AAB2-DBC0-C2B4-42DE-7E4EE5FC5B22}"/>
          </ac:spMkLst>
        </pc:spChg>
        <pc:spChg chg="mod">
          <ac:chgData name="JP Paulson" userId="460546f63f696f4c" providerId="LiveId" clId="{957F310B-9F73-4E82-8F26-768C6CA2EEB2}" dt="2026-06-26T21:45:29.768" v="2482"/>
          <ac:spMkLst>
            <pc:docMk/>
            <pc:sldMk cId="410946729" sldId="377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45:53.363" v="3128" actId="478"/>
          <ac:spMkLst>
            <pc:docMk/>
            <pc:sldMk cId="410946729" sldId="377"/>
            <ac:spMk id="15" creationId="{0FE6D25D-48C5-6AAD-6350-042D1B5B2563}"/>
          </ac:spMkLst>
        </pc:spChg>
        <pc:spChg chg="add del">
          <ac:chgData name="JP Paulson" userId="460546f63f696f4c" providerId="LiveId" clId="{957F310B-9F73-4E82-8F26-768C6CA2EEB2}" dt="2026-06-26T21:45:53.363" v="3127" actId="478"/>
          <ac:spMkLst>
            <pc:docMk/>
            <pc:sldMk cId="410946729" sldId="377"/>
            <ac:spMk id="16" creationId="{E6D69075-BF75-3F72-43B1-BB73299B8433}"/>
          </ac:spMkLst>
        </pc:spChg>
        <pc:spChg chg="add del">
          <ac:chgData name="JP Paulson" userId="460546f63f696f4c" providerId="LiveId" clId="{957F310B-9F73-4E82-8F26-768C6CA2EEB2}" dt="2026-06-26T21:45:53.358" v="3126" actId="478"/>
          <ac:spMkLst>
            <pc:docMk/>
            <pc:sldMk cId="410946729" sldId="377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45:53.346" v="3121" actId="478"/>
          <ac:spMkLst>
            <pc:docMk/>
            <pc:sldMk cId="410946729" sldId="377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29.834" v="2508"/>
          <ac:spMkLst>
            <pc:docMk/>
            <pc:sldMk cId="410946729" sldId="377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29.824" v="2504"/>
          <ac:spMkLst>
            <pc:docMk/>
            <pc:sldMk cId="410946729" sldId="377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342" v="3120" actId="478"/>
          <ac:spMkLst>
            <pc:docMk/>
            <pc:sldMk cId="410946729" sldId="377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337" v="3118" actId="478"/>
          <ac:spMkLst>
            <pc:docMk/>
            <pc:sldMk cId="410946729" sldId="377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342" v="3119" actId="478"/>
          <ac:spMkLst>
            <pc:docMk/>
            <pc:sldMk cId="410946729" sldId="377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358" v="3125" actId="478"/>
          <ac:spMkLst>
            <pc:docMk/>
            <pc:sldMk cId="410946729" sldId="377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45:53.354" v="3124" actId="478"/>
          <ac:spMkLst>
            <pc:docMk/>
            <pc:sldMk cId="410946729" sldId="377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350" v="3123" actId="478"/>
          <ac:spMkLst>
            <pc:docMk/>
            <pc:sldMk cId="410946729" sldId="377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337" v="3117" actId="478"/>
          <ac:spMkLst>
            <pc:docMk/>
            <pc:sldMk cId="410946729" sldId="377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333" v="3116" actId="478"/>
          <ac:spMkLst>
            <pc:docMk/>
            <pc:sldMk cId="410946729" sldId="377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331" v="3115" actId="478"/>
          <ac:spMkLst>
            <pc:docMk/>
            <pc:sldMk cId="410946729" sldId="377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358" v="3125" actId="478"/>
          <ac:cxnSpMkLst>
            <pc:docMk/>
            <pc:sldMk cId="410946729" sldId="377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337" v="3117" actId="478"/>
          <ac:cxnSpMkLst>
            <pc:docMk/>
            <pc:sldMk cId="410946729" sldId="377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498" v="7653" actId="2890"/>
        <pc:sldMkLst>
          <pc:docMk/>
          <pc:sldMk cId="966483135" sldId="377"/>
        </pc:sldMkLst>
        <pc:spChg chg="add del">
          <ac:chgData name="JP Paulson" userId="460546f63f696f4c" providerId="LiveId" clId="{957F310B-9F73-4E82-8F26-768C6CA2EEB2}" dt="2026-06-26T21:51:06.303" v="7628" actId="478"/>
          <ac:spMkLst>
            <pc:docMk/>
            <pc:sldMk cId="966483135" sldId="377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51:06.286" v="7623" actId="478"/>
          <ac:spMkLst>
            <pc:docMk/>
            <pc:sldMk cId="966483135" sldId="377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56.904" v="7066"/>
          <ac:spMkLst>
            <pc:docMk/>
            <pc:sldMk cId="966483135" sldId="377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56.896" v="7062"/>
          <ac:spMkLst>
            <pc:docMk/>
            <pc:sldMk cId="966483135" sldId="377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1:06.281" v="7622" actId="478"/>
          <ac:spMkLst>
            <pc:docMk/>
            <pc:sldMk cId="966483135" sldId="377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1:06.277" v="7620" actId="478"/>
          <ac:spMkLst>
            <pc:docMk/>
            <pc:sldMk cId="966483135" sldId="377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1:06.281" v="7621" actId="478"/>
          <ac:spMkLst>
            <pc:docMk/>
            <pc:sldMk cId="966483135" sldId="377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1:06.299" v="7627" actId="478"/>
          <ac:spMkLst>
            <pc:docMk/>
            <pc:sldMk cId="966483135" sldId="377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51:06.296" v="7626" actId="478"/>
          <ac:spMkLst>
            <pc:docMk/>
            <pc:sldMk cId="966483135" sldId="377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51:06.290" v="7625" actId="478"/>
          <ac:spMkLst>
            <pc:docMk/>
            <pc:sldMk cId="966483135" sldId="377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51:06.277" v="7619" actId="478"/>
          <ac:spMkLst>
            <pc:docMk/>
            <pc:sldMk cId="966483135" sldId="377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1:06.273" v="7618" actId="478"/>
          <ac:spMkLst>
            <pc:docMk/>
            <pc:sldMk cId="966483135" sldId="377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1:06.270" v="7617" actId="478"/>
          <ac:spMkLst>
            <pc:docMk/>
            <pc:sldMk cId="966483135" sldId="377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1:06.299" v="7627" actId="478"/>
          <ac:cxnSpMkLst>
            <pc:docMk/>
            <pc:sldMk cId="966483135" sldId="377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51:06.277" v="7619" actId="478"/>
          <ac:cxnSpMkLst>
            <pc:docMk/>
            <pc:sldMk cId="966483135" sldId="377"/>
            <ac:cxnSpMk id="40" creationId="{5580B097-446F-AF66-3CE6-3DC6759A918D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7.442" v="9338"/>
        <pc:sldMkLst>
          <pc:docMk/>
          <pc:sldMk cId="1095813376" sldId="377"/>
        </pc:sldMkLst>
        <pc:spChg chg="del">
          <ac:chgData name="JP Paulson" userId="460546f63f696f4c" providerId="LiveId" clId="{957F310B-9F73-4E82-8F26-768C6CA2EEB2}" dt="2026-06-26T21:51:47.318" v="9294"/>
          <ac:spMkLst>
            <pc:docMk/>
            <pc:sldMk cId="1095813376" sldId="377"/>
            <ac:spMk id="18" creationId="{69E88EC9-B503-837C-47B3-B1DE109A0151}"/>
          </ac:spMkLst>
        </pc:spChg>
        <pc:spChg chg="del">
          <ac:chgData name="JP Paulson" userId="460546f63f696f4c" providerId="LiveId" clId="{957F310B-9F73-4E82-8F26-768C6CA2EEB2}" dt="2026-06-26T21:51:47.346" v="9304"/>
          <ac:spMkLst>
            <pc:docMk/>
            <pc:sldMk cId="1095813376" sldId="377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1:47.398" v="9318"/>
          <ac:spMkLst>
            <pc:docMk/>
            <pc:sldMk cId="1095813376" sldId="377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1:47.388" v="9314"/>
          <ac:spMkLst>
            <pc:docMk/>
            <pc:sldMk cId="1095813376" sldId="377"/>
            <ac:spMk id="21" creationId="{FA5B827A-9204-530E-EF33-3EC8ECA91A59}"/>
          </ac:spMkLst>
        </pc:spChg>
        <pc:spChg chg="del">
          <ac:chgData name="JP Paulson" userId="460546f63f696f4c" providerId="LiveId" clId="{957F310B-9F73-4E82-8F26-768C6CA2EEB2}" dt="2026-06-26T21:51:47.382" v="9312"/>
          <ac:spMkLst>
            <pc:docMk/>
            <pc:sldMk cId="1095813376" sldId="377"/>
            <ac:spMk id="22" creationId="{91608BD6-0858-1C08-E863-79DE61EEB3F4}"/>
          </ac:spMkLst>
        </pc:spChg>
        <pc:spChg chg="del">
          <ac:chgData name="JP Paulson" userId="460546f63f696f4c" providerId="LiveId" clId="{957F310B-9F73-4E82-8F26-768C6CA2EEB2}" dt="2026-06-26T21:51:47.403" v="9320"/>
          <ac:spMkLst>
            <pc:docMk/>
            <pc:sldMk cId="1095813376" sldId="377"/>
            <ac:spMk id="23" creationId="{F91A89D7-F4F7-C3B8-4885-10CEA2EF4FD5}"/>
          </ac:spMkLst>
        </pc:spChg>
        <pc:spChg chg="del">
          <ac:chgData name="JP Paulson" userId="460546f63f696f4c" providerId="LiveId" clId="{957F310B-9F73-4E82-8F26-768C6CA2EEB2}" dt="2026-06-26T21:51:47.392" v="9316"/>
          <ac:spMkLst>
            <pc:docMk/>
            <pc:sldMk cId="1095813376" sldId="377"/>
            <ac:spMk id="25" creationId="{00B81673-BBD6-05EB-75E8-97215A045642}"/>
          </ac:spMkLst>
        </pc:spChg>
        <pc:spChg chg="del">
          <ac:chgData name="JP Paulson" userId="460546f63f696f4c" providerId="LiveId" clId="{957F310B-9F73-4E82-8F26-768C6CA2EEB2}" dt="2026-06-26T21:51:47.322" v="9296"/>
          <ac:spMkLst>
            <pc:docMk/>
            <pc:sldMk cId="1095813376" sldId="377"/>
            <ac:spMk id="29" creationId="{42B737F8-C616-4EC5-FB6F-BCAA89221A4F}"/>
          </ac:spMkLst>
        </pc:spChg>
        <pc:spChg chg="del">
          <ac:chgData name="JP Paulson" userId="460546f63f696f4c" providerId="LiveId" clId="{957F310B-9F73-4E82-8F26-768C6CA2EEB2}" dt="2026-06-26T21:51:47.328" v="9298"/>
          <ac:spMkLst>
            <pc:docMk/>
            <pc:sldMk cId="1095813376" sldId="377"/>
            <ac:spMk id="30" creationId="{C5CA073A-FA8A-FD4B-0F85-4027504869BA}"/>
          </ac:spMkLst>
        </pc:spChg>
        <pc:spChg chg="del">
          <ac:chgData name="JP Paulson" userId="460546f63f696f4c" providerId="LiveId" clId="{957F310B-9F73-4E82-8F26-768C6CA2EEB2}" dt="2026-06-26T21:51:47.334" v="9300"/>
          <ac:spMkLst>
            <pc:docMk/>
            <pc:sldMk cId="1095813376" sldId="377"/>
            <ac:spMk id="37" creationId="{8BB5DAAE-5DA7-8F3E-E9B9-BEA9C0E7D7C7}"/>
          </ac:spMkLst>
        </pc:spChg>
        <pc:spChg chg="del">
          <ac:chgData name="JP Paulson" userId="460546f63f696f4c" providerId="LiveId" clId="{957F310B-9F73-4E82-8F26-768C6CA2EEB2}" dt="2026-06-26T21:51:47.407" v="9322"/>
          <ac:spMkLst>
            <pc:docMk/>
            <pc:sldMk cId="1095813376" sldId="377"/>
            <ac:spMk id="38" creationId="{DA189B18-7658-2D6E-DF43-437756752483}"/>
          </ac:spMkLst>
        </pc:spChg>
        <pc:spChg chg="del">
          <ac:chgData name="JP Paulson" userId="460546f63f696f4c" providerId="LiveId" clId="{957F310B-9F73-4E82-8F26-768C6CA2EEB2}" dt="2026-06-26T21:51:47.411" v="9324"/>
          <ac:spMkLst>
            <pc:docMk/>
            <pc:sldMk cId="1095813376" sldId="377"/>
            <ac:spMk id="39" creationId="{133C717B-127C-01C3-13B7-0C24D1F477AE}"/>
          </ac:spMkLst>
        </pc:spChg>
        <pc:spChg chg="del">
          <ac:chgData name="JP Paulson" userId="460546f63f696f4c" providerId="LiveId" clId="{957F310B-9F73-4E82-8F26-768C6CA2EEB2}" dt="2026-06-26T21:51:47.415" v="9326"/>
          <ac:spMkLst>
            <pc:docMk/>
            <pc:sldMk cId="1095813376" sldId="377"/>
            <ac:spMk id="41" creationId="{BCACC31C-0FA1-8CF1-4AD0-83CC7E1ED79F}"/>
          </ac:spMkLst>
        </pc:spChg>
        <pc:cxnChg chg="del mod">
          <ac:chgData name="JP Paulson" userId="460546f63f696f4c" providerId="LiveId" clId="{957F310B-9F73-4E82-8F26-768C6CA2EEB2}" dt="2026-06-26T21:51:47.340" v="9302"/>
          <ac:cxnSpMkLst>
            <pc:docMk/>
            <pc:sldMk cId="1095813376" sldId="377"/>
            <ac:cxnSpMk id="32" creationId="{602B2040-9B6F-A82E-6D50-CB5111E68040}"/>
          </ac:cxnSpMkLst>
        </pc:cxnChg>
        <pc:cxnChg chg="del mod">
          <ac:chgData name="JP Paulson" userId="460546f63f696f4c" providerId="LiveId" clId="{957F310B-9F73-4E82-8F26-768C6CA2EEB2}" dt="2026-06-26T21:51:47.424" v="9328"/>
          <ac:cxnSpMkLst>
            <pc:docMk/>
            <pc:sldMk cId="1095813376" sldId="377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40.252" v="5423" actId="2890"/>
        <pc:sldMkLst>
          <pc:docMk/>
          <pc:sldMk cId="1195366721" sldId="377"/>
        </pc:sldMkLst>
        <pc:spChg chg="add del">
          <ac:chgData name="JP Paulson" userId="460546f63f696f4c" providerId="LiveId" clId="{957F310B-9F73-4E82-8F26-768C6CA2EEB2}" dt="2026-06-26T21:50:40.062" v="5398" actId="478"/>
          <ac:spMkLst>
            <pc:docMk/>
            <pc:sldMk cId="1195366721" sldId="377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50:40.050" v="5393" actId="478"/>
          <ac:spMkLst>
            <pc:docMk/>
            <pc:sldMk cId="1195366721" sldId="377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12.184" v="4836"/>
          <ac:spMkLst>
            <pc:docMk/>
            <pc:sldMk cId="1195366721" sldId="377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12.177" v="4832"/>
          <ac:spMkLst>
            <pc:docMk/>
            <pc:sldMk cId="1195366721" sldId="377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0:40.047" v="5392" actId="478"/>
          <ac:spMkLst>
            <pc:docMk/>
            <pc:sldMk cId="1195366721" sldId="377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0:40.042" v="5390" actId="478"/>
          <ac:spMkLst>
            <pc:docMk/>
            <pc:sldMk cId="1195366721" sldId="377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0:40.042" v="5391" actId="478"/>
          <ac:spMkLst>
            <pc:docMk/>
            <pc:sldMk cId="1195366721" sldId="377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0:40.062" v="5397" actId="478"/>
          <ac:spMkLst>
            <pc:docMk/>
            <pc:sldMk cId="1195366721" sldId="377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50:40.058" v="5396" actId="478"/>
          <ac:spMkLst>
            <pc:docMk/>
            <pc:sldMk cId="1195366721" sldId="377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50:40.054" v="5395" actId="478"/>
          <ac:spMkLst>
            <pc:docMk/>
            <pc:sldMk cId="1195366721" sldId="377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50:40.037" v="5389" actId="478"/>
          <ac:spMkLst>
            <pc:docMk/>
            <pc:sldMk cId="1195366721" sldId="377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0:40.037" v="5388" actId="478"/>
          <ac:spMkLst>
            <pc:docMk/>
            <pc:sldMk cId="1195366721" sldId="377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0:40.033" v="5387" actId="478"/>
          <ac:spMkLst>
            <pc:docMk/>
            <pc:sldMk cId="1195366721" sldId="377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0:40.062" v="5397" actId="478"/>
          <ac:cxnSpMkLst>
            <pc:docMk/>
            <pc:sldMk cId="1195366721" sldId="377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50:40.037" v="5389" actId="478"/>
          <ac:cxnSpMkLst>
            <pc:docMk/>
            <pc:sldMk cId="1195366721" sldId="377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482" v="7652" actId="2890"/>
        <pc:sldMkLst>
          <pc:docMk/>
          <pc:sldMk cId="1360228102" sldId="378"/>
        </pc:sldMkLst>
        <pc:spChg chg="mod">
          <ac:chgData name="JP Paulson" userId="460546f63f696f4c" providerId="LiveId" clId="{957F310B-9F73-4E82-8F26-768C6CA2EEB2}" dt="2026-06-26T21:50:56.509" v="6970"/>
          <ac:spMkLst>
            <pc:docMk/>
            <pc:sldMk cId="1360228102" sldId="378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51:06.250" v="7611" actId="478"/>
          <ac:spMkLst>
            <pc:docMk/>
            <pc:sldMk cId="1360228102" sldId="378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57.033" v="7110"/>
          <ac:spMkLst>
            <pc:docMk/>
            <pc:sldMk cId="1360228102" sldId="378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57.025" v="7106"/>
          <ac:spMkLst>
            <pc:docMk/>
            <pc:sldMk cId="1360228102" sldId="378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1:06.248" v="7610" actId="478"/>
          <ac:spMkLst>
            <pc:docMk/>
            <pc:sldMk cId="1360228102" sldId="378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1:06.243" v="7608" actId="478"/>
          <ac:spMkLst>
            <pc:docMk/>
            <pc:sldMk cId="1360228102" sldId="378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1:06.244" v="7609" actId="478"/>
          <ac:spMkLst>
            <pc:docMk/>
            <pc:sldMk cId="1360228102" sldId="378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1:06.261" v="7615" actId="478"/>
          <ac:spMkLst>
            <pc:docMk/>
            <pc:sldMk cId="1360228102" sldId="378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51:06.261" v="7614" actId="478"/>
          <ac:spMkLst>
            <pc:docMk/>
            <pc:sldMk cId="1360228102" sldId="378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51:06.257" v="7613" actId="478"/>
          <ac:spMkLst>
            <pc:docMk/>
            <pc:sldMk cId="1360228102" sldId="378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51:06.241" v="7607" actId="478"/>
          <ac:spMkLst>
            <pc:docMk/>
            <pc:sldMk cId="1360228102" sldId="378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1:06.238" v="7606" actId="478"/>
          <ac:spMkLst>
            <pc:docMk/>
            <pc:sldMk cId="1360228102" sldId="378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1:06.233" v="7605" actId="478"/>
          <ac:spMkLst>
            <pc:docMk/>
            <pc:sldMk cId="1360228102" sldId="378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1:06.261" v="7615" actId="478"/>
          <ac:cxnSpMkLst>
            <pc:docMk/>
            <pc:sldMk cId="1360228102" sldId="378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51:06.241" v="7607" actId="478"/>
          <ac:cxnSpMkLst>
            <pc:docMk/>
            <pc:sldMk cId="1360228102" sldId="378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40.240" v="5422" actId="2890"/>
        <pc:sldMkLst>
          <pc:docMk/>
          <pc:sldMk cId="2693035820" sldId="378"/>
        </pc:sldMkLst>
        <pc:spChg chg="mod">
          <ac:chgData name="JP Paulson" userId="460546f63f696f4c" providerId="LiveId" clId="{957F310B-9F73-4E82-8F26-768C6CA2EEB2}" dt="2026-06-26T21:50:11.812" v="4740"/>
          <ac:spMkLst>
            <pc:docMk/>
            <pc:sldMk cId="2693035820" sldId="378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50:40.012" v="5381" actId="478"/>
          <ac:spMkLst>
            <pc:docMk/>
            <pc:sldMk cId="2693035820" sldId="378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12.326" v="4880"/>
          <ac:spMkLst>
            <pc:docMk/>
            <pc:sldMk cId="2693035820" sldId="378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12.316" v="4876"/>
          <ac:spMkLst>
            <pc:docMk/>
            <pc:sldMk cId="2693035820" sldId="378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0:40.008" v="5380" actId="478"/>
          <ac:spMkLst>
            <pc:docMk/>
            <pc:sldMk cId="2693035820" sldId="378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0:40.004" v="5378" actId="478"/>
          <ac:spMkLst>
            <pc:docMk/>
            <pc:sldMk cId="2693035820" sldId="378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0:40.004" v="5379" actId="478"/>
          <ac:spMkLst>
            <pc:docMk/>
            <pc:sldMk cId="2693035820" sldId="378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0:40.020" v="5385" actId="478"/>
          <ac:spMkLst>
            <pc:docMk/>
            <pc:sldMk cId="2693035820" sldId="378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50:40.020" v="5384" actId="478"/>
          <ac:spMkLst>
            <pc:docMk/>
            <pc:sldMk cId="2693035820" sldId="378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50:40.016" v="5383" actId="478"/>
          <ac:spMkLst>
            <pc:docMk/>
            <pc:sldMk cId="2693035820" sldId="378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50:39.999" v="5377" actId="478"/>
          <ac:spMkLst>
            <pc:docMk/>
            <pc:sldMk cId="2693035820" sldId="378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0:39.999" v="5376" actId="478"/>
          <ac:spMkLst>
            <pc:docMk/>
            <pc:sldMk cId="2693035820" sldId="378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0:39.995" v="5375" actId="478"/>
          <ac:spMkLst>
            <pc:docMk/>
            <pc:sldMk cId="2693035820" sldId="378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0:40.020" v="5385" actId="478"/>
          <ac:cxnSpMkLst>
            <pc:docMk/>
            <pc:sldMk cId="2693035820" sldId="378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50:39.999" v="5377" actId="478"/>
          <ac:cxnSpMkLst>
            <pc:docMk/>
            <pc:sldMk cId="2693035820" sldId="378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516" v="3138" actId="2890"/>
        <pc:sldMkLst>
          <pc:docMk/>
          <pc:sldMk cId="2833125772" sldId="378"/>
        </pc:sldMkLst>
        <pc:spChg chg="add del">
          <ac:chgData name="JP Paulson" userId="460546f63f696f4c" providerId="LiveId" clId="{957F310B-9F73-4E82-8F26-768C6CA2EEB2}" dt="2026-06-26T21:45:53.320" v="3113" actId="478"/>
          <ac:spMkLst>
            <pc:docMk/>
            <pc:sldMk cId="2833125772" sldId="378"/>
            <ac:spMk id="18" creationId="{69E88EC9-B503-837C-47B3-B1DE109A0151}"/>
          </ac:spMkLst>
        </pc:spChg>
        <pc:spChg chg="add del">
          <ac:chgData name="JP Paulson" userId="460546f63f696f4c" providerId="LiveId" clId="{957F310B-9F73-4E82-8F26-768C6CA2EEB2}" dt="2026-06-26T21:45:53.308" v="3108" actId="478"/>
          <ac:spMkLst>
            <pc:docMk/>
            <pc:sldMk cId="2833125772" sldId="378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29.973" v="2551"/>
          <ac:spMkLst>
            <pc:docMk/>
            <pc:sldMk cId="2833125772" sldId="378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29.965" v="2547"/>
          <ac:spMkLst>
            <pc:docMk/>
            <pc:sldMk cId="2833125772" sldId="378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304" v="3107" actId="478"/>
          <ac:spMkLst>
            <pc:docMk/>
            <pc:sldMk cId="2833125772" sldId="378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300" v="3105" actId="478"/>
          <ac:spMkLst>
            <pc:docMk/>
            <pc:sldMk cId="2833125772" sldId="378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300" v="3106" actId="478"/>
          <ac:spMkLst>
            <pc:docMk/>
            <pc:sldMk cId="2833125772" sldId="378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320" v="3112" actId="478"/>
          <ac:spMkLst>
            <pc:docMk/>
            <pc:sldMk cId="2833125772" sldId="378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45:53.316" v="3111" actId="478"/>
          <ac:spMkLst>
            <pc:docMk/>
            <pc:sldMk cId="2833125772" sldId="378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312" v="3110" actId="478"/>
          <ac:spMkLst>
            <pc:docMk/>
            <pc:sldMk cId="2833125772" sldId="378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296" v="3104" actId="478"/>
          <ac:spMkLst>
            <pc:docMk/>
            <pc:sldMk cId="2833125772" sldId="378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296" v="3103" actId="478"/>
          <ac:spMkLst>
            <pc:docMk/>
            <pc:sldMk cId="2833125772" sldId="378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292" v="3102" actId="478"/>
          <ac:spMkLst>
            <pc:docMk/>
            <pc:sldMk cId="2833125772" sldId="378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320" v="3112" actId="478"/>
          <ac:cxnSpMkLst>
            <pc:docMk/>
            <pc:sldMk cId="2833125772" sldId="378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296" v="3104" actId="478"/>
          <ac:cxnSpMkLst>
            <pc:docMk/>
            <pc:sldMk cId="2833125772" sldId="378"/>
            <ac:cxnSpMk id="40" creationId="{5580B097-446F-AF66-3CE6-3DC6759A918D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7.578" v="9383"/>
        <pc:sldMkLst>
          <pc:docMk/>
          <pc:sldMk cId="4028677080" sldId="378"/>
        </pc:sldMkLst>
        <pc:spChg chg="mod">
          <ac:chgData name="JP Paulson" userId="460546f63f696f4c" providerId="LiveId" clId="{957F310B-9F73-4E82-8F26-768C6CA2EEB2}" dt="2026-06-26T21:51:46.988" v="9222"/>
          <ac:spMkLst>
            <pc:docMk/>
            <pc:sldMk cId="4028677080" sldId="378"/>
            <ac:spMk id="14" creationId="{BB050A37-F0BE-A416-1F60-449777F56ECE}"/>
          </ac:spMkLst>
        </pc:spChg>
        <pc:spChg chg="del">
          <ac:chgData name="JP Paulson" userId="460546f63f696f4c" providerId="LiveId" clId="{957F310B-9F73-4E82-8F26-768C6CA2EEB2}" dt="2026-06-26T21:51:47.482" v="9348"/>
          <ac:spMkLst>
            <pc:docMk/>
            <pc:sldMk cId="4028677080" sldId="378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1:47.533" v="9362"/>
          <ac:spMkLst>
            <pc:docMk/>
            <pc:sldMk cId="4028677080" sldId="378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1:47.525" v="9358"/>
          <ac:spMkLst>
            <pc:docMk/>
            <pc:sldMk cId="4028677080" sldId="378"/>
            <ac:spMk id="21" creationId="{FA5B827A-9204-530E-EF33-3EC8ECA91A59}"/>
          </ac:spMkLst>
        </pc:spChg>
        <pc:spChg chg="del">
          <ac:chgData name="JP Paulson" userId="460546f63f696f4c" providerId="LiveId" clId="{957F310B-9F73-4E82-8F26-768C6CA2EEB2}" dt="2026-06-26T21:51:47.519" v="9356"/>
          <ac:spMkLst>
            <pc:docMk/>
            <pc:sldMk cId="4028677080" sldId="378"/>
            <ac:spMk id="22" creationId="{91608BD6-0858-1C08-E863-79DE61EEB3F4}"/>
          </ac:spMkLst>
        </pc:spChg>
        <pc:spChg chg="del">
          <ac:chgData name="JP Paulson" userId="460546f63f696f4c" providerId="LiveId" clId="{957F310B-9F73-4E82-8F26-768C6CA2EEB2}" dt="2026-06-26T21:51:47.540" v="9364"/>
          <ac:spMkLst>
            <pc:docMk/>
            <pc:sldMk cId="4028677080" sldId="378"/>
            <ac:spMk id="23" creationId="{F91A89D7-F4F7-C3B8-4885-10CEA2EF4FD5}"/>
          </ac:spMkLst>
        </pc:spChg>
        <pc:spChg chg="del">
          <ac:chgData name="JP Paulson" userId="460546f63f696f4c" providerId="LiveId" clId="{957F310B-9F73-4E82-8F26-768C6CA2EEB2}" dt="2026-06-26T21:51:47.529" v="9360"/>
          <ac:spMkLst>
            <pc:docMk/>
            <pc:sldMk cId="4028677080" sldId="378"/>
            <ac:spMk id="25" creationId="{00B81673-BBD6-05EB-75E8-97215A045642}"/>
          </ac:spMkLst>
        </pc:spChg>
        <pc:spChg chg="del">
          <ac:chgData name="JP Paulson" userId="460546f63f696f4c" providerId="LiveId" clId="{957F310B-9F73-4E82-8F26-768C6CA2EEB2}" dt="2026-06-26T21:51:47.462" v="9340"/>
          <ac:spMkLst>
            <pc:docMk/>
            <pc:sldMk cId="4028677080" sldId="378"/>
            <ac:spMk id="29" creationId="{42B737F8-C616-4EC5-FB6F-BCAA89221A4F}"/>
          </ac:spMkLst>
        </pc:spChg>
        <pc:spChg chg="del">
          <ac:chgData name="JP Paulson" userId="460546f63f696f4c" providerId="LiveId" clId="{957F310B-9F73-4E82-8F26-768C6CA2EEB2}" dt="2026-06-26T21:51:47.465" v="9342"/>
          <ac:spMkLst>
            <pc:docMk/>
            <pc:sldMk cId="4028677080" sldId="378"/>
            <ac:spMk id="30" creationId="{C5CA073A-FA8A-FD4B-0F85-4027504869BA}"/>
          </ac:spMkLst>
        </pc:spChg>
        <pc:spChg chg="del">
          <ac:chgData name="JP Paulson" userId="460546f63f696f4c" providerId="LiveId" clId="{957F310B-9F73-4E82-8F26-768C6CA2EEB2}" dt="2026-06-26T21:51:47.474" v="9344"/>
          <ac:spMkLst>
            <pc:docMk/>
            <pc:sldMk cId="4028677080" sldId="378"/>
            <ac:spMk id="37" creationId="{8BB5DAAE-5DA7-8F3E-E9B9-BEA9C0E7D7C7}"/>
          </ac:spMkLst>
        </pc:spChg>
        <pc:spChg chg="del">
          <ac:chgData name="JP Paulson" userId="460546f63f696f4c" providerId="LiveId" clId="{957F310B-9F73-4E82-8F26-768C6CA2EEB2}" dt="2026-06-26T21:51:47.544" v="9366"/>
          <ac:spMkLst>
            <pc:docMk/>
            <pc:sldMk cId="4028677080" sldId="378"/>
            <ac:spMk id="38" creationId="{DA189B18-7658-2D6E-DF43-437756752483}"/>
          </ac:spMkLst>
        </pc:spChg>
        <pc:spChg chg="del">
          <ac:chgData name="JP Paulson" userId="460546f63f696f4c" providerId="LiveId" clId="{957F310B-9F73-4E82-8F26-768C6CA2EEB2}" dt="2026-06-26T21:51:47.549" v="9368"/>
          <ac:spMkLst>
            <pc:docMk/>
            <pc:sldMk cId="4028677080" sldId="378"/>
            <ac:spMk id="39" creationId="{133C717B-127C-01C3-13B7-0C24D1F477AE}"/>
          </ac:spMkLst>
        </pc:spChg>
        <pc:spChg chg="del">
          <ac:chgData name="JP Paulson" userId="460546f63f696f4c" providerId="LiveId" clId="{957F310B-9F73-4E82-8F26-768C6CA2EEB2}" dt="2026-06-26T21:51:47.553" v="9370"/>
          <ac:spMkLst>
            <pc:docMk/>
            <pc:sldMk cId="4028677080" sldId="378"/>
            <ac:spMk id="41" creationId="{BCACC31C-0FA1-8CF1-4AD0-83CC7E1ED79F}"/>
          </ac:spMkLst>
        </pc:spChg>
        <pc:cxnChg chg="del mod">
          <ac:chgData name="JP Paulson" userId="460546f63f696f4c" providerId="LiveId" clId="{957F310B-9F73-4E82-8F26-768C6CA2EEB2}" dt="2026-06-26T21:51:47.478" v="9346"/>
          <ac:cxnSpMkLst>
            <pc:docMk/>
            <pc:sldMk cId="4028677080" sldId="378"/>
            <ac:cxnSpMk id="32" creationId="{602B2040-9B6F-A82E-6D50-CB5111E68040}"/>
          </ac:cxnSpMkLst>
        </pc:cxnChg>
        <pc:cxnChg chg="del mod">
          <ac:chgData name="JP Paulson" userId="460546f63f696f4c" providerId="LiveId" clId="{957F310B-9F73-4E82-8F26-768C6CA2EEB2}" dt="2026-06-26T21:51:47.557" v="9372"/>
          <ac:cxnSpMkLst>
            <pc:docMk/>
            <pc:sldMk cId="4028677080" sldId="378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501" v="3137" actId="2890"/>
        <pc:sldMkLst>
          <pc:docMk/>
          <pc:sldMk cId="756577552" sldId="379"/>
        </pc:sldMkLst>
        <pc:spChg chg="mod">
          <ac:chgData name="JP Paulson" userId="460546f63f696f4c" providerId="LiveId" clId="{957F310B-9F73-4E82-8F26-768C6CA2EEB2}" dt="2026-06-26T21:45:29.548" v="2455"/>
          <ac:spMkLst>
            <pc:docMk/>
            <pc:sldMk cId="756577552" sldId="379"/>
            <ac:spMk id="14" creationId="{BB050A37-F0BE-A416-1F60-449777F56ECE}"/>
          </ac:spMkLst>
        </pc:spChg>
        <pc:spChg chg="add del">
          <ac:chgData name="JP Paulson" userId="460546f63f696f4c" providerId="LiveId" clId="{957F310B-9F73-4E82-8F26-768C6CA2EEB2}" dt="2026-06-26T21:45:53.273" v="3096" actId="478"/>
          <ac:spMkLst>
            <pc:docMk/>
            <pc:sldMk cId="756577552" sldId="379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30.114" v="2595"/>
          <ac:spMkLst>
            <pc:docMk/>
            <pc:sldMk cId="756577552" sldId="379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30.102" v="2591"/>
          <ac:spMkLst>
            <pc:docMk/>
            <pc:sldMk cId="756577552" sldId="379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267" v="3095" actId="478"/>
          <ac:spMkLst>
            <pc:docMk/>
            <pc:sldMk cId="756577552" sldId="379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263" v="3093" actId="478"/>
          <ac:spMkLst>
            <pc:docMk/>
            <pc:sldMk cId="756577552" sldId="379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267" v="3094" actId="478"/>
          <ac:spMkLst>
            <pc:docMk/>
            <pc:sldMk cId="756577552" sldId="379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283" v="3100" actId="478"/>
          <ac:spMkLst>
            <pc:docMk/>
            <pc:sldMk cId="756577552" sldId="379"/>
            <ac:spMk id="29" creationId="{42B737F8-C616-4EC5-FB6F-BCAA89221A4F}"/>
          </ac:spMkLst>
        </pc:spChg>
        <pc:spChg chg="add del">
          <ac:chgData name="JP Paulson" userId="460546f63f696f4c" providerId="LiveId" clId="{957F310B-9F73-4E82-8F26-768C6CA2EEB2}" dt="2026-06-26T21:45:53.279" v="3099" actId="478"/>
          <ac:spMkLst>
            <pc:docMk/>
            <pc:sldMk cId="756577552" sldId="379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277" v="3098" actId="478"/>
          <ac:spMkLst>
            <pc:docMk/>
            <pc:sldMk cId="756577552" sldId="379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259" v="3092" actId="478"/>
          <ac:spMkLst>
            <pc:docMk/>
            <pc:sldMk cId="756577552" sldId="379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259" v="3091" actId="478"/>
          <ac:spMkLst>
            <pc:docMk/>
            <pc:sldMk cId="756577552" sldId="379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255" v="3090" actId="478"/>
          <ac:spMkLst>
            <pc:docMk/>
            <pc:sldMk cId="756577552" sldId="379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283" v="3100" actId="478"/>
          <ac:cxnSpMkLst>
            <pc:docMk/>
            <pc:sldMk cId="756577552" sldId="379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259" v="3092" actId="478"/>
          <ac:cxnSpMkLst>
            <pc:docMk/>
            <pc:sldMk cId="756577552" sldId="379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40.224" v="5421" actId="2890"/>
        <pc:sldMkLst>
          <pc:docMk/>
          <pc:sldMk cId="2103407246" sldId="379"/>
        </pc:sldMkLst>
        <pc:spChg chg="add del">
          <ac:chgData name="JP Paulson" userId="460546f63f696f4c" providerId="LiveId" clId="{957F310B-9F73-4E82-8F26-768C6CA2EEB2}" dt="2026-06-26T21:50:39.979" v="5370" actId="478"/>
          <ac:spMkLst>
            <pc:docMk/>
            <pc:sldMk cId="2103407246" sldId="379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12.459" v="4923"/>
          <ac:spMkLst>
            <pc:docMk/>
            <pc:sldMk cId="2103407246" sldId="379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12.448" v="4919"/>
          <ac:spMkLst>
            <pc:docMk/>
            <pc:sldMk cId="2103407246" sldId="379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0:39.975" v="5369" actId="478"/>
          <ac:spMkLst>
            <pc:docMk/>
            <pc:sldMk cId="2103407246" sldId="379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0:39.970" v="5367" actId="478"/>
          <ac:spMkLst>
            <pc:docMk/>
            <pc:sldMk cId="2103407246" sldId="379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0:39.970" v="5368" actId="478"/>
          <ac:spMkLst>
            <pc:docMk/>
            <pc:sldMk cId="2103407246" sldId="379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0:39.987" v="5373" actId="478"/>
          <ac:spMkLst>
            <pc:docMk/>
            <pc:sldMk cId="2103407246" sldId="379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50:39.983" v="5372" actId="478"/>
          <ac:spMkLst>
            <pc:docMk/>
            <pc:sldMk cId="2103407246" sldId="379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50:39.966" v="5366" actId="478"/>
          <ac:spMkLst>
            <pc:docMk/>
            <pc:sldMk cId="2103407246" sldId="379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0:39.964" v="5365" actId="478"/>
          <ac:spMkLst>
            <pc:docMk/>
            <pc:sldMk cId="2103407246" sldId="379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0:39.958" v="5364" actId="478"/>
          <ac:spMkLst>
            <pc:docMk/>
            <pc:sldMk cId="2103407246" sldId="379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0:39.987" v="5373" actId="478"/>
          <ac:cxnSpMkLst>
            <pc:docMk/>
            <pc:sldMk cId="2103407246" sldId="379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50:39.966" v="5366" actId="478"/>
          <ac:cxnSpMkLst>
            <pc:docMk/>
            <pc:sldMk cId="2103407246" sldId="379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470" v="7651" actId="2890"/>
        <pc:sldMkLst>
          <pc:docMk/>
          <pc:sldMk cId="2415967599" sldId="379"/>
        </pc:sldMkLst>
        <pc:spChg chg="add del">
          <ac:chgData name="JP Paulson" userId="460546f63f696f4c" providerId="LiveId" clId="{957F310B-9F73-4E82-8F26-768C6CA2EEB2}" dt="2026-06-26T21:51:06.217" v="7600" actId="478"/>
          <ac:spMkLst>
            <pc:docMk/>
            <pc:sldMk cId="2415967599" sldId="379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57.159" v="7153"/>
          <ac:spMkLst>
            <pc:docMk/>
            <pc:sldMk cId="2415967599" sldId="379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57.151" v="7149"/>
          <ac:spMkLst>
            <pc:docMk/>
            <pc:sldMk cId="2415967599" sldId="379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1:06.212" v="7599" actId="478"/>
          <ac:spMkLst>
            <pc:docMk/>
            <pc:sldMk cId="2415967599" sldId="379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1:06.208" v="7597" actId="478"/>
          <ac:spMkLst>
            <pc:docMk/>
            <pc:sldMk cId="2415967599" sldId="379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1:06.210" v="7598" actId="478"/>
          <ac:spMkLst>
            <pc:docMk/>
            <pc:sldMk cId="2415967599" sldId="379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1:06.224" v="7603" actId="478"/>
          <ac:spMkLst>
            <pc:docMk/>
            <pc:sldMk cId="2415967599" sldId="379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51:06.221" v="7602" actId="478"/>
          <ac:spMkLst>
            <pc:docMk/>
            <pc:sldMk cId="2415967599" sldId="379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51:06.204" v="7596" actId="478"/>
          <ac:spMkLst>
            <pc:docMk/>
            <pc:sldMk cId="2415967599" sldId="379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1:06.203" v="7595" actId="478"/>
          <ac:spMkLst>
            <pc:docMk/>
            <pc:sldMk cId="2415967599" sldId="379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1:06.198" v="7594" actId="478"/>
          <ac:spMkLst>
            <pc:docMk/>
            <pc:sldMk cId="2415967599" sldId="379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1:06.224" v="7603" actId="478"/>
          <ac:cxnSpMkLst>
            <pc:docMk/>
            <pc:sldMk cId="2415967599" sldId="379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51:06.204" v="7596" actId="478"/>
          <ac:cxnSpMkLst>
            <pc:docMk/>
            <pc:sldMk cId="2415967599" sldId="379"/>
            <ac:cxnSpMk id="40" creationId="{5580B097-446F-AF66-3CE6-3DC6759A918D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7.716" v="9427"/>
        <pc:sldMkLst>
          <pc:docMk/>
          <pc:sldMk cId="3531376690" sldId="379"/>
        </pc:sldMkLst>
        <pc:spChg chg="del">
          <ac:chgData name="JP Paulson" userId="460546f63f696f4c" providerId="LiveId" clId="{957F310B-9F73-4E82-8F26-768C6CA2EEB2}" dt="2026-06-26T21:51:47.616" v="9391"/>
          <ac:spMkLst>
            <pc:docMk/>
            <pc:sldMk cId="3531376690" sldId="379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1:47.666" v="9405"/>
          <ac:spMkLst>
            <pc:docMk/>
            <pc:sldMk cId="3531376690" sldId="379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1:47.657" v="9401"/>
          <ac:spMkLst>
            <pc:docMk/>
            <pc:sldMk cId="3531376690" sldId="379"/>
            <ac:spMk id="21" creationId="{FA5B827A-9204-530E-EF33-3EC8ECA91A59}"/>
          </ac:spMkLst>
        </pc:spChg>
        <pc:spChg chg="del">
          <ac:chgData name="JP Paulson" userId="460546f63f696f4c" providerId="LiveId" clId="{957F310B-9F73-4E82-8F26-768C6CA2EEB2}" dt="2026-06-26T21:51:47.653" v="9399"/>
          <ac:spMkLst>
            <pc:docMk/>
            <pc:sldMk cId="3531376690" sldId="379"/>
            <ac:spMk id="22" creationId="{91608BD6-0858-1C08-E863-79DE61EEB3F4}"/>
          </ac:spMkLst>
        </pc:spChg>
        <pc:spChg chg="del">
          <ac:chgData name="JP Paulson" userId="460546f63f696f4c" providerId="LiveId" clId="{957F310B-9F73-4E82-8F26-768C6CA2EEB2}" dt="2026-06-26T21:51:47.670" v="9407"/>
          <ac:spMkLst>
            <pc:docMk/>
            <pc:sldMk cId="3531376690" sldId="379"/>
            <ac:spMk id="23" creationId="{F91A89D7-F4F7-C3B8-4885-10CEA2EF4FD5}"/>
          </ac:spMkLst>
        </pc:spChg>
        <pc:spChg chg="del">
          <ac:chgData name="JP Paulson" userId="460546f63f696f4c" providerId="LiveId" clId="{957F310B-9F73-4E82-8F26-768C6CA2EEB2}" dt="2026-06-26T21:51:47.663" v="9403"/>
          <ac:spMkLst>
            <pc:docMk/>
            <pc:sldMk cId="3531376690" sldId="379"/>
            <ac:spMk id="25" creationId="{00B81673-BBD6-05EB-75E8-97215A045642}"/>
          </ac:spMkLst>
        </pc:spChg>
        <pc:spChg chg="del">
          <ac:chgData name="JP Paulson" userId="460546f63f696f4c" providerId="LiveId" clId="{957F310B-9F73-4E82-8F26-768C6CA2EEB2}" dt="2026-06-26T21:51:47.599" v="9385"/>
          <ac:spMkLst>
            <pc:docMk/>
            <pc:sldMk cId="3531376690" sldId="379"/>
            <ac:spMk id="30" creationId="{C5CA073A-FA8A-FD4B-0F85-4027504869BA}"/>
          </ac:spMkLst>
        </pc:spChg>
        <pc:spChg chg="del">
          <ac:chgData name="JP Paulson" userId="460546f63f696f4c" providerId="LiveId" clId="{957F310B-9F73-4E82-8F26-768C6CA2EEB2}" dt="2026-06-26T21:51:47.607" v="9387"/>
          <ac:spMkLst>
            <pc:docMk/>
            <pc:sldMk cId="3531376690" sldId="379"/>
            <ac:spMk id="37" creationId="{8BB5DAAE-5DA7-8F3E-E9B9-BEA9C0E7D7C7}"/>
          </ac:spMkLst>
        </pc:spChg>
        <pc:spChg chg="del">
          <ac:chgData name="JP Paulson" userId="460546f63f696f4c" providerId="LiveId" clId="{957F310B-9F73-4E82-8F26-768C6CA2EEB2}" dt="2026-06-26T21:51:47.674" v="9409"/>
          <ac:spMkLst>
            <pc:docMk/>
            <pc:sldMk cId="3531376690" sldId="379"/>
            <ac:spMk id="38" creationId="{DA189B18-7658-2D6E-DF43-437756752483}"/>
          </ac:spMkLst>
        </pc:spChg>
        <pc:spChg chg="del">
          <ac:chgData name="JP Paulson" userId="460546f63f696f4c" providerId="LiveId" clId="{957F310B-9F73-4E82-8F26-768C6CA2EEB2}" dt="2026-06-26T21:51:47.682" v="9411"/>
          <ac:spMkLst>
            <pc:docMk/>
            <pc:sldMk cId="3531376690" sldId="379"/>
            <ac:spMk id="39" creationId="{133C717B-127C-01C3-13B7-0C24D1F477AE}"/>
          </ac:spMkLst>
        </pc:spChg>
        <pc:spChg chg="del">
          <ac:chgData name="JP Paulson" userId="460546f63f696f4c" providerId="LiveId" clId="{957F310B-9F73-4E82-8F26-768C6CA2EEB2}" dt="2026-06-26T21:51:47.687" v="9413"/>
          <ac:spMkLst>
            <pc:docMk/>
            <pc:sldMk cId="3531376690" sldId="379"/>
            <ac:spMk id="41" creationId="{BCACC31C-0FA1-8CF1-4AD0-83CC7E1ED79F}"/>
          </ac:spMkLst>
        </pc:spChg>
        <pc:cxnChg chg="del mod">
          <ac:chgData name="JP Paulson" userId="460546f63f696f4c" providerId="LiveId" clId="{957F310B-9F73-4E82-8F26-768C6CA2EEB2}" dt="2026-06-26T21:51:47.612" v="9389"/>
          <ac:cxnSpMkLst>
            <pc:docMk/>
            <pc:sldMk cId="3531376690" sldId="379"/>
            <ac:cxnSpMk id="32" creationId="{602B2040-9B6F-A82E-6D50-CB5111E68040}"/>
          </ac:cxnSpMkLst>
        </pc:cxnChg>
        <pc:cxnChg chg="del mod">
          <ac:chgData name="JP Paulson" userId="460546f63f696f4c" providerId="LiveId" clId="{957F310B-9F73-4E82-8F26-768C6CA2EEB2}" dt="2026-06-26T21:51:47.691" v="9415"/>
          <ac:cxnSpMkLst>
            <pc:docMk/>
            <pc:sldMk cId="3531376690" sldId="379"/>
            <ac:cxnSpMk id="40" creationId="{5580B097-446F-AF66-3CE6-3DC6759A918D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7.846" v="9468"/>
        <pc:sldMkLst>
          <pc:docMk/>
          <pc:sldMk cId="336371645" sldId="380"/>
        </pc:sldMkLst>
        <pc:spChg chg="del">
          <ac:chgData name="JP Paulson" userId="460546f63f696f4c" providerId="LiveId" clId="{957F310B-9F73-4E82-8F26-768C6CA2EEB2}" dt="2026-06-26T21:51:47.733" v="9429"/>
          <ac:spMkLst>
            <pc:docMk/>
            <pc:sldMk cId="336371645" sldId="380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1:47.787" v="9443"/>
          <ac:spMkLst>
            <pc:docMk/>
            <pc:sldMk cId="336371645" sldId="380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1:47.775" v="9439"/>
          <ac:spMkLst>
            <pc:docMk/>
            <pc:sldMk cId="336371645" sldId="380"/>
            <ac:spMk id="21" creationId="{FA5B827A-9204-530E-EF33-3EC8ECA91A59}"/>
          </ac:spMkLst>
        </pc:spChg>
        <pc:spChg chg="del">
          <ac:chgData name="JP Paulson" userId="460546f63f696f4c" providerId="LiveId" clId="{957F310B-9F73-4E82-8F26-768C6CA2EEB2}" dt="2026-06-26T21:51:47.771" v="9437"/>
          <ac:spMkLst>
            <pc:docMk/>
            <pc:sldMk cId="336371645" sldId="380"/>
            <ac:spMk id="22" creationId="{91608BD6-0858-1C08-E863-79DE61EEB3F4}"/>
          </ac:spMkLst>
        </pc:spChg>
        <pc:spChg chg="del">
          <ac:chgData name="JP Paulson" userId="460546f63f696f4c" providerId="LiveId" clId="{957F310B-9F73-4E82-8F26-768C6CA2EEB2}" dt="2026-06-26T21:51:47.792" v="9445"/>
          <ac:spMkLst>
            <pc:docMk/>
            <pc:sldMk cId="336371645" sldId="380"/>
            <ac:spMk id="23" creationId="{F91A89D7-F4F7-C3B8-4885-10CEA2EF4FD5}"/>
          </ac:spMkLst>
        </pc:spChg>
        <pc:spChg chg="del">
          <ac:chgData name="JP Paulson" userId="460546f63f696f4c" providerId="LiveId" clId="{957F310B-9F73-4E82-8F26-768C6CA2EEB2}" dt="2026-06-26T21:51:47.783" v="9441"/>
          <ac:spMkLst>
            <pc:docMk/>
            <pc:sldMk cId="336371645" sldId="380"/>
            <ac:spMk id="25" creationId="{00B81673-BBD6-05EB-75E8-97215A045642}"/>
          </ac:spMkLst>
        </pc:spChg>
        <pc:spChg chg="del">
          <ac:chgData name="JP Paulson" userId="460546f63f696f4c" providerId="LiveId" clId="{957F310B-9F73-4E82-8F26-768C6CA2EEB2}" dt="2026-06-26T21:51:47.799" v="9447"/>
          <ac:spMkLst>
            <pc:docMk/>
            <pc:sldMk cId="336371645" sldId="380"/>
            <ac:spMk id="38" creationId="{DA189B18-7658-2D6E-DF43-437756752483}"/>
          </ac:spMkLst>
        </pc:spChg>
        <pc:spChg chg="del">
          <ac:chgData name="JP Paulson" userId="460546f63f696f4c" providerId="LiveId" clId="{957F310B-9F73-4E82-8F26-768C6CA2EEB2}" dt="2026-06-26T21:51:47.801" v="9449"/>
          <ac:spMkLst>
            <pc:docMk/>
            <pc:sldMk cId="336371645" sldId="380"/>
            <ac:spMk id="39" creationId="{133C717B-127C-01C3-13B7-0C24D1F477AE}"/>
          </ac:spMkLst>
        </pc:spChg>
        <pc:spChg chg="del">
          <ac:chgData name="JP Paulson" userId="460546f63f696f4c" providerId="LiveId" clId="{957F310B-9F73-4E82-8F26-768C6CA2EEB2}" dt="2026-06-26T21:51:47.809" v="9451"/>
          <ac:spMkLst>
            <pc:docMk/>
            <pc:sldMk cId="336371645" sldId="380"/>
            <ac:spMk id="41" creationId="{BCACC31C-0FA1-8CF1-4AD0-83CC7E1ED79F}"/>
          </ac:spMkLst>
        </pc:spChg>
        <pc:cxnChg chg="del mod">
          <ac:chgData name="JP Paulson" userId="460546f63f696f4c" providerId="LiveId" clId="{957F310B-9F73-4E82-8F26-768C6CA2EEB2}" dt="2026-06-26T21:51:47.813" v="9453"/>
          <ac:cxnSpMkLst>
            <pc:docMk/>
            <pc:sldMk cId="336371645" sldId="380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83" v="3136" actId="2890"/>
        <pc:sldMkLst>
          <pc:docMk/>
          <pc:sldMk cId="2053920405" sldId="380"/>
        </pc:sldMkLst>
        <pc:spChg chg="add del">
          <ac:chgData name="JP Paulson" userId="460546f63f696f4c" providerId="LiveId" clId="{957F310B-9F73-4E82-8F26-768C6CA2EEB2}" dt="2026-06-26T21:45:53.238" v="3085" actId="478"/>
          <ac:spMkLst>
            <pc:docMk/>
            <pc:sldMk cId="2053920405" sldId="380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30.242" v="2638"/>
          <ac:spMkLst>
            <pc:docMk/>
            <pc:sldMk cId="2053920405" sldId="380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30.234" v="2634"/>
          <ac:spMkLst>
            <pc:docMk/>
            <pc:sldMk cId="2053920405" sldId="380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234" v="3084" actId="478"/>
          <ac:spMkLst>
            <pc:docMk/>
            <pc:sldMk cId="2053920405" sldId="380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230" v="3082" actId="478"/>
          <ac:spMkLst>
            <pc:docMk/>
            <pc:sldMk cId="2053920405" sldId="380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230" v="3083" actId="478"/>
          <ac:spMkLst>
            <pc:docMk/>
            <pc:sldMk cId="2053920405" sldId="380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247" v="3088" actId="478"/>
          <ac:spMkLst>
            <pc:docMk/>
            <pc:sldMk cId="2053920405" sldId="380"/>
            <ac:spMk id="30" creationId="{C5CA073A-FA8A-FD4B-0F85-4027504869BA}"/>
          </ac:spMkLst>
        </pc:spChg>
        <pc:spChg chg="add del">
          <ac:chgData name="JP Paulson" userId="460546f63f696f4c" providerId="LiveId" clId="{957F310B-9F73-4E82-8F26-768C6CA2EEB2}" dt="2026-06-26T21:45:53.242" v="3087" actId="478"/>
          <ac:spMkLst>
            <pc:docMk/>
            <pc:sldMk cId="2053920405" sldId="380"/>
            <ac:spMk id="37" creationId="{8BB5DAAE-5DA7-8F3E-E9B9-BEA9C0E7D7C7}"/>
          </ac:spMkLst>
        </pc:spChg>
        <pc:spChg chg="add del">
          <ac:chgData name="JP Paulson" userId="460546f63f696f4c" providerId="LiveId" clId="{957F310B-9F73-4E82-8F26-768C6CA2EEB2}" dt="2026-06-26T21:45:53.225" v="3081" actId="478"/>
          <ac:spMkLst>
            <pc:docMk/>
            <pc:sldMk cId="2053920405" sldId="380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225" v="3080" actId="478"/>
          <ac:spMkLst>
            <pc:docMk/>
            <pc:sldMk cId="2053920405" sldId="380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221" v="3079" actId="478"/>
          <ac:spMkLst>
            <pc:docMk/>
            <pc:sldMk cId="2053920405" sldId="380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247" v="3088" actId="478"/>
          <ac:cxnSpMkLst>
            <pc:docMk/>
            <pc:sldMk cId="2053920405" sldId="380"/>
            <ac:cxnSpMk id="32" creationId="{602B2040-9B6F-A82E-6D50-CB5111E68040}"/>
          </ac:cxnSpMkLst>
        </pc:cxnChg>
        <pc:cxnChg chg="add del mod">
          <ac:chgData name="JP Paulson" userId="460546f63f696f4c" providerId="LiveId" clId="{957F310B-9F73-4E82-8F26-768C6CA2EEB2}" dt="2026-06-26T21:45:53.225" v="3081" actId="478"/>
          <ac:cxnSpMkLst>
            <pc:docMk/>
            <pc:sldMk cId="2053920405" sldId="380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40.207" v="5420" actId="2890"/>
        <pc:sldMkLst>
          <pc:docMk/>
          <pc:sldMk cId="2931434391" sldId="380"/>
        </pc:sldMkLst>
        <pc:spChg chg="add del">
          <ac:chgData name="JP Paulson" userId="460546f63f696f4c" providerId="LiveId" clId="{957F310B-9F73-4E82-8F26-768C6CA2EEB2}" dt="2026-06-26T21:50:39.949" v="5362" actId="478"/>
          <ac:spMkLst>
            <pc:docMk/>
            <pc:sldMk cId="2931434391" sldId="380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12.587" v="4961"/>
          <ac:spMkLst>
            <pc:docMk/>
            <pc:sldMk cId="2931434391" sldId="380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12.579" v="4957"/>
          <ac:spMkLst>
            <pc:docMk/>
            <pc:sldMk cId="2931434391" sldId="380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0:39.947" v="5361" actId="478"/>
          <ac:spMkLst>
            <pc:docMk/>
            <pc:sldMk cId="2931434391" sldId="380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0:39.941" v="5359" actId="478"/>
          <ac:spMkLst>
            <pc:docMk/>
            <pc:sldMk cId="2931434391" sldId="380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0:39.945" v="5360" actId="478"/>
          <ac:spMkLst>
            <pc:docMk/>
            <pc:sldMk cId="2931434391" sldId="380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0:39.941" v="5358" actId="478"/>
          <ac:spMkLst>
            <pc:docMk/>
            <pc:sldMk cId="2931434391" sldId="380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0:39.937" v="5357" actId="478"/>
          <ac:spMkLst>
            <pc:docMk/>
            <pc:sldMk cId="2931434391" sldId="380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0:39.933" v="5356" actId="478"/>
          <ac:spMkLst>
            <pc:docMk/>
            <pc:sldMk cId="2931434391" sldId="380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0:39.941" v="5358" actId="478"/>
          <ac:cxnSpMkLst>
            <pc:docMk/>
            <pc:sldMk cId="2931434391" sldId="380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452" v="7650" actId="2890"/>
        <pc:sldMkLst>
          <pc:docMk/>
          <pc:sldMk cId="3571316191" sldId="380"/>
        </pc:sldMkLst>
        <pc:spChg chg="add del">
          <ac:chgData name="JP Paulson" userId="460546f63f696f4c" providerId="LiveId" clId="{957F310B-9F73-4E82-8F26-768C6CA2EEB2}" dt="2026-06-26T21:51:06.188" v="7592" actId="478"/>
          <ac:spMkLst>
            <pc:docMk/>
            <pc:sldMk cId="3571316191" sldId="380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50:57.277" v="7191"/>
          <ac:spMkLst>
            <pc:docMk/>
            <pc:sldMk cId="3571316191" sldId="380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50:57.267" v="7187"/>
          <ac:spMkLst>
            <pc:docMk/>
            <pc:sldMk cId="3571316191" sldId="380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1:06.183" v="7591" actId="478"/>
          <ac:spMkLst>
            <pc:docMk/>
            <pc:sldMk cId="3571316191" sldId="380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51:06.179" v="7589" actId="478"/>
          <ac:spMkLst>
            <pc:docMk/>
            <pc:sldMk cId="3571316191" sldId="380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1:06.183" v="7590" actId="478"/>
          <ac:spMkLst>
            <pc:docMk/>
            <pc:sldMk cId="3571316191" sldId="380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1:06.177" v="7588" actId="478"/>
          <ac:spMkLst>
            <pc:docMk/>
            <pc:sldMk cId="3571316191" sldId="380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1:06.175" v="7587" actId="478"/>
          <ac:spMkLst>
            <pc:docMk/>
            <pc:sldMk cId="3571316191" sldId="380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1:06.171" v="7586" actId="478"/>
          <ac:spMkLst>
            <pc:docMk/>
            <pc:sldMk cId="3571316191" sldId="380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1:06.177" v="7588" actId="478"/>
          <ac:cxnSpMkLst>
            <pc:docMk/>
            <pc:sldMk cId="3571316191" sldId="380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71" v="3135" actId="2890"/>
        <pc:sldMkLst>
          <pc:docMk/>
          <pc:sldMk cId="617920412" sldId="381"/>
        </pc:sldMkLst>
        <pc:spChg chg="add del">
          <ac:chgData name="JP Paulson" userId="460546f63f696f4c" providerId="LiveId" clId="{957F310B-9F73-4E82-8F26-768C6CA2EEB2}" dt="2026-06-26T21:45:53.213" v="3077" actId="478"/>
          <ac:spMkLst>
            <pc:docMk/>
            <pc:sldMk cId="617920412" sldId="381"/>
            <ac:spMk id="19" creationId="{33512B64-2470-0678-833F-297EF057CDCC}"/>
          </ac:spMkLst>
        </pc:spChg>
        <pc:spChg chg="mod">
          <ac:chgData name="JP Paulson" userId="460546f63f696f4c" providerId="LiveId" clId="{957F310B-9F73-4E82-8F26-768C6CA2EEB2}" dt="2026-06-26T21:45:30.371" v="2676"/>
          <ac:spMkLst>
            <pc:docMk/>
            <pc:sldMk cId="617920412" sldId="381"/>
            <ac:spMk id="20" creationId="{042711DC-AC9B-5CB7-6C53-C038FD65DF84}"/>
          </ac:spMkLst>
        </pc:spChg>
        <pc:spChg chg="mod">
          <ac:chgData name="JP Paulson" userId="460546f63f696f4c" providerId="LiveId" clId="{957F310B-9F73-4E82-8F26-768C6CA2EEB2}" dt="2026-06-26T21:45:30.361" v="2672"/>
          <ac:spMkLst>
            <pc:docMk/>
            <pc:sldMk cId="617920412" sldId="381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209" v="3076" actId="478"/>
          <ac:spMkLst>
            <pc:docMk/>
            <pc:sldMk cId="617920412" sldId="381"/>
            <ac:spMk id="22" creationId="{91608BD6-0858-1C08-E863-79DE61EEB3F4}"/>
          </ac:spMkLst>
        </pc:spChg>
        <pc:spChg chg="add del">
          <ac:chgData name="JP Paulson" userId="460546f63f696f4c" providerId="LiveId" clId="{957F310B-9F73-4E82-8F26-768C6CA2EEB2}" dt="2026-06-26T21:45:53.200" v="3074" actId="478"/>
          <ac:spMkLst>
            <pc:docMk/>
            <pc:sldMk cId="617920412" sldId="381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204" v="3075" actId="478"/>
          <ac:spMkLst>
            <pc:docMk/>
            <pc:sldMk cId="617920412" sldId="381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200" v="3073" actId="478"/>
          <ac:spMkLst>
            <pc:docMk/>
            <pc:sldMk cId="617920412" sldId="381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96" v="3072" actId="478"/>
          <ac:spMkLst>
            <pc:docMk/>
            <pc:sldMk cId="617920412" sldId="381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92" v="3071" actId="478"/>
          <ac:spMkLst>
            <pc:docMk/>
            <pc:sldMk cId="617920412" sldId="381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200" v="3073" actId="478"/>
          <ac:cxnSpMkLst>
            <pc:docMk/>
            <pc:sldMk cId="617920412" sldId="381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40.191" v="5419" actId="2890"/>
        <pc:sldMkLst>
          <pc:docMk/>
          <pc:sldMk cId="2162623120" sldId="381"/>
        </pc:sldMkLst>
        <pc:spChg chg="add del">
          <ac:chgData name="JP Paulson" userId="460546f63f696f4c" providerId="LiveId" clId="{957F310B-9F73-4E82-8F26-768C6CA2EEB2}" dt="2026-06-26T21:50:39.920" v="5353" actId="478"/>
          <ac:spMkLst>
            <pc:docMk/>
            <pc:sldMk cId="2162623120" sldId="381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0:39.925" v="5354" actId="478"/>
          <ac:spMkLst>
            <pc:docMk/>
            <pc:sldMk cId="2162623120" sldId="381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0:39.920" v="5352" actId="478"/>
          <ac:spMkLst>
            <pc:docMk/>
            <pc:sldMk cId="2162623120" sldId="381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0:39.916" v="5351" actId="478"/>
          <ac:spMkLst>
            <pc:docMk/>
            <pc:sldMk cId="2162623120" sldId="381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0:39.912" v="5350" actId="478"/>
          <ac:spMkLst>
            <pc:docMk/>
            <pc:sldMk cId="2162623120" sldId="381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0:39.920" v="5352" actId="478"/>
          <ac:cxnSpMkLst>
            <pc:docMk/>
            <pc:sldMk cId="2162623120" sldId="381"/>
            <ac:cxnSpMk id="40" creationId="{5580B097-446F-AF66-3CE6-3DC6759A918D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7.926" v="9497"/>
        <pc:sldMkLst>
          <pc:docMk/>
          <pc:sldMk cId="2869210711" sldId="381"/>
        </pc:sldMkLst>
        <pc:spChg chg="del">
          <ac:chgData name="JP Paulson" userId="460546f63f696f4c" providerId="LiveId" clId="{957F310B-9F73-4E82-8F26-768C6CA2EEB2}" dt="2026-06-26T21:51:47.872" v="9472"/>
          <ac:spMkLst>
            <pc:docMk/>
            <pc:sldMk cId="2869210711" sldId="381"/>
            <ac:spMk id="23" creationId="{F91A89D7-F4F7-C3B8-4885-10CEA2EF4FD5}"/>
          </ac:spMkLst>
        </pc:spChg>
        <pc:spChg chg="del">
          <ac:chgData name="JP Paulson" userId="460546f63f696f4c" providerId="LiveId" clId="{957F310B-9F73-4E82-8F26-768C6CA2EEB2}" dt="2026-06-26T21:51:47.868" v="9470"/>
          <ac:spMkLst>
            <pc:docMk/>
            <pc:sldMk cId="2869210711" sldId="381"/>
            <ac:spMk id="25" creationId="{00B81673-BBD6-05EB-75E8-97215A045642}"/>
          </ac:spMkLst>
        </pc:spChg>
        <pc:spChg chg="del">
          <ac:chgData name="JP Paulson" userId="460546f63f696f4c" providerId="LiveId" clId="{957F310B-9F73-4E82-8F26-768C6CA2EEB2}" dt="2026-06-26T21:51:47.876" v="9474"/>
          <ac:spMkLst>
            <pc:docMk/>
            <pc:sldMk cId="2869210711" sldId="381"/>
            <ac:spMk id="38" creationId="{DA189B18-7658-2D6E-DF43-437756752483}"/>
          </ac:spMkLst>
        </pc:spChg>
        <pc:spChg chg="del">
          <ac:chgData name="JP Paulson" userId="460546f63f696f4c" providerId="LiveId" clId="{957F310B-9F73-4E82-8F26-768C6CA2EEB2}" dt="2026-06-26T21:51:47.880" v="9476"/>
          <ac:spMkLst>
            <pc:docMk/>
            <pc:sldMk cId="2869210711" sldId="381"/>
            <ac:spMk id="39" creationId="{133C717B-127C-01C3-13B7-0C24D1F477AE}"/>
          </ac:spMkLst>
        </pc:spChg>
        <pc:spChg chg="del">
          <ac:chgData name="JP Paulson" userId="460546f63f696f4c" providerId="LiveId" clId="{957F310B-9F73-4E82-8F26-768C6CA2EEB2}" dt="2026-06-26T21:51:47.884" v="9478"/>
          <ac:spMkLst>
            <pc:docMk/>
            <pc:sldMk cId="2869210711" sldId="381"/>
            <ac:spMk id="41" creationId="{BCACC31C-0FA1-8CF1-4AD0-83CC7E1ED79F}"/>
          </ac:spMkLst>
        </pc:spChg>
        <pc:cxnChg chg="del mod">
          <ac:chgData name="JP Paulson" userId="460546f63f696f4c" providerId="LiveId" clId="{957F310B-9F73-4E82-8F26-768C6CA2EEB2}" dt="2026-06-26T21:51:47.893" v="9480"/>
          <ac:cxnSpMkLst>
            <pc:docMk/>
            <pc:sldMk cId="2869210711" sldId="381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436" v="7649" actId="2890"/>
        <pc:sldMkLst>
          <pc:docMk/>
          <pc:sldMk cId="3854291350" sldId="381"/>
        </pc:sldMkLst>
        <pc:spChg chg="add del">
          <ac:chgData name="JP Paulson" userId="460546f63f696f4c" providerId="LiveId" clId="{957F310B-9F73-4E82-8F26-768C6CA2EEB2}" dt="2026-06-26T21:51:06.159" v="7583" actId="478"/>
          <ac:spMkLst>
            <pc:docMk/>
            <pc:sldMk cId="3854291350" sldId="381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1:06.163" v="7584" actId="478"/>
          <ac:spMkLst>
            <pc:docMk/>
            <pc:sldMk cId="3854291350" sldId="381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51:06.158" v="7582" actId="478"/>
          <ac:spMkLst>
            <pc:docMk/>
            <pc:sldMk cId="3854291350" sldId="381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1:06.155" v="7581" actId="478"/>
          <ac:spMkLst>
            <pc:docMk/>
            <pc:sldMk cId="3854291350" sldId="381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1:06.151" v="7580" actId="478"/>
          <ac:spMkLst>
            <pc:docMk/>
            <pc:sldMk cId="3854291350" sldId="381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1:06.158" v="7582" actId="478"/>
          <ac:cxnSpMkLst>
            <pc:docMk/>
            <pc:sldMk cId="3854291350" sldId="381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54" v="3134" actId="2890"/>
        <pc:sldMkLst>
          <pc:docMk/>
          <pc:sldMk cId="2171705833" sldId="382"/>
        </pc:sldMkLst>
        <pc:spChg chg="add del">
          <ac:chgData name="JP Paulson" userId="460546f63f696f4c" providerId="LiveId" clId="{957F310B-9F73-4E82-8F26-768C6CA2EEB2}" dt="2026-06-26T21:45:53.183" v="3068" actId="478"/>
          <ac:spMkLst>
            <pc:docMk/>
            <pc:sldMk cId="2171705833" sldId="382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183" v="3069" actId="478"/>
          <ac:spMkLst>
            <pc:docMk/>
            <pc:sldMk cId="2171705833" sldId="382"/>
            <ac:spMk id="25" creationId="{00B81673-BBD6-05EB-75E8-97215A045642}"/>
          </ac:spMkLst>
        </pc:spChg>
        <pc:spChg chg="add del">
          <ac:chgData name="JP Paulson" userId="460546f63f696f4c" providerId="LiveId" clId="{957F310B-9F73-4E82-8F26-768C6CA2EEB2}" dt="2026-06-26T21:45:53.180" v="3067" actId="478"/>
          <ac:spMkLst>
            <pc:docMk/>
            <pc:sldMk cId="2171705833" sldId="382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79" v="3066" actId="478"/>
          <ac:spMkLst>
            <pc:docMk/>
            <pc:sldMk cId="2171705833" sldId="382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76" v="3065" actId="478"/>
          <ac:spMkLst>
            <pc:docMk/>
            <pc:sldMk cId="2171705833" sldId="382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80" v="3067" actId="478"/>
          <ac:cxnSpMkLst>
            <pc:docMk/>
            <pc:sldMk cId="2171705833" sldId="382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40.175" v="5418" actId="2890"/>
        <pc:sldMkLst>
          <pc:docMk/>
          <pc:sldMk cId="2547016608" sldId="382"/>
        </pc:sldMkLst>
        <pc:spChg chg="mod">
          <ac:chgData name="JP Paulson" userId="460546f63f696f4c" providerId="LiveId" clId="{957F310B-9F73-4E82-8F26-768C6CA2EEB2}" dt="2026-06-26T21:50:11.902" v="4749"/>
          <ac:spMkLst>
            <pc:docMk/>
            <pc:sldMk cId="2547016608" sldId="382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0:39.904" v="5348" actId="478"/>
          <ac:spMkLst>
            <pc:docMk/>
            <pc:sldMk cId="2547016608" sldId="382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0:39.904" v="5347" actId="478"/>
          <ac:spMkLst>
            <pc:docMk/>
            <pc:sldMk cId="2547016608" sldId="382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0:39.899" v="5346" actId="478"/>
          <ac:spMkLst>
            <pc:docMk/>
            <pc:sldMk cId="2547016608" sldId="382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0:39.895" v="5345" actId="478"/>
          <ac:spMkLst>
            <pc:docMk/>
            <pc:sldMk cId="2547016608" sldId="382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0:39.904" v="5347" actId="478"/>
          <ac:cxnSpMkLst>
            <pc:docMk/>
            <pc:sldMk cId="2547016608" sldId="382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418" v="7648" actId="2890"/>
        <pc:sldMkLst>
          <pc:docMk/>
          <pc:sldMk cId="3045543831" sldId="382"/>
        </pc:sldMkLst>
        <pc:spChg chg="mod">
          <ac:chgData name="JP Paulson" userId="460546f63f696f4c" providerId="LiveId" clId="{957F310B-9F73-4E82-8F26-768C6CA2EEB2}" dt="2026-06-26T21:50:56.596" v="6979"/>
          <ac:spMkLst>
            <pc:docMk/>
            <pc:sldMk cId="3045543831" sldId="382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51:06.142" v="7578" actId="478"/>
          <ac:spMkLst>
            <pc:docMk/>
            <pc:sldMk cId="3045543831" sldId="382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51:06.138" v="7577" actId="478"/>
          <ac:spMkLst>
            <pc:docMk/>
            <pc:sldMk cId="3045543831" sldId="382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1:06.136" v="7576" actId="478"/>
          <ac:spMkLst>
            <pc:docMk/>
            <pc:sldMk cId="3045543831" sldId="382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1:06.132" v="7575" actId="478"/>
          <ac:spMkLst>
            <pc:docMk/>
            <pc:sldMk cId="3045543831" sldId="382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1:06.138" v="7577" actId="478"/>
          <ac:cxnSpMkLst>
            <pc:docMk/>
            <pc:sldMk cId="3045543831" sldId="382"/>
            <ac:cxnSpMk id="40" creationId="{5580B097-446F-AF66-3CE6-3DC6759A918D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7.993" v="9525"/>
        <pc:sldMkLst>
          <pc:docMk/>
          <pc:sldMk cId="4121368891" sldId="382"/>
        </pc:sldMkLst>
        <pc:spChg chg="mod">
          <ac:chgData name="JP Paulson" userId="460546f63f696f4c" providerId="LiveId" clId="{957F310B-9F73-4E82-8F26-768C6CA2EEB2}" dt="2026-06-26T21:51:47.073" v="9231"/>
          <ac:spMkLst>
            <pc:docMk/>
            <pc:sldMk cId="4121368891" sldId="382"/>
            <ac:spMk id="21" creationId="{FA5B827A-9204-530E-EF33-3EC8ECA91A59}"/>
          </ac:spMkLst>
        </pc:spChg>
        <pc:spChg chg="del">
          <ac:chgData name="JP Paulson" userId="460546f63f696f4c" providerId="LiveId" clId="{957F310B-9F73-4E82-8F26-768C6CA2EEB2}" dt="2026-06-26T21:51:47.939" v="9499"/>
          <ac:spMkLst>
            <pc:docMk/>
            <pc:sldMk cId="4121368891" sldId="382"/>
            <ac:spMk id="23" creationId="{F91A89D7-F4F7-C3B8-4885-10CEA2EF4FD5}"/>
          </ac:spMkLst>
        </pc:spChg>
        <pc:spChg chg="del">
          <ac:chgData name="JP Paulson" userId="460546f63f696f4c" providerId="LiveId" clId="{957F310B-9F73-4E82-8F26-768C6CA2EEB2}" dt="2026-06-26T21:51:47.943" v="9501"/>
          <ac:spMkLst>
            <pc:docMk/>
            <pc:sldMk cId="4121368891" sldId="382"/>
            <ac:spMk id="38" creationId="{DA189B18-7658-2D6E-DF43-437756752483}"/>
          </ac:spMkLst>
        </pc:spChg>
        <pc:spChg chg="del">
          <ac:chgData name="JP Paulson" userId="460546f63f696f4c" providerId="LiveId" clId="{957F310B-9F73-4E82-8F26-768C6CA2EEB2}" dt="2026-06-26T21:51:47.947" v="9503"/>
          <ac:spMkLst>
            <pc:docMk/>
            <pc:sldMk cId="4121368891" sldId="382"/>
            <ac:spMk id="39" creationId="{133C717B-127C-01C3-13B7-0C24D1F477AE}"/>
          </ac:spMkLst>
        </pc:spChg>
        <pc:spChg chg="del">
          <ac:chgData name="JP Paulson" userId="460546f63f696f4c" providerId="LiveId" clId="{957F310B-9F73-4E82-8F26-768C6CA2EEB2}" dt="2026-06-26T21:51:47.951" v="9505"/>
          <ac:spMkLst>
            <pc:docMk/>
            <pc:sldMk cId="4121368891" sldId="382"/>
            <ac:spMk id="41" creationId="{BCACC31C-0FA1-8CF1-4AD0-83CC7E1ED79F}"/>
          </ac:spMkLst>
        </pc:spChg>
        <pc:cxnChg chg="del mod">
          <ac:chgData name="JP Paulson" userId="460546f63f696f4c" providerId="LiveId" clId="{957F310B-9F73-4E82-8F26-768C6CA2EEB2}" dt="2026-06-26T21:51:47.955" v="9507"/>
          <ac:cxnSpMkLst>
            <pc:docMk/>
            <pc:sldMk cId="4121368891" sldId="382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37" v="3133" actId="2890"/>
        <pc:sldMkLst>
          <pc:docMk/>
          <pc:sldMk cId="86626255" sldId="383"/>
        </pc:sldMkLst>
        <pc:spChg chg="mod">
          <ac:chgData name="JP Paulson" userId="460546f63f696f4c" providerId="LiveId" clId="{957F310B-9F73-4E82-8F26-768C6CA2EEB2}" dt="2026-06-26T21:45:29.652" v="2464"/>
          <ac:spMkLst>
            <pc:docMk/>
            <pc:sldMk cId="86626255" sldId="383"/>
            <ac:spMk id="21" creationId="{FA5B827A-9204-530E-EF33-3EC8ECA91A59}"/>
          </ac:spMkLst>
        </pc:spChg>
        <pc:spChg chg="add del">
          <ac:chgData name="JP Paulson" userId="460546f63f696f4c" providerId="LiveId" clId="{957F310B-9F73-4E82-8F26-768C6CA2EEB2}" dt="2026-06-26T21:45:53.167" v="3063" actId="478"/>
          <ac:spMkLst>
            <pc:docMk/>
            <pc:sldMk cId="86626255" sldId="383"/>
            <ac:spMk id="23" creationId="{F91A89D7-F4F7-C3B8-4885-10CEA2EF4FD5}"/>
          </ac:spMkLst>
        </pc:spChg>
        <pc:spChg chg="add del">
          <ac:chgData name="JP Paulson" userId="460546f63f696f4c" providerId="LiveId" clId="{957F310B-9F73-4E82-8F26-768C6CA2EEB2}" dt="2026-06-26T21:45:53.163" v="3062" actId="478"/>
          <ac:spMkLst>
            <pc:docMk/>
            <pc:sldMk cId="86626255" sldId="383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58" v="3061" actId="478"/>
          <ac:spMkLst>
            <pc:docMk/>
            <pc:sldMk cId="86626255" sldId="383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54" v="3060" actId="478"/>
          <ac:spMkLst>
            <pc:docMk/>
            <pc:sldMk cId="86626255" sldId="383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63" v="3062" actId="478"/>
          <ac:cxnSpMkLst>
            <pc:docMk/>
            <pc:sldMk cId="86626255" sldId="383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40.158" v="5417" actId="2890"/>
        <pc:sldMkLst>
          <pc:docMk/>
          <pc:sldMk cId="2519358390" sldId="383"/>
        </pc:sldMkLst>
        <pc:spChg chg="mod">
          <ac:chgData name="JP Paulson" userId="460546f63f696f4c" providerId="LiveId" clId="{957F310B-9F73-4E82-8F26-768C6CA2EEB2}" dt="2026-06-26T21:50:11.925" v="4752"/>
          <ac:spMkLst>
            <pc:docMk/>
            <pc:sldMk cId="2519358390" sldId="383"/>
            <ac:spMk id="20" creationId="{042711DC-AC9B-5CB7-6C53-C038FD65DF84}"/>
          </ac:spMkLst>
        </pc:spChg>
        <pc:spChg chg="add del">
          <ac:chgData name="JP Paulson" userId="460546f63f696f4c" providerId="LiveId" clId="{957F310B-9F73-4E82-8F26-768C6CA2EEB2}" dt="2026-06-26T21:50:39.887" v="5343" actId="478"/>
          <ac:spMkLst>
            <pc:docMk/>
            <pc:sldMk cId="2519358390" sldId="383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0:39.883" v="5342" actId="478"/>
          <ac:spMkLst>
            <pc:docMk/>
            <pc:sldMk cId="2519358390" sldId="383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0:39.879" v="5341" actId="478"/>
          <ac:spMkLst>
            <pc:docMk/>
            <pc:sldMk cId="2519358390" sldId="383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0:39.887" v="5343" actId="478"/>
          <ac:cxnSpMkLst>
            <pc:docMk/>
            <pc:sldMk cId="2519358390" sldId="383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403" v="7647" actId="2890"/>
        <pc:sldMkLst>
          <pc:docMk/>
          <pc:sldMk cId="2773261517" sldId="383"/>
        </pc:sldMkLst>
        <pc:spChg chg="mod">
          <ac:chgData name="JP Paulson" userId="460546f63f696f4c" providerId="LiveId" clId="{957F310B-9F73-4E82-8F26-768C6CA2EEB2}" dt="2026-06-26T21:50:56.625" v="6982"/>
          <ac:spMkLst>
            <pc:docMk/>
            <pc:sldMk cId="2773261517" sldId="383"/>
            <ac:spMk id="20" creationId="{042711DC-AC9B-5CB7-6C53-C038FD65DF84}"/>
          </ac:spMkLst>
        </pc:spChg>
        <pc:spChg chg="add del">
          <ac:chgData name="JP Paulson" userId="460546f63f696f4c" providerId="LiveId" clId="{957F310B-9F73-4E82-8F26-768C6CA2EEB2}" dt="2026-06-26T21:51:06.122" v="7573" actId="478"/>
          <ac:spMkLst>
            <pc:docMk/>
            <pc:sldMk cId="2773261517" sldId="383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51:06.117" v="7572" actId="478"/>
          <ac:spMkLst>
            <pc:docMk/>
            <pc:sldMk cId="2773261517" sldId="383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1:06.114" v="7571" actId="478"/>
          <ac:spMkLst>
            <pc:docMk/>
            <pc:sldMk cId="2773261517" sldId="383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1:06.122" v="7573" actId="478"/>
          <ac:cxnSpMkLst>
            <pc:docMk/>
            <pc:sldMk cId="2773261517" sldId="383"/>
            <ac:cxnSpMk id="40" creationId="{5580B097-446F-AF66-3CE6-3DC6759A918D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8.066" v="9552"/>
        <pc:sldMkLst>
          <pc:docMk/>
          <pc:sldMk cId="3151372060" sldId="383"/>
        </pc:sldMkLst>
        <pc:spChg chg="mod">
          <ac:chgData name="JP Paulson" userId="460546f63f696f4c" providerId="LiveId" clId="{957F310B-9F73-4E82-8F26-768C6CA2EEB2}" dt="2026-06-26T21:51:47.101" v="9234"/>
          <ac:spMkLst>
            <pc:docMk/>
            <pc:sldMk cId="3151372060" sldId="383"/>
            <ac:spMk id="20" creationId="{042711DC-AC9B-5CB7-6C53-C038FD65DF84}"/>
          </ac:spMkLst>
        </pc:spChg>
        <pc:spChg chg="del">
          <ac:chgData name="JP Paulson" userId="460546f63f696f4c" providerId="LiveId" clId="{957F310B-9F73-4E82-8F26-768C6CA2EEB2}" dt="2026-06-26T21:51:48.005" v="9527"/>
          <ac:spMkLst>
            <pc:docMk/>
            <pc:sldMk cId="3151372060" sldId="383"/>
            <ac:spMk id="38" creationId="{DA189B18-7658-2D6E-DF43-437756752483}"/>
          </ac:spMkLst>
        </pc:spChg>
        <pc:spChg chg="del">
          <ac:chgData name="JP Paulson" userId="460546f63f696f4c" providerId="LiveId" clId="{957F310B-9F73-4E82-8F26-768C6CA2EEB2}" dt="2026-06-26T21:51:48.013" v="9529"/>
          <ac:spMkLst>
            <pc:docMk/>
            <pc:sldMk cId="3151372060" sldId="383"/>
            <ac:spMk id="39" creationId="{133C717B-127C-01C3-13B7-0C24D1F477AE}"/>
          </ac:spMkLst>
        </pc:spChg>
        <pc:spChg chg="del">
          <ac:chgData name="JP Paulson" userId="460546f63f696f4c" providerId="LiveId" clId="{957F310B-9F73-4E82-8F26-768C6CA2EEB2}" dt="2026-06-26T21:51:48.017" v="9531"/>
          <ac:spMkLst>
            <pc:docMk/>
            <pc:sldMk cId="3151372060" sldId="383"/>
            <ac:spMk id="41" creationId="{BCACC31C-0FA1-8CF1-4AD0-83CC7E1ED79F}"/>
          </ac:spMkLst>
        </pc:spChg>
        <pc:cxnChg chg="del mod">
          <ac:chgData name="JP Paulson" userId="460546f63f696f4c" providerId="LiveId" clId="{957F310B-9F73-4E82-8F26-768C6CA2EEB2}" dt="2026-06-26T21:51:48.023" v="9533"/>
          <ac:cxnSpMkLst>
            <pc:docMk/>
            <pc:sldMk cId="3151372060" sldId="383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40.145" v="5416" actId="2890"/>
        <pc:sldMkLst>
          <pc:docMk/>
          <pc:sldMk cId="522037864" sldId="384"/>
        </pc:sldMkLst>
        <pc:spChg chg="add del">
          <ac:chgData name="JP Paulson" userId="460546f63f696f4c" providerId="LiveId" clId="{957F310B-9F73-4E82-8F26-768C6CA2EEB2}" dt="2026-06-26T21:50:39.870" v="5339" actId="478"/>
          <ac:spMkLst>
            <pc:docMk/>
            <pc:sldMk cId="522037864" sldId="384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0:39.870" v="5338" actId="478"/>
          <ac:spMkLst>
            <pc:docMk/>
            <pc:sldMk cId="522037864" sldId="384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0:39.870" v="5339" actId="478"/>
          <ac:cxnSpMkLst>
            <pc:docMk/>
            <pc:sldMk cId="522037864" sldId="384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385" v="7646" actId="2890"/>
        <pc:sldMkLst>
          <pc:docMk/>
          <pc:sldMk cId="1428392319" sldId="384"/>
        </pc:sldMkLst>
        <pc:spChg chg="add del">
          <ac:chgData name="JP Paulson" userId="460546f63f696f4c" providerId="LiveId" clId="{957F310B-9F73-4E82-8F26-768C6CA2EEB2}" dt="2026-06-26T21:51:06.107" v="7569" actId="478"/>
          <ac:spMkLst>
            <pc:docMk/>
            <pc:sldMk cId="1428392319" sldId="384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51:06.103" v="7568" actId="478"/>
          <ac:spMkLst>
            <pc:docMk/>
            <pc:sldMk cId="1428392319" sldId="384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51:06.107" v="7569" actId="478"/>
          <ac:cxnSpMkLst>
            <pc:docMk/>
            <pc:sldMk cId="1428392319" sldId="384"/>
            <ac:cxnSpMk id="40" creationId="{5580B097-446F-AF66-3CE6-3DC6759A918D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8.082" v="9578"/>
        <pc:sldMkLst>
          <pc:docMk/>
          <pc:sldMk cId="2746926342" sldId="384"/>
        </pc:sldMkLst>
        <pc:spChg chg="del">
          <ac:chgData name="JP Paulson" userId="460546f63f696f4c" providerId="LiveId" clId="{957F310B-9F73-4E82-8F26-768C6CA2EEB2}" dt="2026-06-26T21:51:48.074" v="9554"/>
          <ac:spMkLst>
            <pc:docMk/>
            <pc:sldMk cId="2746926342" sldId="384"/>
            <ac:spMk id="39" creationId="{133C717B-127C-01C3-13B7-0C24D1F477AE}"/>
          </ac:spMkLst>
        </pc:spChg>
        <pc:spChg chg="del">
          <ac:chgData name="JP Paulson" userId="460546f63f696f4c" providerId="LiveId" clId="{957F310B-9F73-4E82-8F26-768C6CA2EEB2}" dt="2026-06-26T21:51:48.074" v="9556"/>
          <ac:spMkLst>
            <pc:docMk/>
            <pc:sldMk cId="2746926342" sldId="384"/>
            <ac:spMk id="41" creationId="{BCACC31C-0FA1-8CF1-4AD0-83CC7E1ED79F}"/>
          </ac:spMkLst>
        </pc:spChg>
        <pc:cxnChg chg="del mod">
          <ac:chgData name="JP Paulson" userId="460546f63f696f4c" providerId="LiveId" clId="{957F310B-9F73-4E82-8F26-768C6CA2EEB2}" dt="2026-06-26T21:51:48.078" v="9558"/>
          <ac:cxnSpMkLst>
            <pc:docMk/>
            <pc:sldMk cId="2746926342" sldId="384"/>
            <ac:cxnSpMk id="40" creationId="{5580B097-446F-AF66-3CE6-3DC6759A918D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421" v="3132" actId="2890"/>
        <pc:sldMkLst>
          <pc:docMk/>
          <pc:sldMk cId="3514513523" sldId="384"/>
        </pc:sldMkLst>
        <pc:spChg chg="mod">
          <ac:chgData name="JP Paulson" userId="460546f63f696f4c" providerId="LiveId" clId="{957F310B-9F73-4E82-8F26-768C6CA2EEB2}" dt="2026-06-26T21:45:29.681" v="2467"/>
          <ac:spMkLst>
            <pc:docMk/>
            <pc:sldMk cId="3514513523" sldId="384"/>
            <ac:spMk id="20" creationId="{042711DC-AC9B-5CB7-6C53-C038FD65DF84}"/>
          </ac:spMkLst>
        </pc:spChg>
        <pc:spChg chg="add del">
          <ac:chgData name="JP Paulson" userId="460546f63f696f4c" providerId="LiveId" clId="{957F310B-9F73-4E82-8F26-768C6CA2EEB2}" dt="2026-06-26T21:45:53.145" v="3058" actId="478"/>
          <ac:spMkLst>
            <pc:docMk/>
            <pc:sldMk cId="3514513523" sldId="384"/>
            <ac:spMk id="38" creationId="{DA189B18-7658-2D6E-DF43-437756752483}"/>
          </ac:spMkLst>
        </pc:spChg>
        <pc:spChg chg="add del">
          <ac:chgData name="JP Paulson" userId="460546f63f696f4c" providerId="LiveId" clId="{957F310B-9F73-4E82-8F26-768C6CA2EEB2}" dt="2026-06-26T21:45:53.145" v="3057" actId="478"/>
          <ac:spMkLst>
            <pc:docMk/>
            <pc:sldMk cId="3514513523" sldId="384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41" v="3056" actId="478"/>
          <ac:spMkLst>
            <pc:docMk/>
            <pc:sldMk cId="3514513523" sldId="384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45" v="3058" actId="478"/>
          <ac:cxnSpMkLst>
            <pc:docMk/>
            <pc:sldMk cId="3514513523" sldId="384"/>
            <ac:cxnSpMk id="40" creationId="{5580B097-446F-AF66-3CE6-3DC6759A918D}"/>
          </ac:cxnSpMkLst>
        </pc:cxnChg>
      </pc:sldChg>
      <pc:sldChg chg="add modTransition modAnim">
        <pc:chgData name="JP Paulson" userId="460546f63f696f4c" providerId="LiveId" clId="{957F310B-9F73-4E82-8F26-768C6CA2EEB2}" dt="2026-06-26T21:51:48.086" v="9601"/>
        <pc:sldMkLst>
          <pc:docMk/>
          <pc:sldMk cId="1319049870" sldId="385"/>
        </pc:sldMkLst>
      </pc:sldChg>
      <pc:sldChg chg="add del modTransition modAnim">
        <pc:chgData name="JP Paulson" userId="460546f63f696f4c" providerId="LiveId" clId="{957F310B-9F73-4E82-8F26-768C6CA2EEB2}" dt="2026-06-26T21:50:40.124" v="5415" actId="2890"/>
        <pc:sldMkLst>
          <pc:docMk/>
          <pc:sldMk cId="3428598996" sldId="385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45:53.404" v="3131" actId="2890"/>
        <pc:sldMkLst>
          <pc:docMk/>
          <pc:sldMk cId="3601105651" sldId="385"/>
        </pc:sldMkLst>
        <pc:spChg chg="add del">
          <ac:chgData name="JP Paulson" userId="460546f63f696f4c" providerId="LiveId" clId="{957F310B-9F73-4E82-8F26-768C6CA2EEB2}" dt="2026-06-26T21:45:53.132" v="3054" actId="478"/>
          <ac:spMkLst>
            <pc:docMk/>
            <pc:sldMk cId="3601105651" sldId="385"/>
            <ac:spMk id="39" creationId="{133C717B-127C-01C3-13B7-0C24D1F477AE}"/>
          </ac:spMkLst>
        </pc:spChg>
        <pc:spChg chg="add del">
          <ac:chgData name="JP Paulson" userId="460546f63f696f4c" providerId="LiveId" clId="{957F310B-9F73-4E82-8F26-768C6CA2EEB2}" dt="2026-06-26T21:45:53.130" v="3053" actId="478"/>
          <ac:spMkLst>
            <pc:docMk/>
            <pc:sldMk cId="3601105651" sldId="385"/>
            <ac:spMk id="41" creationId="{BCACC31C-0FA1-8CF1-4AD0-83CC7E1ED79F}"/>
          </ac:spMkLst>
        </pc:spChg>
        <pc:cxnChg chg="add del mod">
          <ac:chgData name="JP Paulson" userId="460546f63f696f4c" providerId="LiveId" clId="{957F310B-9F73-4E82-8F26-768C6CA2EEB2}" dt="2026-06-26T21:45:53.132" v="3054" actId="478"/>
          <ac:cxnSpMkLst>
            <pc:docMk/>
            <pc:sldMk cId="3601105651" sldId="385"/>
            <ac:cxnSpMk id="40" creationId="{5580B097-446F-AF66-3CE6-3DC6759A918D}"/>
          </ac:cxnSpMkLst>
        </pc:cxnChg>
      </pc:sldChg>
      <pc:sldChg chg="add del modTransition modAnim">
        <pc:chgData name="JP Paulson" userId="460546f63f696f4c" providerId="LiveId" clId="{957F310B-9F73-4E82-8F26-768C6CA2EEB2}" dt="2026-06-26T21:51:06.365" v="7645" actId="2890"/>
        <pc:sldMkLst>
          <pc:docMk/>
          <pc:sldMk cId="4084989444" sldId="385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51:06.035" v="7565" actId="2890"/>
        <pc:sldMkLst>
          <pc:docMk/>
          <pc:sldMk cId="939746867" sldId="386"/>
        </pc:sldMkLst>
        <pc:spChg chg="add del">
          <ac:chgData name="JP Paulson" userId="460546f63f696f4c" providerId="LiveId" clId="{957F310B-9F73-4E82-8F26-768C6CA2EEB2}" dt="2026-06-26T21:51:05.946" v="7561" actId="478"/>
          <ac:spMkLst>
            <pc:docMk/>
            <pc:sldMk cId="939746867" sldId="386"/>
            <ac:spMk id="29" creationId="{BC4DF672-E59D-B0F3-F84A-5197A01A2A03}"/>
          </ac:spMkLst>
        </pc:spChg>
        <pc:spChg chg="add del">
          <ac:chgData name="JP Paulson" userId="460546f63f696f4c" providerId="LiveId" clId="{957F310B-9F73-4E82-8F26-768C6CA2EEB2}" dt="2026-06-26T21:51:05.940" v="7558" actId="478"/>
          <ac:spMkLst>
            <pc:docMk/>
            <pc:sldMk cId="939746867" sldId="386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51:05.946" v="7560" actId="478"/>
          <ac:spMkLst>
            <pc:docMk/>
            <pc:sldMk cId="939746867" sldId="386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51:05.942" v="7559" actId="478"/>
          <ac:spMkLst>
            <pc:docMk/>
            <pc:sldMk cId="939746867" sldId="386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51:05.946" v="7561" actId="478"/>
          <ac:cxnSpMkLst>
            <pc:docMk/>
            <pc:sldMk cId="939746867" sldId="386"/>
            <ac:cxnSpMk id="34" creationId="{B094B318-9576-1030-B394-4B918C68A9E6}"/>
          </ac:cxnSpMkLst>
        </pc:cxnChg>
      </pc:sldChg>
      <pc:sldChg chg="add del modTransition modAnim">
        <pc:chgData name="JP Paulson" userId="460546f63f696f4c" providerId="LiveId" clId="{957F310B-9F73-4E82-8F26-768C6CA2EEB2}" dt="2026-06-26T21:45:53.385" v="3130" actId="2890"/>
        <pc:sldMkLst>
          <pc:docMk/>
          <pc:sldMk cId="2086170581" sldId="386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50:39.804" v="5335" actId="2890"/>
        <pc:sldMkLst>
          <pc:docMk/>
          <pc:sldMk cId="2572941626" sldId="386"/>
        </pc:sldMkLst>
        <pc:spChg chg="add del">
          <ac:chgData name="JP Paulson" userId="460546f63f696f4c" providerId="LiveId" clId="{957F310B-9F73-4E82-8F26-768C6CA2EEB2}" dt="2026-06-26T21:50:39.716" v="5331" actId="478"/>
          <ac:spMkLst>
            <pc:docMk/>
            <pc:sldMk cId="2572941626" sldId="386"/>
            <ac:spMk id="29" creationId="{BC4DF672-E59D-B0F3-F84A-5197A01A2A03}"/>
          </ac:spMkLst>
        </pc:spChg>
        <pc:spChg chg="add del">
          <ac:chgData name="JP Paulson" userId="460546f63f696f4c" providerId="LiveId" clId="{957F310B-9F73-4E82-8F26-768C6CA2EEB2}" dt="2026-06-26T21:50:39.711" v="5328" actId="478"/>
          <ac:spMkLst>
            <pc:docMk/>
            <pc:sldMk cId="2572941626" sldId="386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50:39.716" v="5330" actId="478"/>
          <ac:spMkLst>
            <pc:docMk/>
            <pc:sldMk cId="2572941626" sldId="386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50:39.712" v="5329" actId="478"/>
          <ac:spMkLst>
            <pc:docMk/>
            <pc:sldMk cId="2572941626" sldId="386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50:39.716" v="5331" actId="478"/>
          <ac:cxnSpMkLst>
            <pc:docMk/>
            <pc:sldMk cId="2572941626" sldId="386"/>
            <ac:cxnSpMk id="34" creationId="{B094B318-9576-1030-B394-4B918C68A9E6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8.251" v="9621"/>
        <pc:sldMkLst>
          <pc:docMk/>
          <pc:sldMk cId="3719288468" sldId="386"/>
        </pc:sldMkLst>
        <pc:spChg chg="del">
          <ac:chgData name="JP Paulson" userId="460546f63f696f4c" providerId="LiveId" clId="{957F310B-9F73-4E82-8F26-768C6CA2EEB2}" dt="2026-06-26T21:51:48.230" v="9612"/>
          <ac:spMkLst>
            <pc:docMk/>
            <pc:sldMk cId="3719288468" sldId="386"/>
            <ac:spMk id="29" creationId="{BC4DF672-E59D-B0F3-F84A-5197A01A2A03}"/>
          </ac:spMkLst>
        </pc:spChg>
        <pc:spChg chg="del">
          <ac:chgData name="JP Paulson" userId="460546f63f696f4c" providerId="LiveId" clId="{957F310B-9F73-4E82-8F26-768C6CA2EEB2}" dt="2026-06-26T21:51:48.243" v="9618"/>
          <ac:spMkLst>
            <pc:docMk/>
            <pc:sldMk cId="3719288468" sldId="386"/>
            <ac:spMk id="30" creationId="{E2978763-E93D-0229-916F-047F1075EB5C}"/>
          </ac:spMkLst>
        </pc:spChg>
        <pc:spChg chg="del">
          <ac:chgData name="JP Paulson" userId="460546f63f696f4c" providerId="LiveId" clId="{957F310B-9F73-4E82-8F26-768C6CA2EEB2}" dt="2026-06-26T21:51:48.235" v="9614"/>
          <ac:spMkLst>
            <pc:docMk/>
            <pc:sldMk cId="3719288468" sldId="386"/>
            <ac:spMk id="31" creationId="{6D3F0805-E8FF-90FC-E661-C113B30AC375}"/>
          </ac:spMkLst>
        </pc:spChg>
        <pc:spChg chg="del">
          <ac:chgData name="JP Paulson" userId="460546f63f696f4c" providerId="LiveId" clId="{957F310B-9F73-4E82-8F26-768C6CA2EEB2}" dt="2026-06-26T21:51:48.239" v="9616"/>
          <ac:spMkLst>
            <pc:docMk/>
            <pc:sldMk cId="3719288468" sldId="386"/>
            <ac:spMk id="32" creationId="{974D8931-F860-3720-82AE-38E0C9F0A281}"/>
          </ac:spMkLst>
        </pc:spChg>
        <pc:cxnChg chg="del mod">
          <ac:chgData name="JP Paulson" userId="460546f63f696f4c" providerId="LiveId" clId="{957F310B-9F73-4E82-8F26-768C6CA2EEB2}" dt="2026-06-26T21:51:48.251" v="9620"/>
          <ac:cxnSpMkLst>
            <pc:docMk/>
            <pc:sldMk cId="3719288468" sldId="386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39.782" v="5334" actId="2890"/>
        <pc:sldMkLst>
          <pc:docMk/>
          <pc:sldMk cId="99656183" sldId="387"/>
        </pc:sldMkLst>
        <pc:spChg chg="add del">
          <ac:chgData name="JP Paulson" userId="460546f63f696f4c" providerId="LiveId" clId="{957F310B-9F73-4E82-8F26-768C6CA2EEB2}" dt="2026-06-26T21:50:39.695" v="5324" actId="478"/>
          <ac:spMkLst>
            <pc:docMk/>
            <pc:sldMk cId="99656183" sldId="387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50:39.699" v="5326" actId="478"/>
          <ac:spMkLst>
            <pc:docMk/>
            <pc:sldMk cId="99656183" sldId="387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50:39.699" v="5325" actId="478"/>
          <ac:spMkLst>
            <pc:docMk/>
            <pc:sldMk cId="99656183" sldId="387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50:39.695" v="5324" actId="478"/>
          <ac:cxnSpMkLst>
            <pc:docMk/>
            <pc:sldMk cId="99656183" sldId="387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6.014" v="7564" actId="2890"/>
        <pc:sldMkLst>
          <pc:docMk/>
          <pc:sldMk cId="1316839607" sldId="387"/>
        </pc:sldMkLst>
        <pc:spChg chg="add del">
          <ac:chgData name="JP Paulson" userId="460546f63f696f4c" providerId="LiveId" clId="{957F310B-9F73-4E82-8F26-768C6CA2EEB2}" dt="2026-06-26T21:51:05.925" v="7554" actId="478"/>
          <ac:spMkLst>
            <pc:docMk/>
            <pc:sldMk cId="1316839607" sldId="387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51:05.929" v="7556" actId="478"/>
          <ac:spMkLst>
            <pc:docMk/>
            <pc:sldMk cId="1316839607" sldId="387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51:05.927" v="7555" actId="478"/>
          <ac:spMkLst>
            <pc:docMk/>
            <pc:sldMk cId="1316839607" sldId="387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51:05.925" v="7554" actId="478"/>
          <ac:cxnSpMkLst>
            <pc:docMk/>
            <pc:sldMk cId="1316839607" sldId="387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067" v="3050" actId="2890"/>
        <pc:sldMkLst>
          <pc:docMk/>
          <pc:sldMk cId="2130428899" sldId="387"/>
        </pc:sldMkLst>
        <pc:spChg chg="add del">
          <ac:chgData name="JP Paulson" userId="460546f63f696f4c" providerId="LiveId" clId="{957F310B-9F73-4E82-8F26-768C6CA2EEB2}" dt="2026-06-26T21:45:52.982" v="3046" actId="478"/>
          <ac:spMkLst>
            <pc:docMk/>
            <pc:sldMk cId="2130428899" sldId="387"/>
            <ac:spMk id="29" creationId="{BC4DF672-E59D-B0F3-F84A-5197A01A2A03}"/>
          </ac:spMkLst>
        </pc:spChg>
        <pc:spChg chg="add del">
          <ac:chgData name="JP Paulson" userId="460546f63f696f4c" providerId="LiveId" clId="{957F310B-9F73-4E82-8F26-768C6CA2EEB2}" dt="2026-06-26T21:45:52.977" v="3043" actId="478"/>
          <ac:spMkLst>
            <pc:docMk/>
            <pc:sldMk cId="2130428899" sldId="387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45:52.978" v="3045" actId="478"/>
          <ac:spMkLst>
            <pc:docMk/>
            <pc:sldMk cId="2130428899" sldId="387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45:52.978" v="3044" actId="478"/>
          <ac:spMkLst>
            <pc:docMk/>
            <pc:sldMk cId="2130428899" sldId="387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45:52.982" v="3046" actId="478"/>
          <ac:cxnSpMkLst>
            <pc:docMk/>
            <pc:sldMk cId="2130428899" sldId="387"/>
            <ac:cxnSpMk id="34" creationId="{B094B318-9576-1030-B394-4B918C68A9E6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8.289" v="9631"/>
        <pc:sldMkLst>
          <pc:docMk/>
          <pc:sldMk cId="2914515835" sldId="387"/>
        </pc:sldMkLst>
        <pc:spChg chg="del">
          <ac:chgData name="JP Paulson" userId="460546f63f696f4c" providerId="LiveId" clId="{957F310B-9F73-4E82-8F26-768C6CA2EEB2}" dt="2026-06-26T21:51:48.280" v="9627"/>
          <ac:spMkLst>
            <pc:docMk/>
            <pc:sldMk cId="2914515835" sldId="387"/>
            <ac:spMk id="30" creationId="{E2978763-E93D-0229-916F-047F1075EB5C}"/>
          </ac:spMkLst>
        </pc:spChg>
        <pc:spChg chg="del">
          <ac:chgData name="JP Paulson" userId="460546f63f696f4c" providerId="LiveId" clId="{957F310B-9F73-4E82-8F26-768C6CA2EEB2}" dt="2026-06-26T21:51:48.268" v="9623"/>
          <ac:spMkLst>
            <pc:docMk/>
            <pc:sldMk cId="2914515835" sldId="387"/>
            <ac:spMk id="31" creationId="{6D3F0805-E8FF-90FC-E661-C113B30AC375}"/>
          </ac:spMkLst>
        </pc:spChg>
        <pc:spChg chg="del">
          <ac:chgData name="JP Paulson" userId="460546f63f696f4c" providerId="LiveId" clId="{957F310B-9F73-4E82-8F26-768C6CA2EEB2}" dt="2026-06-26T21:51:48.276" v="9625"/>
          <ac:spMkLst>
            <pc:docMk/>
            <pc:sldMk cId="2914515835" sldId="387"/>
            <ac:spMk id="32" creationId="{974D8931-F860-3720-82AE-38E0C9F0A281}"/>
          </ac:spMkLst>
        </pc:spChg>
        <pc:cxnChg chg="del mod">
          <ac:chgData name="JP Paulson" userId="460546f63f696f4c" providerId="LiveId" clId="{957F310B-9F73-4E82-8F26-768C6CA2EEB2}" dt="2026-06-26T21:51:48.284" v="9629"/>
          <ac:cxnSpMkLst>
            <pc:docMk/>
            <pc:sldMk cId="2914515835" sldId="387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39.761" v="5333" actId="2890"/>
        <pc:sldMkLst>
          <pc:docMk/>
          <pc:sldMk cId="476889841" sldId="388"/>
        </pc:sldMkLst>
        <pc:spChg chg="add del">
          <ac:chgData name="JP Paulson" userId="460546f63f696f4c" providerId="LiveId" clId="{957F310B-9F73-4E82-8F26-768C6CA2EEB2}" dt="2026-06-26T21:50:39.687" v="5322" actId="478"/>
          <ac:spMkLst>
            <pc:docMk/>
            <pc:sldMk cId="476889841" sldId="388"/>
            <ac:spMk id="30" creationId="{E2978763-E93D-0229-916F-047F1075EB5C}"/>
          </ac:spMkLst>
        </pc:spChg>
        <pc:cxnChg chg="add del mod">
          <ac:chgData name="JP Paulson" userId="460546f63f696f4c" providerId="LiveId" clId="{957F310B-9F73-4E82-8F26-768C6CA2EEB2}" dt="2026-06-26T21:50:39.687" v="5322" actId="478"/>
          <ac:cxnSpMkLst>
            <pc:docMk/>
            <pc:sldMk cId="476889841" sldId="388"/>
            <ac:cxnSpMk id="34" creationId="{B094B318-9576-1030-B394-4B918C68A9E6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8.317" v="9639"/>
        <pc:sldMkLst>
          <pc:docMk/>
          <pc:sldMk cId="873749108" sldId="388"/>
        </pc:sldMkLst>
        <pc:spChg chg="del">
          <ac:chgData name="JP Paulson" userId="460546f63f696f4c" providerId="LiveId" clId="{957F310B-9F73-4E82-8F26-768C6CA2EEB2}" dt="2026-06-26T21:51:48.305" v="9633"/>
          <ac:spMkLst>
            <pc:docMk/>
            <pc:sldMk cId="873749108" sldId="388"/>
            <ac:spMk id="30" creationId="{E2978763-E93D-0229-916F-047F1075EB5C}"/>
          </ac:spMkLst>
        </pc:spChg>
        <pc:cxnChg chg="del mod">
          <ac:chgData name="JP Paulson" userId="460546f63f696f4c" providerId="LiveId" clId="{957F310B-9F73-4E82-8F26-768C6CA2EEB2}" dt="2026-06-26T21:51:48.309" v="9635"/>
          <ac:cxnSpMkLst>
            <pc:docMk/>
            <pc:sldMk cId="873749108" sldId="388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5.990" v="7563" actId="2890"/>
        <pc:sldMkLst>
          <pc:docMk/>
          <pc:sldMk cId="1221092046" sldId="388"/>
        </pc:sldMkLst>
        <pc:spChg chg="add del">
          <ac:chgData name="JP Paulson" userId="460546f63f696f4c" providerId="LiveId" clId="{957F310B-9F73-4E82-8F26-768C6CA2EEB2}" dt="2026-06-26T21:51:05.913" v="7552" actId="478"/>
          <ac:spMkLst>
            <pc:docMk/>
            <pc:sldMk cId="1221092046" sldId="388"/>
            <ac:spMk id="30" creationId="{E2978763-E93D-0229-916F-047F1075EB5C}"/>
          </ac:spMkLst>
        </pc:spChg>
        <pc:cxnChg chg="add del mod">
          <ac:chgData name="JP Paulson" userId="460546f63f696f4c" providerId="LiveId" clId="{957F310B-9F73-4E82-8F26-768C6CA2EEB2}" dt="2026-06-26T21:51:05.913" v="7552" actId="478"/>
          <ac:cxnSpMkLst>
            <pc:docMk/>
            <pc:sldMk cId="1221092046" sldId="388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046" v="3049" actId="2890"/>
        <pc:sldMkLst>
          <pc:docMk/>
          <pc:sldMk cId="3508923811" sldId="388"/>
        </pc:sldMkLst>
        <pc:spChg chg="add del">
          <ac:chgData name="JP Paulson" userId="460546f63f696f4c" providerId="LiveId" clId="{957F310B-9F73-4E82-8F26-768C6CA2EEB2}" dt="2026-06-26T21:45:52.962" v="3039" actId="478"/>
          <ac:spMkLst>
            <pc:docMk/>
            <pc:sldMk cId="3508923811" sldId="388"/>
            <ac:spMk id="30" creationId="{E2978763-E93D-0229-916F-047F1075EB5C}"/>
          </ac:spMkLst>
        </pc:spChg>
        <pc:spChg chg="add del">
          <ac:chgData name="JP Paulson" userId="460546f63f696f4c" providerId="LiveId" clId="{957F310B-9F73-4E82-8F26-768C6CA2EEB2}" dt="2026-06-26T21:45:52.966" v="3041" actId="478"/>
          <ac:spMkLst>
            <pc:docMk/>
            <pc:sldMk cId="3508923811" sldId="388"/>
            <ac:spMk id="31" creationId="{6D3F0805-E8FF-90FC-E661-C113B30AC375}"/>
          </ac:spMkLst>
        </pc:spChg>
        <pc:spChg chg="add del">
          <ac:chgData name="JP Paulson" userId="460546f63f696f4c" providerId="LiveId" clId="{957F310B-9F73-4E82-8F26-768C6CA2EEB2}" dt="2026-06-26T21:45:52.962" v="3040" actId="478"/>
          <ac:spMkLst>
            <pc:docMk/>
            <pc:sldMk cId="3508923811" sldId="388"/>
            <ac:spMk id="32" creationId="{974D8931-F860-3720-82AE-38E0C9F0A281}"/>
          </ac:spMkLst>
        </pc:spChg>
        <pc:cxnChg chg="add del mod">
          <ac:chgData name="JP Paulson" userId="460546f63f696f4c" providerId="LiveId" clId="{957F310B-9F73-4E82-8F26-768C6CA2EEB2}" dt="2026-06-26T21:45:52.962" v="3039" actId="478"/>
          <ac:cxnSpMkLst>
            <pc:docMk/>
            <pc:sldMk cId="3508923811" sldId="388"/>
            <ac:cxnSpMk id="34" creationId="{B094B318-9576-1030-B394-4B918C68A9E6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3.025" v="3048" actId="2890"/>
        <pc:sldMkLst>
          <pc:docMk/>
          <pc:sldMk cId="1243871493" sldId="389"/>
        </pc:sldMkLst>
        <pc:spChg chg="add del">
          <ac:chgData name="JP Paulson" userId="460546f63f696f4c" providerId="LiveId" clId="{957F310B-9F73-4E82-8F26-768C6CA2EEB2}" dt="2026-06-26T21:45:52.953" v="3037" actId="478"/>
          <ac:spMkLst>
            <pc:docMk/>
            <pc:sldMk cId="1243871493" sldId="389"/>
            <ac:spMk id="30" creationId="{E2978763-E93D-0229-916F-047F1075EB5C}"/>
          </ac:spMkLst>
        </pc:spChg>
        <pc:cxnChg chg="add del mod">
          <ac:chgData name="JP Paulson" userId="460546f63f696f4c" providerId="LiveId" clId="{957F310B-9F73-4E82-8F26-768C6CA2EEB2}" dt="2026-06-26T21:45:52.953" v="3037" actId="478"/>
          <ac:cxnSpMkLst>
            <pc:docMk/>
            <pc:sldMk cId="1243871493" sldId="389"/>
            <ac:cxnSpMk id="34" creationId="{B094B318-9576-1030-B394-4B918C68A9E6}"/>
          </ac:cxnSpMkLst>
        </pc:cxnChg>
      </pc:sldChg>
      <pc:sldChg chg="add modTransition modAnim">
        <pc:chgData name="JP Paulson" userId="460546f63f696f4c" providerId="LiveId" clId="{957F310B-9F73-4E82-8F26-768C6CA2EEB2}" dt="2026-06-26T21:51:48.334" v="9645"/>
        <pc:sldMkLst>
          <pc:docMk/>
          <pc:sldMk cId="1287228586" sldId="389"/>
        </pc:sldMkLst>
      </pc:sldChg>
      <pc:sldChg chg="add del modTransition modAnim">
        <pc:chgData name="JP Paulson" userId="460546f63f696f4c" providerId="LiveId" clId="{957F310B-9F73-4E82-8F26-768C6CA2EEB2}" dt="2026-06-26T21:51:05.970" v="7562" actId="2890"/>
        <pc:sldMkLst>
          <pc:docMk/>
          <pc:sldMk cId="1680372739" sldId="389"/>
        </pc:sldMkLst>
      </pc:sldChg>
      <pc:sldChg chg="add del modTransition modAnim">
        <pc:chgData name="JP Paulson" userId="460546f63f696f4c" providerId="LiveId" clId="{957F310B-9F73-4E82-8F26-768C6CA2EEB2}" dt="2026-06-26T21:50:39.736" v="5332" actId="2890"/>
        <pc:sldMkLst>
          <pc:docMk/>
          <pc:sldMk cId="4116363974" sldId="389"/>
        </pc:sldMkLst>
      </pc:sldChg>
      <pc:sldChg chg="add del modTransition modAnim">
        <pc:chgData name="JP Paulson" userId="460546f63f696f4c" providerId="LiveId" clId="{957F310B-9F73-4E82-8F26-768C6CA2EEB2}" dt="2026-06-26T21:45:53.004" v="3047" actId="2890"/>
        <pc:sldMkLst>
          <pc:docMk/>
          <pc:sldMk cId="35124693" sldId="390"/>
        </pc:sldMkLst>
      </pc:sldChg>
      <pc:sldChg chg="delSp modSp add mod modTransition delAnim modAnim">
        <pc:chgData name="JP Paulson" userId="460546f63f696f4c" providerId="LiveId" clId="{957F310B-9F73-4E82-8F26-768C6CA2EEB2}" dt="2026-06-26T21:51:48.442" v="9657"/>
        <pc:sldMkLst>
          <pc:docMk/>
          <pc:sldMk cId="1159176758" sldId="390"/>
        </pc:sldMkLst>
        <pc:spChg chg="del">
          <ac:chgData name="JP Paulson" userId="460546f63f696f4c" providerId="LiveId" clId="{957F310B-9F73-4E82-8F26-768C6CA2EEB2}" dt="2026-06-26T21:51:48.434" v="9654"/>
          <ac:spMkLst>
            <pc:docMk/>
            <pc:sldMk cId="1159176758" sldId="390"/>
            <ac:spMk id="7" creationId="{156FD6B1-86D4-ED08-50FF-DBDDAF204692}"/>
          </ac:spMkLst>
        </pc:spChg>
        <pc:cxnChg chg="del mod">
          <ac:chgData name="JP Paulson" userId="460546f63f696f4c" providerId="LiveId" clId="{957F310B-9F73-4E82-8F26-768C6CA2EEB2}" dt="2026-06-26T21:51:48.440" v="9656"/>
          <ac:cxnSpMkLst>
            <pc:docMk/>
            <pc:sldMk cId="1159176758" sldId="390"/>
            <ac:cxnSpMk id="9" creationId="{D4FEC139-3518-6046-310B-8316F66D0C5C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39.649" v="5319" actId="2890"/>
        <pc:sldMkLst>
          <pc:docMk/>
          <pc:sldMk cId="1390278818" sldId="390"/>
        </pc:sldMkLst>
        <pc:spChg chg="add del">
          <ac:chgData name="JP Paulson" userId="460546f63f696f4c" providerId="LiveId" clId="{957F310B-9F73-4E82-8F26-768C6CA2EEB2}" dt="2026-06-26T21:50:39.628" v="5316" actId="478"/>
          <ac:spMkLst>
            <pc:docMk/>
            <pc:sldMk cId="1390278818" sldId="390"/>
            <ac:spMk id="7" creationId="{156FD6B1-86D4-ED08-50FF-DBDDAF204692}"/>
          </ac:spMkLst>
        </pc:spChg>
        <pc:cxnChg chg="add del mod">
          <ac:chgData name="JP Paulson" userId="460546f63f696f4c" providerId="LiveId" clId="{957F310B-9F73-4E82-8F26-768C6CA2EEB2}" dt="2026-06-26T21:50:39.628" v="5316" actId="478"/>
          <ac:cxnSpMkLst>
            <pc:docMk/>
            <pc:sldMk cId="1390278818" sldId="390"/>
            <ac:cxnSpMk id="9" creationId="{D4FEC139-3518-6046-310B-8316F66D0C5C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5.874" v="7549" actId="2890"/>
        <pc:sldMkLst>
          <pc:docMk/>
          <pc:sldMk cId="3910683344" sldId="390"/>
        </pc:sldMkLst>
        <pc:spChg chg="add del">
          <ac:chgData name="JP Paulson" userId="460546f63f696f4c" providerId="LiveId" clId="{957F310B-9F73-4E82-8F26-768C6CA2EEB2}" dt="2026-06-26T21:51:05.847" v="7546" actId="478"/>
          <ac:spMkLst>
            <pc:docMk/>
            <pc:sldMk cId="3910683344" sldId="390"/>
            <ac:spMk id="7" creationId="{156FD6B1-86D4-ED08-50FF-DBDDAF204692}"/>
          </ac:spMkLst>
        </pc:spChg>
        <pc:cxnChg chg="add del mod">
          <ac:chgData name="JP Paulson" userId="460546f63f696f4c" providerId="LiveId" clId="{957F310B-9F73-4E82-8F26-768C6CA2EEB2}" dt="2026-06-26T21:51:05.847" v="7546" actId="478"/>
          <ac:cxnSpMkLst>
            <pc:docMk/>
            <pc:sldMk cId="3910683344" sldId="390"/>
            <ac:cxnSpMk id="9" creationId="{D4FEC139-3518-6046-310B-8316F66D0C5C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1:05.865" v="7548" actId="2890"/>
        <pc:sldMkLst>
          <pc:docMk/>
          <pc:sldMk cId="259012443" sldId="391"/>
        </pc:sldMkLst>
        <pc:cxnChg chg="add del mod">
          <ac:chgData name="JP Paulson" userId="460546f63f696f4c" providerId="LiveId" clId="{957F310B-9F73-4E82-8F26-768C6CA2EEB2}" dt="2026-06-26T21:51:05.840" v="7544" actId="478"/>
          <ac:cxnSpMkLst>
            <pc:docMk/>
            <pc:sldMk cId="259012443" sldId="391"/>
            <ac:cxnSpMk id="9" creationId="{D4FEC139-3518-6046-310B-8316F66D0C5C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50:39.641" v="5318" actId="2890"/>
        <pc:sldMkLst>
          <pc:docMk/>
          <pc:sldMk cId="385241297" sldId="391"/>
        </pc:sldMkLst>
        <pc:cxnChg chg="add del mod">
          <ac:chgData name="JP Paulson" userId="460546f63f696f4c" providerId="LiveId" clId="{957F310B-9F73-4E82-8F26-768C6CA2EEB2}" dt="2026-06-26T21:50:39.620" v="5314" actId="478"/>
          <ac:cxnSpMkLst>
            <pc:docMk/>
            <pc:sldMk cId="385241297" sldId="391"/>
            <ac:cxnSpMk id="9" creationId="{D4FEC139-3518-6046-310B-8316F66D0C5C}"/>
          </ac:cxnSpMkLst>
        </pc:cxnChg>
      </pc:sldChg>
      <pc:sldChg chg="delSp modSp add mod modTransition delAnim modAnim">
        <pc:chgData name="JP Paulson" userId="460546f63f696f4c" providerId="LiveId" clId="{957F310B-9F73-4E82-8F26-768C6CA2EEB2}" dt="2026-06-26T21:51:48.454" v="9661"/>
        <pc:sldMkLst>
          <pc:docMk/>
          <pc:sldMk cId="1454542375" sldId="391"/>
        </pc:sldMkLst>
        <pc:cxnChg chg="del mod">
          <ac:chgData name="JP Paulson" userId="460546f63f696f4c" providerId="LiveId" clId="{957F310B-9F73-4E82-8F26-768C6CA2EEB2}" dt="2026-06-26T21:51:48.450" v="9659"/>
          <ac:cxnSpMkLst>
            <pc:docMk/>
            <pc:sldMk cId="1454542375" sldId="391"/>
            <ac:cxnSpMk id="9" creationId="{D4FEC139-3518-6046-310B-8316F66D0C5C}"/>
          </ac:cxnSpMkLst>
        </pc:cxnChg>
      </pc:sldChg>
      <pc:sldChg chg="addSp delSp modSp add del mod modTransition addAnim delAnim modAnim">
        <pc:chgData name="JP Paulson" userId="460546f63f696f4c" providerId="LiveId" clId="{957F310B-9F73-4E82-8F26-768C6CA2EEB2}" dt="2026-06-26T21:45:52.915" v="3034" actId="2890"/>
        <pc:sldMkLst>
          <pc:docMk/>
          <pc:sldMk cId="3134263716" sldId="391"/>
        </pc:sldMkLst>
        <pc:spChg chg="add del">
          <ac:chgData name="JP Paulson" userId="460546f63f696f4c" providerId="LiveId" clId="{957F310B-9F73-4E82-8F26-768C6CA2EEB2}" dt="2026-06-26T21:45:52.893" v="3031" actId="478"/>
          <ac:spMkLst>
            <pc:docMk/>
            <pc:sldMk cId="3134263716" sldId="391"/>
            <ac:spMk id="7" creationId="{156FD6B1-86D4-ED08-50FF-DBDDAF204692}"/>
          </ac:spMkLst>
        </pc:spChg>
        <pc:cxnChg chg="add del mod">
          <ac:chgData name="JP Paulson" userId="460546f63f696f4c" providerId="LiveId" clId="{957F310B-9F73-4E82-8F26-768C6CA2EEB2}" dt="2026-06-26T21:45:52.893" v="3031" actId="478"/>
          <ac:cxnSpMkLst>
            <pc:docMk/>
            <pc:sldMk cId="3134263716" sldId="391"/>
            <ac:cxnSpMk id="9" creationId="{D4FEC139-3518-6046-310B-8316F66D0C5C}"/>
          </ac:cxnSpMkLst>
        </pc:cxnChg>
      </pc:sldChg>
      <pc:sldChg chg="add del modTransition modAnim">
        <pc:chgData name="JP Paulson" userId="460546f63f696f4c" providerId="LiveId" clId="{957F310B-9F73-4E82-8F26-768C6CA2EEB2}" dt="2026-06-26T21:51:05.859" v="7547" actId="2890"/>
        <pc:sldMkLst>
          <pc:docMk/>
          <pc:sldMk cId="918292745" sldId="392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45:52.907" v="3033" actId="2890"/>
        <pc:sldMkLst>
          <pc:docMk/>
          <pc:sldMk cId="1344693050" sldId="392"/>
        </pc:sldMkLst>
        <pc:cxnChg chg="add del mod">
          <ac:chgData name="JP Paulson" userId="460546f63f696f4c" providerId="LiveId" clId="{957F310B-9F73-4E82-8F26-768C6CA2EEB2}" dt="2026-06-26T21:45:52.882" v="3029" actId="478"/>
          <ac:cxnSpMkLst>
            <pc:docMk/>
            <pc:sldMk cId="1344693050" sldId="392"/>
            <ac:cxnSpMk id="9" creationId="{D4FEC139-3518-6046-310B-8316F66D0C5C}"/>
          </ac:cxnSpMkLst>
        </pc:cxnChg>
      </pc:sldChg>
      <pc:sldChg chg="add del modTransition modAnim">
        <pc:chgData name="JP Paulson" userId="460546f63f696f4c" providerId="LiveId" clId="{957F310B-9F73-4E82-8F26-768C6CA2EEB2}" dt="2026-06-26T21:50:39.637" v="5317" actId="2890"/>
        <pc:sldMkLst>
          <pc:docMk/>
          <pc:sldMk cId="1925985986" sldId="392"/>
        </pc:sldMkLst>
      </pc:sldChg>
      <pc:sldChg chg="add modTransition modAnim">
        <pc:chgData name="JP Paulson" userId="460546f63f696f4c" providerId="LiveId" clId="{957F310B-9F73-4E82-8F26-768C6CA2EEB2}" dt="2026-06-26T21:51:48.466" v="9664"/>
        <pc:sldMkLst>
          <pc:docMk/>
          <pc:sldMk cId="2539657077" sldId="392"/>
        </pc:sldMkLst>
      </pc:sldChg>
      <pc:sldChg chg="delSp modSp add mod modTransition delAnim modAnim">
        <pc:chgData name="JP Paulson" userId="460546f63f696f4c" providerId="LiveId" clId="{957F310B-9F73-4E82-8F26-768C6CA2EEB2}" dt="2026-06-26T21:51:48.698" v="9702"/>
        <pc:sldMkLst>
          <pc:docMk/>
          <pc:sldMk cId="658272012" sldId="393"/>
        </pc:sldMkLst>
        <pc:spChg chg="del">
          <ac:chgData name="JP Paulson" userId="460546f63f696f4c" providerId="LiveId" clId="{957F310B-9F73-4E82-8F26-768C6CA2EEB2}" dt="2026-06-26T21:51:48.673" v="9696"/>
          <ac:spMkLst>
            <pc:docMk/>
            <pc:sldMk cId="658272012" sldId="393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1:48.663" v="9694"/>
          <ac:spMkLst>
            <pc:docMk/>
            <pc:sldMk cId="658272012" sldId="393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51:05.818" v="7542" actId="2890"/>
        <pc:sldMkLst>
          <pc:docMk/>
          <pc:sldMk cId="658896855" sldId="393"/>
        </pc:sldMkLst>
        <pc:spChg chg="add del">
          <ac:chgData name="JP Paulson" userId="460546f63f696f4c" providerId="LiveId" clId="{957F310B-9F73-4E82-8F26-768C6CA2EEB2}" dt="2026-06-26T21:51:05.768" v="7535" actId="478"/>
          <ac:spMkLst>
            <pc:docMk/>
            <pc:sldMk cId="658896855" sldId="393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58.119" v="7442"/>
          <ac:spMkLst>
            <pc:docMk/>
            <pc:sldMk cId="658896855" sldId="393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50:39.599" v="5312" actId="2890"/>
        <pc:sldMkLst>
          <pc:docMk/>
          <pc:sldMk cId="744733038" sldId="393"/>
        </pc:sldMkLst>
        <pc:spChg chg="add del">
          <ac:chgData name="JP Paulson" userId="460546f63f696f4c" providerId="LiveId" clId="{957F310B-9F73-4E82-8F26-768C6CA2EEB2}" dt="2026-06-26T21:50:39.562" v="5305" actId="478"/>
          <ac:spMkLst>
            <pc:docMk/>
            <pc:sldMk cId="744733038" sldId="393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13.454" v="5212"/>
          <ac:spMkLst>
            <pc:docMk/>
            <pc:sldMk cId="744733038" sldId="393"/>
            <ac:spMk id="464" creationId="{00000000-0000-0000-0000-000000000000}"/>
          </ac:spMkLst>
        </pc:spChg>
      </pc:sldChg>
      <pc:sldChg chg="add del modTransition modAnim">
        <pc:chgData name="JP Paulson" userId="460546f63f696f4c" providerId="LiveId" clId="{957F310B-9F73-4E82-8F26-768C6CA2EEB2}" dt="2026-06-26T21:45:52.901" v="3032" actId="2890"/>
        <pc:sldMkLst>
          <pc:docMk/>
          <pc:sldMk cId="1378137989" sldId="393"/>
        </pc:sldMkLst>
      </pc:sldChg>
      <pc:sldChg chg="addSp delSp modSp add del mod modTransition addAnim delAnim modAnim">
        <pc:chgData name="JP Paulson" userId="460546f63f696f4c" providerId="LiveId" clId="{957F310B-9F73-4E82-8F26-768C6CA2EEB2}" dt="2026-06-26T21:50:39.595" v="5311" actId="2890"/>
        <pc:sldMkLst>
          <pc:docMk/>
          <pc:sldMk cId="2272729125" sldId="394"/>
        </pc:sldMkLst>
        <pc:spChg chg="add del">
          <ac:chgData name="JP Paulson" userId="460546f63f696f4c" providerId="LiveId" clId="{957F310B-9F73-4E82-8F26-768C6CA2EEB2}" dt="2026-06-26T21:50:39.558" v="5304" actId="478"/>
          <ac:spMkLst>
            <pc:docMk/>
            <pc:sldMk cId="2272729125" sldId="394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13.561" v="5232"/>
          <ac:spMkLst>
            <pc:docMk/>
            <pc:sldMk cId="2272729125" sldId="394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61" v="3027" actId="2890"/>
        <pc:sldMkLst>
          <pc:docMk/>
          <pc:sldMk cId="3222041044" sldId="394"/>
        </pc:sldMkLst>
        <pc:spChg chg="add del">
          <ac:chgData name="JP Paulson" userId="460546f63f696f4c" providerId="LiveId" clId="{957F310B-9F73-4E82-8F26-768C6CA2EEB2}" dt="2026-06-26T21:45:52.815" v="3020" actId="478"/>
          <ac:spMkLst>
            <pc:docMk/>
            <pc:sldMk cId="3222041044" sldId="394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371" v="2927"/>
          <ac:spMkLst>
            <pc:docMk/>
            <pc:sldMk cId="3222041044" sldId="394"/>
            <ac:spMk id="464" creationId="{00000000-0000-0000-0000-000000000000}"/>
          </ac:spMkLst>
        </pc:spChg>
      </pc:sldChg>
      <pc:sldChg chg="delSp modSp add mod modTransition delAnim modAnim">
        <pc:chgData name="JP Paulson" userId="460546f63f696f4c" providerId="LiveId" clId="{957F310B-9F73-4E82-8F26-768C6CA2EEB2}" dt="2026-06-26T21:51:48.823" v="9722"/>
        <pc:sldMkLst>
          <pc:docMk/>
          <pc:sldMk cId="3548335088" sldId="394"/>
        </pc:sldMkLst>
        <pc:spChg chg="del">
          <ac:chgData name="JP Paulson" userId="460546f63f696f4c" providerId="LiveId" clId="{957F310B-9F73-4E82-8F26-768C6CA2EEB2}" dt="2026-06-26T21:51:48.798" v="9716"/>
          <ac:spMkLst>
            <pc:docMk/>
            <pc:sldMk cId="3548335088" sldId="394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1:48.790" v="9714"/>
          <ac:spMkLst>
            <pc:docMk/>
            <pc:sldMk cId="3548335088" sldId="394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51:05.813" v="7541" actId="2890"/>
        <pc:sldMkLst>
          <pc:docMk/>
          <pc:sldMk cId="4142311251" sldId="394"/>
        </pc:sldMkLst>
        <pc:spChg chg="add del">
          <ac:chgData name="JP Paulson" userId="460546f63f696f4c" providerId="LiveId" clId="{957F310B-9F73-4E82-8F26-768C6CA2EEB2}" dt="2026-06-26T21:51:05.756" v="7534" actId="478"/>
          <ac:spMkLst>
            <pc:docMk/>
            <pc:sldMk cId="4142311251" sldId="394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58.233" v="7462"/>
          <ac:spMkLst>
            <pc:docMk/>
            <pc:sldMk cId="4142311251" sldId="394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50:39.587" v="5310" actId="2890"/>
        <pc:sldMkLst>
          <pc:docMk/>
          <pc:sldMk cId="441573220" sldId="395"/>
        </pc:sldMkLst>
        <pc:spChg chg="add del">
          <ac:chgData name="JP Paulson" userId="460546f63f696f4c" providerId="LiveId" clId="{957F310B-9F73-4E82-8F26-768C6CA2EEB2}" dt="2026-06-26T21:50:39.553" v="5303" actId="478"/>
          <ac:spMkLst>
            <pc:docMk/>
            <pc:sldMk cId="441573220" sldId="395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13.658" v="5249"/>
          <ac:spMkLst>
            <pc:docMk/>
            <pc:sldMk cId="441573220" sldId="395"/>
            <ac:spMk id="464" creationId="{00000000-0000-0000-0000-000000000000}"/>
          </ac:spMkLst>
        </pc:spChg>
      </pc:sldChg>
      <pc:sldChg chg="delSp modSp add mod modTransition delAnim modAnim">
        <pc:chgData name="JP Paulson" userId="460546f63f696f4c" providerId="LiveId" clId="{957F310B-9F73-4E82-8F26-768C6CA2EEB2}" dt="2026-06-26T21:51:48.926" v="9739"/>
        <pc:sldMkLst>
          <pc:docMk/>
          <pc:sldMk cId="3325253703" sldId="395"/>
        </pc:sldMkLst>
        <pc:spChg chg="del">
          <ac:chgData name="JP Paulson" userId="460546f63f696f4c" providerId="LiveId" clId="{957F310B-9F73-4E82-8F26-768C6CA2EEB2}" dt="2026-06-26T21:51:48.906" v="9733"/>
          <ac:spMkLst>
            <pc:docMk/>
            <pc:sldMk cId="3325253703" sldId="395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1:48.893" v="9731"/>
          <ac:spMkLst>
            <pc:docMk/>
            <pc:sldMk cId="3325253703" sldId="395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51:05.806" v="7540" actId="2890"/>
        <pc:sldMkLst>
          <pc:docMk/>
          <pc:sldMk cId="3604042399" sldId="395"/>
        </pc:sldMkLst>
        <pc:spChg chg="add del">
          <ac:chgData name="JP Paulson" userId="460546f63f696f4c" providerId="LiveId" clId="{957F310B-9F73-4E82-8F26-768C6CA2EEB2}" dt="2026-06-26T21:51:05.743" v="7533" actId="478"/>
          <ac:spMkLst>
            <pc:docMk/>
            <pc:sldMk cId="3604042399" sldId="395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58.341" v="7479"/>
          <ac:spMkLst>
            <pc:docMk/>
            <pc:sldMk cId="3604042399" sldId="395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53" v="3026" actId="2890"/>
        <pc:sldMkLst>
          <pc:docMk/>
          <pc:sldMk cId="4265798830" sldId="395"/>
        </pc:sldMkLst>
        <pc:spChg chg="add del">
          <ac:chgData name="JP Paulson" userId="460546f63f696f4c" providerId="LiveId" clId="{957F310B-9F73-4E82-8F26-768C6CA2EEB2}" dt="2026-06-26T21:45:52.807" v="3019" actId="478"/>
          <ac:spMkLst>
            <pc:docMk/>
            <pc:sldMk cId="4265798830" sldId="395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493" v="2947"/>
          <ac:spMkLst>
            <pc:docMk/>
            <pc:sldMk cId="4265798830" sldId="395"/>
            <ac:spMk id="464" creationId="{00000000-0000-0000-0000-000000000000}"/>
          </ac:spMkLst>
        </pc:spChg>
      </pc:sldChg>
      <pc:sldChg chg="delSp modSp add mod modTransition delAnim modAnim">
        <pc:chgData name="JP Paulson" userId="460546f63f696f4c" providerId="LiveId" clId="{957F310B-9F73-4E82-8F26-768C6CA2EEB2}" dt="2026-06-26T21:51:49.018" v="9753"/>
        <pc:sldMkLst>
          <pc:docMk/>
          <pc:sldMk cId="643733371" sldId="396"/>
        </pc:sldMkLst>
        <pc:spChg chg="del">
          <ac:chgData name="JP Paulson" userId="460546f63f696f4c" providerId="LiveId" clId="{957F310B-9F73-4E82-8F26-768C6CA2EEB2}" dt="2026-06-26T21:51:48.993" v="9747"/>
          <ac:spMkLst>
            <pc:docMk/>
            <pc:sldMk cId="643733371" sldId="396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1:48.985" v="9745"/>
          <ac:spMkLst>
            <pc:docMk/>
            <pc:sldMk cId="643733371" sldId="396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51:05.797" v="7539" actId="2890"/>
        <pc:sldMkLst>
          <pc:docMk/>
          <pc:sldMk cId="2369630395" sldId="396"/>
        </pc:sldMkLst>
        <pc:spChg chg="add del">
          <ac:chgData name="JP Paulson" userId="460546f63f696f4c" providerId="LiveId" clId="{957F310B-9F73-4E82-8F26-768C6CA2EEB2}" dt="2026-06-26T21:51:05.737" v="7532" actId="478"/>
          <ac:spMkLst>
            <pc:docMk/>
            <pc:sldMk cId="2369630395" sldId="396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58.424" v="7493"/>
          <ac:spMkLst>
            <pc:docMk/>
            <pc:sldMk cId="2369630395" sldId="396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50:39.583" v="5309" actId="2890"/>
        <pc:sldMkLst>
          <pc:docMk/>
          <pc:sldMk cId="2497702402" sldId="396"/>
        </pc:sldMkLst>
        <pc:spChg chg="add del">
          <ac:chgData name="JP Paulson" userId="460546f63f696f4c" providerId="LiveId" clId="{957F310B-9F73-4E82-8F26-768C6CA2EEB2}" dt="2026-06-26T21:50:39.553" v="5302" actId="478"/>
          <ac:spMkLst>
            <pc:docMk/>
            <pc:sldMk cId="2497702402" sldId="396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13.755" v="5263"/>
          <ac:spMkLst>
            <pc:docMk/>
            <pc:sldMk cId="2497702402" sldId="396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49" v="3025" actId="2890"/>
        <pc:sldMkLst>
          <pc:docMk/>
          <pc:sldMk cId="2939281792" sldId="396"/>
        </pc:sldMkLst>
        <pc:spChg chg="add del">
          <ac:chgData name="JP Paulson" userId="460546f63f696f4c" providerId="LiveId" clId="{957F310B-9F73-4E82-8F26-768C6CA2EEB2}" dt="2026-06-26T21:45:52.795" v="3018" actId="478"/>
          <ac:spMkLst>
            <pc:docMk/>
            <pc:sldMk cId="2939281792" sldId="396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625" v="2964"/>
          <ac:spMkLst>
            <pc:docMk/>
            <pc:sldMk cId="2939281792" sldId="396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50:39.579" v="5308" actId="2890"/>
        <pc:sldMkLst>
          <pc:docMk/>
          <pc:sldMk cId="218481751" sldId="397"/>
        </pc:sldMkLst>
        <pc:spChg chg="add del">
          <ac:chgData name="JP Paulson" userId="460546f63f696f4c" providerId="LiveId" clId="{957F310B-9F73-4E82-8F26-768C6CA2EEB2}" dt="2026-06-26T21:50:39.549" v="5301" actId="478"/>
          <ac:spMkLst>
            <pc:docMk/>
            <pc:sldMk cId="218481751" sldId="397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13.823" v="5274"/>
          <ac:spMkLst>
            <pc:docMk/>
            <pc:sldMk cId="218481751" sldId="397"/>
            <ac:spMk id="464" creationId="{00000000-0000-0000-0000-000000000000}"/>
          </ac:spMkLst>
        </pc:spChg>
      </pc:sldChg>
      <pc:sldChg chg="delSp modSp add mod modTransition delAnim modAnim">
        <pc:chgData name="JP Paulson" userId="460546f63f696f4c" providerId="LiveId" clId="{957F310B-9F73-4E82-8F26-768C6CA2EEB2}" dt="2026-06-26T21:51:49.093" v="9764"/>
        <pc:sldMkLst>
          <pc:docMk/>
          <pc:sldMk cId="2043434723" sldId="397"/>
        </pc:sldMkLst>
        <pc:spChg chg="del">
          <ac:chgData name="JP Paulson" userId="460546f63f696f4c" providerId="LiveId" clId="{957F310B-9F73-4E82-8F26-768C6CA2EEB2}" dt="2026-06-26T21:51:49.070" v="9758"/>
          <ac:spMkLst>
            <pc:docMk/>
            <pc:sldMk cId="2043434723" sldId="397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1:49.051" v="9756"/>
          <ac:spMkLst>
            <pc:docMk/>
            <pc:sldMk cId="2043434723" sldId="397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51:05.792" v="7538" actId="2890"/>
        <pc:sldMkLst>
          <pc:docMk/>
          <pc:sldMk cId="2998729355" sldId="397"/>
        </pc:sldMkLst>
        <pc:spChg chg="add del">
          <ac:chgData name="JP Paulson" userId="460546f63f696f4c" providerId="LiveId" clId="{957F310B-9F73-4E82-8F26-768C6CA2EEB2}" dt="2026-06-26T21:51:05.726" v="7531" actId="478"/>
          <ac:spMkLst>
            <pc:docMk/>
            <pc:sldMk cId="2998729355" sldId="397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50:58.492" v="7504"/>
          <ac:spMkLst>
            <pc:docMk/>
            <pc:sldMk cId="2998729355" sldId="397"/>
            <ac:spMk id="464" creationId="{00000000-0000-0000-0000-000000000000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41" v="3024" actId="2890"/>
        <pc:sldMkLst>
          <pc:docMk/>
          <pc:sldMk cId="3774689146" sldId="397"/>
        </pc:sldMkLst>
        <pc:spChg chg="add del">
          <ac:chgData name="JP Paulson" userId="460546f63f696f4c" providerId="LiveId" clId="{957F310B-9F73-4E82-8F26-768C6CA2EEB2}" dt="2026-06-26T21:45:52.786" v="3017" actId="478"/>
          <ac:spMkLst>
            <pc:docMk/>
            <pc:sldMk cId="3774689146" sldId="397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721" v="2978"/>
          <ac:spMkLst>
            <pc:docMk/>
            <pc:sldMk cId="3774689146" sldId="397"/>
            <ac:spMk id="464" creationId="{00000000-0000-0000-0000-000000000000}"/>
          </ac:spMkLst>
        </pc:spChg>
      </pc:sldChg>
      <pc:sldChg chg="addSp delSp add del mod modTransition addAnim delAnim modAnim">
        <pc:chgData name="JP Paulson" userId="460546f63f696f4c" providerId="LiveId" clId="{957F310B-9F73-4E82-8F26-768C6CA2EEB2}" dt="2026-06-26T21:51:05.784" v="7537" actId="2890"/>
        <pc:sldMkLst>
          <pc:docMk/>
          <pc:sldMk cId="494899648" sldId="398"/>
        </pc:sldMkLst>
        <pc:spChg chg="add del">
          <ac:chgData name="JP Paulson" userId="460546f63f696f4c" providerId="LiveId" clId="{957F310B-9F73-4E82-8F26-768C6CA2EEB2}" dt="2026-06-26T21:51:05.662" v="7530" actId="478"/>
          <ac:spMkLst>
            <pc:docMk/>
            <pc:sldMk cId="494899648" sldId="398"/>
            <ac:spMk id="2" creationId="{B1817A8F-2064-BA12-EFF9-CD3DDAA804F2}"/>
          </ac:spMkLst>
        </pc:spChg>
      </pc:sldChg>
      <pc:sldChg chg="addSp delSp modSp add del mod modTransition addAnim delAnim modAnim">
        <pc:chgData name="JP Paulson" userId="460546f63f696f4c" providerId="LiveId" clId="{957F310B-9F73-4E82-8F26-768C6CA2EEB2}" dt="2026-06-26T21:45:52.837" v="3023" actId="2890"/>
        <pc:sldMkLst>
          <pc:docMk/>
          <pc:sldMk cId="1369043427" sldId="398"/>
        </pc:sldMkLst>
        <pc:spChg chg="add del">
          <ac:chgData name="JP Paulson" userId="460546f63f696f4c" providerId="LiveId" clId="{957F310B-9F73-4E82-8F26-768C6CA2EEB2}" dt="2026-06-26T21:45:52.778" v="3016" actId="478"/>
          <ac:spMkLst>
            <pc:docMk/>
            <pc:sldMk cId="1369043427" sldId="398"/>
            <ac:spMk id="2" creationId="{B1817A8F-2064-BA12-EFF9-CD3DDAA804F2}"/>
          </ac:spMkLst>
        </pc:spChg>
        <pc:spChg chg="mod">
          <ac:chgData name="JP Paulson" userId="460546f63f696f4c" providerId="LiveId" clId="{957F310B-9F73-4E82-8F26-768C6CA2EEB2}" dt="2026-06-26T21:45:31.792" v="2989"/>
          <ac:spMkLst>
            <pc:docMk/>
            <pc:sldMk cId="1369043427" sldId="398"/>
            <ac:spMk id="464" creationId="{00000000-0000-0000-0000-000000000000}"/>
          </ac:spMkLst>
        </pc:spChg>
      </pc:sldChg>
      <pc:sldChg chg="addSp delSp add del mod modTransition addAnim delAnim modAnim">
        <pc:chgData name="JP Paulson" userId="460546f63f696f4c" providerId="LiveId" clId="{957F310B-9F73-4E82-8F26-768C6CA2EEB2}" dt="2026-06-26T21:50:39.570" v="5307" actId="2890"/>
        <pc:sldMkLst>
          <pc:docMk/>
          <pc:sldMk cId="2096082030" sldId="398"/>
        </pc:sldMkLst>
        <pc:spChg chg="add del">
          <ac:chgData name="JP Paulson" userId="460546f63f696f4c" providerId="LiveId" clId="{957F310B-9F73-4E82-8F26-768C6CA2EEB2}" dt="2026-06-26T21:50:39.545" v="5300" actId="478"/>
          <ac:spMkLst>
            <pc:docMk/>
            <pc:sldMk cId="2096082030" sldId="398"/>
            <ac:spMk id="2" creationId="{B1817A8F-2064-BA12-EFF9-CD3DDAA804F2}"/>
          </ac:spMkLst>
        </pc:spChg>
      </pc:sldChg>
      <pc:sldChg chg="delSp add mod modTransition delAnim modAnim">
        <pc:chgData name="JP Paulson" userId="460546f63f696f4c" providerId="LiveId" clId="{957F310B-9F73-4E82-8F26-768C6CA2EEB2}" dt="2026-06-26T21:51:49.144" v="9772"/>
        <pc:sldMkLst>
          <pc:docMk/>
          <pc:sldMk cId="2502394642" sldId="398"/>
        </pc:sldMkLst>
        <pc:spChg chg="del">
          <ac:chgData name="JP Paulson" userId="460546f63f696f4c" providerId="LiveId" clId="{957F310B-9F73-4E82-8F26-768C6CA2EEB2}" dt="2026-06-26T21:51:49.118" v="9766"/>
          <ac:spMkLst>
            <pc:docMk/>
            <pc:sldMk cId="2502394642" sldId="398"/>
            <ac:spMk id="2" creationId="{B1817A8F-2064-BA12-EFF9-CD3DDAA804F2}"/>
          </ac:spMkLst>
        </pc:spChg>
      </pc:sldChg>
      <pc:sldChg chg="addSp delSp add del mod modTransition addAnim delAnim modAnim">
        <pc:chgData name="JP Paulson" userId="460546f63f696f4c" providerId="LiveId" clId="{957F310B-9F73-4E82-8F26-768C6CA2EEB2}" dt="2026-06-26T21:45:52.829" v="3022" actId="2890"/>
        <pc:sldMkLst>
          <pc:docMk/>
          <pc:sldMk cId="958647798" sldId="399"/>
        </pc:sldMkLst>
        <pc:spChg chg="add del">
          <ac:chgData name="JP Paulson" userId="460546f63f696f4c" providerId="LiveId" clId="{957F310B-9F73-4E82-8F26-768C6CA2EEB2}" dt="2026-06-26T21:45:52.768" v="3015" actId="478"/>
          <ac:spMkLst>
            <pc:docMk/>
            <pc:sldMk cId="958647798" sldId="399"/>
            <ac:spMk id="2" creationId="{B1817A8F-2064-BA12-EFF9-CD3DDAA804F2}"/>
          </ac:spMkLst>
        </pc:spChg>
      </pc:sldChg>
      <pc:sldChg chg="add del modTransition modAnim">
        <pc:chgData name="JP Paulson" userId="460546f63f696f4c" providerId="LiveId" clId="{957F310B-9F73-4E82-8F26-768C6CA2EEB2}" dt="2026-06-26T21:50:39.566" v="5306" actId="2890"/>
        <pc:sldMkLst>
          <pc:docMk/>
          <pc:sldMk cId="2260365586" sldId="399"/>
        </pc:sldMkLst>
      </pc:sldChg>
      <pc:sldChg chg="add del modTransition modAnim">
        <pc:chgData name="JP Paulson" userId="460546f63f696f4c" providerId="LiveId" clId="{957F310B-9F73-4E82-8F26-768C6CA2EEB2}" dt="2026-06-26T21:51:05.776" v="7536" actId="2890"/>
        <pc:sldMkLst>
          <pc:docMk/>
          <pc:sldMk cId="3407853514" sldId="399"/>
        </pc:sldMkLst>
      </pc:sldChg>
      <pc:sldChg chg="add modTransition modAnim">
        <pc:chgData name="JP Paulson" userId="460546f63f696f4c" providerId="LiveId" clId="{957F310B-9F73-4E82-8F26-768C6CA2EEB2}" dt="2026-06-26T21:51:49.187" v="9779"/>
        <pc:sldMkLst>
          <pc:docMk/>
          <pc:sldMk cId="4202280404" sldId="399"/>
        </pc:sldMkLst>
      </pc:sldChg>
      <pc:sldChg chg="add del modTransition modAnim">
        <pc:chgData name="JP Paulson" userId="460546f63f696f4c" providerId="LiveId" clId="{957F310B-9F73-4E82-8F26-768C6CA2EEB2}" dt="2026-06-26T21:45:52.819" v="3021" actId="2890"/>
        <pc:sldMkLst>
          <pc:docMk/>
          <pc:sldMk cId="3961535063" sldId="4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c298d1e77_0_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c298d1e77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a33b514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a33b514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a33b514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a33b514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a33b514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a33b514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a33b514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a33b514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a33b514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a33b514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ea33b51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ea33b51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ea33b51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ea33b51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ea33b51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ea33b51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ed252f1e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ed252f1e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10a771ae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10a771ae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4f5ae9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4f5ae9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10a771ae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10a771ae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c298d1e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c298d1e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298d1e7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c298d1e7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c298d1e77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c298d1e77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3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6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7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8.xml"/><Relationship Id="rId7" Type="http://schemas.openxmlformats.org/officeDocument/2006/relationships/image" Target="../media/image3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8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87.xml"/><Relationship Id="rId7" Type="http://schemas.openxmlformats.org/officeDocument/2006/relationships/image" Target="../media/image6.png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96.xml"/><Relationship Id="rId7" Type="http://schemas.openxmlformats.org/officeDocument/2006/relationships/image" Target="../media/image8.pn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0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7" Type="http://schemas.openxmlformats.org/officeDocument/2006/relationships/image" Target="../media/image10.pn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11.xml"/><Relationship Id="rId4" Type="http://schemas.openxmlformats.org/officeDocument/2006/relationships/tags" Target="../tags/tag1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7" Type="http://schemas.openxmlformats.org/officeDocument/2006/relationships/image" Target="../media/image11.png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19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9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7" Type="http://schemas.openxmlformats.org/officeDocument/2006/relationships/image" Target="../media/image13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27.xml"/><Relationship Id="rId4" Type="http://schemas.openxmlformats.org/officeDocument/2006/relationships/tags" Target="../tags/tag1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7" Type="http://schemas.openxmlformats.org/officeDocument/2006/relationships/image" Target="../media/image14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32.xml"/><Relationship Id="rId4" Type="http://schemas.openxmlformats.org/officeDocument/2006/relationships/tags" Target="../tags/tag1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image" Target="../media/image14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notesSlide" Target="../notesSlides/notesSlide13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144.xml"/><Relationship Id="rId10" Type="http://schemas.openxmlformats.org/officeDocument/2006/relationships/tags" Target="../tags/tag149.xml"/><Relationship Id="rId4" Type="http://schemas.openxmlformats.org/officeDocument/2006/relationships/tags" Target="../tags/tag143.xml"/><Relationship Id="rId9" Type="http://schemas.openxmlformats.org/officeDocument/2006/relationships/tags" Target="../tags/tag14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notesSlide" Target="../notesSlides/notesSlide14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154.xml"/><Relationship Id="rId10" Type="http://schemas.openxmlformats.org/officeDocument/2006/relationships/tags" Target="../tags/tag159.xml"/><Relationship Id="rId4" Type="http://schemas.openxmlformats.org/officeDocument/2006/relationships/tags" Target="../tags/tag153.xml"/><Relationship Id="rId9" Type="http://schemas.openxmlformats.org/officeDocument/2006/relationships/tags" Target="../tags/tag15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notesSlide" Target="../notesSlides/notesSlide15.xml"/><Relationship Id="rId5" Type="http://schemas.openxmlformats.org/officeDocument/2006/relationships/tags" Target="../tags/tag164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173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72.xml"/><Relationship Id="rId9" Type="http://schemas.openxmlformats.org/officeDocument/2006/relationships/tags" Target="../tags/tag17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notesSlide" Target="../notesSlides/notesSlide17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182.xml"/><Relationship Id="rId10" Type="http://schemas.openxmlformats.org/officeDocument/2006/relationships/tags" Target="../tags/tag187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11" Type="http://schemas.openxmlformats.org/officeDocument/2006/relationships/notesSlide" Target="../notesSlides/notesSlide18.xml"/><Relationship Id="rId5" Type="http://schemas.openxmlformats.org/officeDocument/2006/relationships/tags" Target="../tags/tag192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204.xml"/><Relationship Id="rId3" Type="http://schemas.openxmlformats.org/officeDocument/2006/relationships/tags" Target="../tags/tag199.xml"/><Relationship Id="rId7" Type="http://schemas.openxmlformats.org/officeDocument/2006/relationships/tags" Target="../tags/tag203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11" Type="http://schemas.openxmlformats.org/officeDocument/2006/relationships/notesSlide" Target="../notesSlides/notesSlide19.xml"/><Relationship Id="rId5" Type="http://schemas.openxmlformats.org/officeDocument/2006/relationships/tags" Target="../tags/tag201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200.xml"/><Relationship Id="rId9" Type="http://schemas.openxmlformats.org/officeDocument/2006/relationships/tags" Target="../tags/tag205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3" Type="http://schemas.openxmlformats.org/officeDocument/2006/relationships/tags" Target="../tags/tag208.xml"/><Relationship Id="rId7" Type="http://schemas.openxmlformats.org/officeDocument/2006/relationships/tags" Target="../tags/tag212.xml"/><Relationship Id="rId12" Type="http://schemas.openxmlformats.org/officeDocument/2006/relationships/notesSlide" Target="../notesSlides/notesSlide20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210.xml"/><Relationship Id="rId10" Type="http://schemas.openxmlformats.org/officeDocument/2006/relationships/tags" Target="../tags/tag215.xml"/><Relationship Id="rId4" Type="http://schemas.openxmlformats.org/officeDocument/2006/relationships/tags" Target="../tags/tag209.xml"/><Relationship Id="rId9" Type="http://schemas.openxmlformats.org/officeDocument/2006/relationships/tags" Target="../tags/tag21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notesSlide" Target="../notesSlides/notesSlide21.xml"/><Relationship Id="rId5" Type="http://schemas.openxmlformats.org/officeDocument/2006/relationships/tags" Target="../tags/tag220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219.xml"/><Relationship Id="rId9" Type="http://schemas.openxmlformats.org/officeDocument/2006/relationships/tags" Target="../tags/tag22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232.xml"/><Relationship Id="rId3" Type="http://schemas.openxmlformats.org/officeDocument/2006/relationships/tags" Target="../tags/tag227.xml"/><Relationship Id="rId7" Type="http://schemas.openxmlformats.org/officeDocument/2006/relationships/tags" Target="../tags/tag231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11" Type="http://schemas.openxmlformats.org/officeDocument/2006/relationships/notesSlide" Target="../notesSlides/notesSlide22.xml"/><Relationship Id="rId5" Type="http://schemas.openxmlformats.org/officeDocument/2006/relationships/tags" Target="../tags/tag229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228.xml"/><Relationship Id="rId9" Type="http://schemas.openxmlformats.org/officeDocument/2006/relationships/tags" Target="../tags/tag23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12" Type="http://schemas.openxmlformats.org/officeDocument/2006/relationships/notesSlide" Target="../notesSlides/notesSlide23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238.xml"/><Relationship Id="rId10" Type="http://schemas.openxmlformats.org/officeDocument/2006/relationships/tags" Target="../tags/tag243.xml"/><Relationship Id="rId4" Type="http://schemas.openxmlformats.org/officeDocument/2006/relationships/tags" Target="../tags/tag237.xml"/><Relationship Id="rId9" Type="http://schemas.openxmlformats.org/officeDocument/2006/relationships/tags" Target="../tags/tag24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51.xml"/><Relationship Id="rId3" Type="http://schemas.openxmlformats.org/officeDocument/2006/relationships/tags" Target="../tags/tag246.xml"/><Relationship Id="rId7" Type="http://schemas.openxmlformats.org/officeDocument/2006/relationships/tags" Target="../tags/tag250.xml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6" Type="http://schemas.openxmlformats.org/officeDocument/2006/relationships/tags" Target="../tags/tag249.xml"/><Relationship Id="rId11" Type="http://schemas.openxmlformats.org/officeDocument/2006/relationships/notesSlide" Target="../notesSlides/notesSlide24.xml"/><Relationship Id="rId5" Type="http://schemas.openxmlformats.org/officeDocument/2006/relationships/tags" Target="../tags/tag248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247.xml"/><Relationship Id="rId9" Type="http://schemas.openxmlformats.org/officeDocument/2006/relationships/tags" Target="../tags/tag25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3" Type="http://schemas.openxmlformats.org/officeDocument/2006/relationships/tags" Target="../tags/tag255.xml"/><Relationship Id="rId7" Type="http://schemas.openxmlformats.org/officeDocument/2006/relationships/tags" Target="../tags/tag259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notesSlide" Target="../notesSlides/notesSlide25.xml"/><Relationship Id="rId5" Type="http://schemas.openxmlformats.org/officeDocument/2006/relationships/tags" Target="../tags/tag257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256.xml"/><Relationship Id="rId9" Type="http://schemas.openxmlformats.org/officeDocument/2006/relationships/tags" Target="../tags/tag26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269.xml"/><Relationship Id="rId3" Type="http://schemas.openxmlformats.org/officeDocument/2006/relationships/tags" Target="../tags/tag264.xml"/><Relationship Id="rId7" Type="http://schemas.openxmlformats.org/officeDocument/2006/relationships/tags" Target="../tags/tag268.xml"/><Relationship Id="rId12" Type="http://schemas.openxmlformats.org/officeDocument/2006/relationships/notesSlide" Target="../notesSlides/notesSlide26.xml"/><Relationship Id="rId2" Type="http://schemas.openxmlformats.org/officeDocument/2006/relationships/tags" Target="../tags/tag263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266.xml"/><Relationship Id="rId10" Type="http://schemas.openxmlformats.org/officeDocument/2006/relationships/tags" Target="../tags/tag271.xml"/><Relationship Id="rId4" Type="http://schemas.openxmlformats.org/officeDocument/2006/relationships/tags" Target="../tags/tag265.xml"/><Relationship Id="rId9" Type="http://schemas.openxmlformats.org/officeDocument/2006/relationships/tags" Target="../tags/tag270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279.xml"/><Relationship Id="rId3" Type="http://schemas.openxmlformats.org/officeDocument/2006/relationships/tags" Target="../tags/tag274.xml"/><Relationship Id="rId7" Type="http://schemas.openxmlformats.org/officeDocument/2006/relationships/tags" Target="../tags/tag278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tags" Target="../tags/tag277.xml"/><Relationship Id="rId11" Type="http://schemas.openxmlformats.org/officeDocument/2006/relationships/notesSlide" Target="../notesSlides/notesSlide27.xml"/><Relationship Id="rId5" Type="http://schemas.openxmlformats.org/officeDocument/2006/relationships/tags" Target="../tags/tag276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275.xml"/><Relationship Id="rId9" Type="http://schemas.openxmlformats.org/officeDocument/2006/relationships/tags" Target="../tags/tag280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288.xml"/><Relationship Id="rId3" Type="http://schemas.openxmlformats.org/officeDocument/2006/relationships/tags" Target="../tags/tag283.xml"/><Relationship Id="rId7" Type="http://schemas.openxmlformats.org/officeDocument/2006/relationships/tags" Target="../tags/tag287.xml"/><Relationship Id="rId2" Type="http://schemas.openxmlformats.org/officeDocument/2006/relationships/tags" Target="../tags/tag282.xml"/><Relationship Id="rId1" Type="http://schemas.openxmlformats.org/officeDocument/2006/relationships/tags" Target="../tags/tag281.xml"/><Relationship Id="rId6" Type="http://schemas.openxmlformats.org/officeDocument/2006/relationships/tags" Target="../tags/tag286.xml"/><Relationship Id="rId11" Type="http://schemas.openxmlformats.org/officeDocument/2006/relationships/notesSlide" Target="../notesSlides/notesSlide28.xml"/><Relationship Id="rId5" Type="http://schemas.openxmlformats.org/officeDocument/2006/relationships/tags" Target="../tags/tag285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284.xml"/><Relationship Id="rId9" Type="http://schemas.openxmlformats.org/officeDocument/2006/relationships/tags" Target="../tags/tag28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297.xml"/><Relationship Id="rId3" Type="http://schemas.openxmlformats.org/officeDocument/2006/relationships/tags" Target="../tags/tag292.xml"/><Relationship Id="rId7" Type="http://schemas.openxmlformats.org/officeDocument/2006/relationships/tags" Target="../tags/tag296.xml"/><Relationship Id="rId12" Type="http://schemas.openxmlformats.org/officeDocument/2006/relationships/notesSlide" Target="../notesSlides/notesSlide29.xml"/><Relationship Id="rId2" Type="http://schemas.openxmlformats.org/officeDocument/2006/relationships/tags" Target="../tags/tag291.xml"/><Relationship Id="rId1" Type="http://schemas.openxmlformats.org/officeDocument/2006/relationships/tags" Target="../tags/tag290.xml"/><Relationship Id="rId6" Type="http://schemas.openxmlformats.org/officeDocument/2006/relationships/tags" Target="../tags/tag29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294.xml"/><Relationship Id="rId10" Type="http://schemas.openxmlformats.org/officeDocument/2006/relationships/tags" Target="../tags/tag299.xml"/><Relationship Id="rId4" Type="http://schemas.openxmlformats.org/officeDocument/2006/relationships/tags" Target="../tags/tag293.xml"/><Relationship Id="rId9" Type="http://schemas.openxmlformats.org/officeDocument/2006/relationships/tags" Target="../tags/tag298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307.xml"/><Relationship Id="rId3" Type="http://schemas.openxmlformats.org/officeDocument/2006/relationships/tags" Target="../tags/tag302.xml"/><Relationship Id="rId7" Type="http://schemas.openxmlformats.org/officeDocument/2006/relationships/tags" Target="../tags/tag306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6" Type="http://schemas.openxmlformats.org/officeDocument/2006/relationships/tags" Target="../tags/tag305.xml"/><Relationship Id="rId11" Type="http://schemas.openxmlformats.org/officeDocument/2006/relationships/notesSlide" Target="../notesSlides/notesSlide30.xml"/><Relationship Id="rId5" Type="http://schemas.openxmlformats.org/officeDocument/2006/relationships/tags" Target="../tags/tag304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303.xml"/><Relationship Id="rId9" Type="http://schemas.openxmlformats.org/officeDocument/2006/relationships/tags" Target="../tags/tag308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316.xml"/><Relationship Id="rId3" Type="http://schemas.openxmlformats.org/officeDocument/2006/relationships/tags" Target="../tags/tag311.xml"/><Relationship Id="rId7" Type="http://schemas.openxmlformats.org/officeDocument/2006/relationships/tags" Target="../tags/tag315.xml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6" Type="http://schemas.openxmlformats.org/officeDocument/2006/relationships/tags" Target="../tags/tag314.xml"/><Relationship Id="rId11" Type="http://schemas.openxmlformats.org/officeDocument/2006/relationships/notesSlide" Target="../notesSlides/notesSlide31.xml"/><Relationship Id="rId5" Type="http://schemas.openxmlformats.org/officeDocument/2006/relationships/tags" Target="../tags/tag313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312.xml"/><Relationship Id="rId9" Type="http://schemas.openxmlformats.org/officeDocument/2006/relationships/tags" Target="../tags/tag31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325.xml"/><Relationship Id="rId13" Type="http://schemas.openxmlformats.org/officeDocument/2006/relationships/slideLayout" Target="../slideLayouts/slideLayout5.xml"/><Relationship Id="rId18" Type="http://schemas.openxmlformats.org/officeDocument/2006/relationships/image" Target="../media/image18.png"/><Relationship Id="rId3" Type="http://schemas.openxmlformats.org/officeDocument/2006/relationships/tags" Target="../tags/tag320.xml"/><Relationship Id="rId7" Type="http://schemas.openxmlformats.org/officeDocument/2006/relationships/tags" Target="../tags/tag324.xml"/><Relationship Id="rId12" Type="http://schemas.openxmlformats.org/officeDocument/2006/relationships/tags" Target="../tags/tag329.xml"/><Relationship Id="rId17" Type="http://schemas.openxmlformats.org/officeDocument/2006/relationships/image" Target="../media/image17.png"/><Relationship Id="rId2" Type="http://schemas.openxmlformats.org/officeDocument/2006/relationships/tags" Target="../tags/tag319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tags" Target="../tags/tag318.xml"/><Relationship Id="rId6" Type="http://schemas.openxmlformats.org/officeDocument/2006/relationships/tags" Target="../tags/tag323.xml"/><Relationship Id="rId11" Type="http://schemas.openxmlformats.org/officeDocument/2006/relationships/tags" Target="../tags/tag328.xml"/><Relationship Id="rId5" Type="http://schemas.openxmlformats.org/officeDocument/2006/relationships/tags" Target="../tags/tag322.xml"/><Relationship Id="rId15" Type="http://schemas.openxmlformats.org/officeDocument/2006/relationships/image" Target="../media/image15.png"/><Relationship Id="rId10" Type="http://schemas.openxmlformats.org/officeDocument/2006/relationships/tags" Target="../tags/tag327.xml"/><Relationship Id="rId19" Type="http://schemas.openxmlformats.org/officeDocument/2006/relationships/image" Target="../media/image19.png"/><Relationship Id="rId4" Type="http://schemas.openxmlformats.org/officeDocument/2006/relationships/tags" Target="../tags/tag321.xml"/><Relationship Id="rId9" Type="http://schemas.openxmlformats.org/officeDocument/2006/relationships/tags" Target="../tags/tag326.xml"/><Relationship Id="rId14" Type="http://schemas.openxmlformats.org/officeDocument/2006/relationships/notesSlide" Target="../notesSlides/notesSlide3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332.xml"/><Relationship Id="rId7" Type="http://schemas.openxmlformats.org/officeDocument/2006/relationships/tags" Target="../tags/tag336.xml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9" Type="http://schemas.openxmlformats.org/officeDocument/2006/relationships/notesSlide" Target="../notesSlides/notesSlide33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344.xml"/><Relationship Id="rId3" Type="http://schemas.openxmlformats.org/officeDocument/2006/relationships/tags" Target="../tags/tag339.xml"/><Relationship Id="rId7" Type="http://schemas.openxmlformats.org/officeDocument/2006/relationships/tags" Target="../tags/tag343.xml"/><Relationship Id="rId12" Type="http://schemas.openxmlformats.org/officeDocument/2006/relationships/notesSlide" Target="../notesSlides/notesSlide34.xml"/><Relationship Id="rId2" Type="http://schemas.openxmlformats.org/officeDocument/2006/relationships/tags" Target="../tags/tag338.xml"/><Relationship Id="rId1" Type="http://schemas.openxmlformats.org/officeDocument/2006/relationships/tags" Target="../tags/tag337.xml"/><Relationship Id="rId6" Type="http://schemas.openxmlformats.org/officeDocument/2006/relationships/tags" Target="../tags/tag342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341.xml"/><Relationship Id="rId10" Type="http://schemas.openxmlformats.org/officeDocument/2006/relationships/tags" Target="../tags/tag346.xml"/><Relationship Id="rId4" Type="http://schemas.openxmlformats.org/officeDocument/2006/relationships/tags" Target="../tags/tag340.xml"/><Relationship Id="rId9" Type="http://schemas.openxmlformats.org/officeDocument/2006/relationships/tags" Target="../tags/tag345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354.xml"/><Relationship Id="rId13" Type="http://schemas.openxmlformats.org/officeDocument/2006/relationships/notesSlide" Target="../notesSlides/notesSlide35.xml"/><Relationship Id="rId3" Type="http://schemas.openxmlformats.org/officeDocument/2006/relationships/tags" Target="../tags/tag349.xml"/><Relationship Id="rId7" Type="http://schemas.openxmlformats.org/officeDocument/2006/relationships/tags" Target="../tags/tag353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348.xml"/><Relationship Id="rId1" Type="http://schemas.openxmlformats.org/officeDocument/2006/relationships/tags" Target="../tags/tag347.xml"/><Relationship Id="rId6" Type="http://schemas.openxmlformats.org/officeDocument/2006/relationships/tags" Target="../tags/tag352.xml"/><Relationship Id="rId11" Type="http://schemas.openxmlformats.org/officeDocument/2006/relationships/tags" Target="../tags/tag357.xml"/><Relationship Id="rId5" Type="http://schemas.openxmlformats.org/officeDocument/2006/relationships/tags" Target="../tags/tag351.xml"/><Relationship Id="rId10" Type="http://schemas.openxmlformats.org/officeDocument/2006/relationships/tags" Target="../tags/tag356.xml"/><Relationship Id="rId4" Type="http://schemas.openxmlformats.org/officeDocument/2006/relationships/tags" Target="../tags/tag350.xml"/><Relationship Id="rId9" Type="http://schemas.openxmlformats.org/officeDocument/2006/relationships/tags" Target="../tags/tag355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365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360.xml"/><Relationship Id="rId7" Type="http://schemas.openxmlformats.org/officeDocument/2006/relationships/tags" Target="../tags/tag364.xml"/><Relationship Id="rId12" Type="http://schemas.openxmlformats.org/officeDocument/2006/relationships/tags" Target="../tags/tag369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6" Type="http://schemas.openxmlformats.org/officeDocument/2006/relationships/tags" Target="../tags/tag363.xml"/><Relationship Id="rId11" Type="http://schemas.openxmlformats.org/officeDocument/2006/relationships/tags" Target="../tags/tag368.xml"/><Relationship Id="rId5" Type="http://schemas.openxmlformats.org/officeDocument/2006/relationships/tags" Target="../tags/tag362.xml"/><Relationship Id="rId10" Type="http://schemas.openxmlformats.org/officeDocument/2006/relationships/tags" Target="../tags/tag367.xml"/><Relationship Id="rId4" Type="http://schemas.openxmlformats.org/officeDocument/2006/relationships/tags" Target="../tags/tag361.xml"/><Relationship Id="rId9" Type="http://schemas.openxmlformats.org/officeDocument/2006/relationships/tags" Target="../tags/tag366.xml"/><Relationship Id="rId14" Type="http://schemas.openxmlformats.org/officeDocument/2006/relationships/notesSlide" Target="../notesSlides/notesSlide36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377.xml"/><Relationship Id="rId13" Type="http://schemas.openxmlformats.org/officeDocument/2006/relationships/tags" Target="../tags/tag382.xml"/><Relationship Id="rId18" Type="http://schemas.openxmlformats.org/officeDocument/2006/relationships/image" Target="../media/image21.png"/><Relationship Id="rId3" Type="http://schemas.openxmlformats.org/officeDocument/2006/relationships/tags" Target="../tags/tag372.xml"/><Relationship Id="rId7" Type="http://schemas.openxmlformats.org/officeDocument/2006/relationships/tags" Target="../tags/tag376.xml"/><Relationship Id="rId12" Type="http://schemas.openxmlformats.org/officeDocument/2006/relationships/tags" Target="../tags/tag381.xml"/><Relationship Id="rId17" Type="http://schemas.openxmlformats.org/officeDocument/2006/relationships/notesSlide" Target="../notesSlides/notesSlide37.xml"/><Relationship Id="rId2" Type="http://schemas.openxmlformats.org/officeDocument/2006/relationships/tags" Target="../tags/tag371.xml"/><Relationship Id="rId16" Type="http://schemas.openxmlformats.org/officeDocument/2006/relationships/slideLayout" Target="../slideLayouts/slideLayout3.xml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11" Type="http://schemas.openxmlformats.org/officeDocument/2006/relationships/tags" Target="../tags/tag380.xml"/><Relationship Id="rId5" Type="http://schemas.openxmlformats.org/officeDocument/2006/relationships/tags" Target="../tags/tag374.xml"/><Relationship Id="rId15" Type="http://schemas.openxmlformats.org/officeDocument/2006/relationships/tags" Target="../tags/tag384.xml"/><Relationship Id="rId10" Type="http://schemas.openxmlformats.org/officeDocument/2006/relationships/tags" Target="../tags/tag379.xml"/><Relationship Id="rId19" Type="http://schemas.openxmlformats.org/officeDocument/2006/relationships/image" Target="../media/image22.png"/><Relationship Id="rId4" Type="http://schemas.openxmlformats.org/officeDocument/2006/relationships/tags" Target="../tags/tag373.xml"/><Relationship Id="rId9" Type="http://schemas.openxmlformats.org/officeDocument/2006/relationships/tags" Target="../tags/tag378.xml"/><Relationship Id="rId14" Type="http://schemas.openxmlformats.org/officeDocument/2006/relationships/tags" Target="../tags/tag383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392.xml"/><Relationship Id="rId13" Type="http://schemas.openxmlformats.org/officeDocument/2006/relationships/tags" Target="../tags/tag397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387.xml"/><Relationship Id="rId21" Type="http://schemas.openxmlformats.org/officeDocument/2006/relationships/image" Target="../media/image22.png"/><Relationship Id="rId7" Type="http://schemas.openxmlformats.org/officeDocument/2006/relationships/tags" Target="../tags/tag391.xml"/><Relationship Id="rId12" Type="http://schemas.openxmlformats.org/officeDocument/2006/relationships/tags" Target="../tags/tag396.xml"/><Relationship Id="rId17" Type="http://schemas.openxmlformats.org/officeDocument/2006/relationships/tags" Target="../tags/tag401.xml"/><Relationship Id="rId2" Type="http://schemas.openxmlformats.org/officeDocument/2006/relationships/tags" Target="../tags/tag386.xml"/><Relationship Id="rId16" Type="http://schemas.openxmlformats.org/officeDocument/2006/relationships/tags" Target="../tags/tag400.xml"/><Relationship Id="rId20" Type="http://schemas.openxmlformats.org/officeDocument/2006/relationships/image" Target="../media/image21.png"/><Relationship Id="rId1" Type="http://schemas.openxmlformats.org/officeDocument/2006/relationships/tags" Target="../tags/tag385.xml"/><Relationship Id="rId6" Type="http://schemas.openxmlformats.org/officeDocument/2006/relationships/tags" Target="../tags/tag390.xml"/><Relationship Id="rId11" Type="http://schemas.openxmlformats.org/officeDocument/2006/relationships/tags" Target="../tags/tag395.xml"/><Relationship Id="rId5" Type="http://schemas.openxmlformats.org/officeDocument/2006/relationships/tags" Target="../tags/tag389.xml"/><Relationship Id="rId15" Type="http://schemas.openxmlformats.org/officeDocument/2006/relationships/tags" Target="../tags/tag399.xml"/><Relationship Id="rId10" Type="http://schemas.openxmlformats.org/officeDocument/2006/relationships/tags" Target="../tags/tag394.xml"/><Relationship Id="rId19" Type="http://schemas.openxmlformats.org/officeDocument/2006/relationships/notesSlide" Target="../notesSlides/notesSlide38.xml"/><Relationship Id="rId4" Type="http://schemas.openxmlformats.org/officeDocument/2006/relationships/tags" Target="../tags/tag388.xml"/><Relationship Id="rId9" Type="http://schemas.openxmlformats.org/officeDocument/2006/relationships/tags" Target="../tags/tag393.xml"/><Relationship Id="rId14" Type="http://schemas.openxmlformats.org/officeDocument/2006/relationships/tags" Target="../tags/tag398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409.xml"/><Relationship Id="rId13" Type="http://schemas.openxmlformats.org/officeDocument/2006/relationships/tags" Target="../tags/tag414.xml"/><Relationship Id="rId18" Type="http://schemas.openxmlformats.org/officeDocument/2006/relationships/tags" Target="../tags/tag419.xml"/><Relationship Id="rId3" Type="http://schemas.openxmlformats.org/officeDocument/2006/relationships/tags" Target="../tags/tag404.xml"/><Relationship Id="rId21" Type="http://schemas.openxmlformats.org/officeDocument/2006/relationships/image" Target="../media/image21.png"/><Relationship Id="rId7" Type="http://schemas.openxmlformats.org/officeDocument/2006/relationships/tags" Target="../tags/tag408.xml"/><Relationship Id="rId12" Type="http://schemas.openxmlformats.org/officeDocument/2006/relationships/tags" Target="../tags/tag413.xml"/><Relationship Id="rId17" Type="http://schemas.openxmlformats.org/officeDocument/2006/relationships/tags" Target="../tags/tag418.xml"/><Relationship Id="rId2" Type="http://schemas.openxmlformats.org/officeDocument/2006/relationships/tags" Target="../tags/tag403.xml"/><Relationship Id="rId16" Type="http://schemas.openxmlformats.org/officeDocument/2006/relationships/tags" Target="../tags/tag417.xml"/><Relationship Id="rId20" Type="http://schemas.openxmlformats.org/officeDocument/2006/relationships/notesSlide" Target="../notesSlides/notesSlide39.xml"/><Relationship Id="rId1" Type="http://schemas.openxmlformats.org/officeDocument/2006/relationships/tags" Target="../tags/tag402.xml"/><Relationship Id="rId6" Type="http://schemas.openxmlformats.org/officeDocument/2006/relationships/tags" Target="../tags/tag407.xml"/><Relationship Id="rId11" Type="http://schemas.openxmlformats.org/officeDocument/2006/relationships/tags" Target="../tags/tag412.xml"/><Relationship Id="rId5" Type="http://schemas.openxmlformats.org/officeDocument/2006/relationships/tags" Target="../tags/tag406.xml"/><Relationship Id="rId15" Type="http://schemas.openxmlformats.org/officeDocument/2006/relationships/tags" Target="../tags/tag416.xml"/><Relationship Id="rId10" Type="http://schemas.openxmlformats.org/officeDocument/2006/relationships/tags" Target="../tags/tag411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405.xml"/><Relationship Id="rId9" Type="http://schemas.openxmlformats.org/officeDocument/2006/relationships/tags" Target="../tags/tag410.xml"/><Relationship Id="rId14" Type="http://schemas.openxmlformats.org/officeDocument/2006/relationships/tags" Target="../tags/tag415.xml"/><Relationship Id="rId22" Type="http://schemas.openxmlformats.org/officeDocument/2006/relationships/image" Target="../media/image22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427.xml"/><Relationship Id="rId13" Type="http://schemas.openxmlformats.org/officeDocument/2006/relationships/tags" Target="../tags/tag432.xml"/><Relationship Id="rId18" Type="http://schemas.openxmlformats.org/officeDocument/2006/relationships/tags" Target="../tags/tag437.xml"/><Relationship Id="rId3" Type="http://schemas.openxmlformats.org/officeDocument/2006/relationships/tags" Target="../tags/tag422.xml"/><Relationship Id="rId21" Type="http://schemas.openxmlformats.org/officeDocument/2006/relationships/notesSlide" Target="../notesSlides/notesSlide40.xml"/><Relationship Id="rId7" Type="http://schemas.openxmlformats.org/officeDocument/2006/relationships/tags" Target="../tags/tag426.xml"/><Relationship Id="rId12" Type="http://schemas.openxmlformats.org/officeDocument/2006/relationships/tags" Target="../tags/tag431.xml"/><Relationship Id="rId17" Type="http://schemas.openxmlformats.org/officeDocument/2006/relationships/tags" Target="../tags/tag436.xml"/><Relationship Id="rId2" Type="http://schemas.openxmlformats.org/officeDocument/2006/relationships/tags" Target="../tags/tag421.xml"/><Relationship Id="rId16" Type="http://schemas.openxmlformats.org/officeDocument/2006/relationships/tags" Target="../tags/tag435.xml"/><Relationship Id="rId20" Type="http://schemas.openxmlformats.org/officeDocument/2006/relationships/slideLayout" Target="../slideLayouts/slideLayout3.xml"/><Relationship Id="rId1" Type="http://schemas.openxmlformats.org/officeDocument/2006/relationships/tags" Target="../tags/tag420.xml"/><Relationship Id="rId6" Type="http://schemas.openxmlformats.org/officeDocument/2006/relationships/tags" Target="../tags/tag425.xml"/><Relationship Id="rId11" Type="http://schemas.openxmlformats.org/officeDocument/2006/relationships/tags" Target="../tags/tag430.xml"/><Relationship Id="rId24" Type="http://schemas.openxmlformats.org/officeDocument/2006/relationships/image" Target="../media/image22.png"/><Relationship Id="rId5" Type="http://schemas.openxmlformats.org/officeDocument/2006/relationships/tags" Target="../tags/tag424.xml"/><Relationship Id="rId15" Type="http://schemas.openxmlformats.org/officeDocument/2006/relationships/tags" Target="../tags/tag434.xml"/><Relationship Id="rId23" Type="http://schemas.openxmlformats.org/officeDocument/2006/relationships/image" Target="../media/image21.png"/><Relationship Id="rId10" Type="http://schemas.openxmlformats.org/officeDocument/2006/relationships/tags" Target="../tags/tag429.xml"/><Relationship Id="rId19" Type="http://schemas.openxmlformats.org/officeDocument/2006/relationships/tags" Target="../tags/tag438.xml"/><Relationship Id="rId4" Type="http://schemas.openxmlformats.org/officeDocument/2006/relationships/tags" Target="../tags/tag423.xml"/><Relationship Id="rId9" Type="http://schemas.openxmlformats.org/officeDocument/2006/relationships/tags" Target="../tags/tag428.xml"/><Relationship Id="rId14" Type="http://schemas.openxmlformats.org/officeDocument/2006/relationships/tags" Target="../tags/tag433.xml"/><Relationship Id="rId22" Type="http://schemas.openxmlformats.org/officeDocument/2006/relationships/image" Target="../media/image2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tags" Target="../tags/tag446.xml"/><Relationship Id="rId13" Type="http://schemas.openxmlformats.org/officeDocument/2006/relationships/tags" Target="../tags/tag451.xml"/><Relationship Id="rId18" Type="http://schemas.openxmlformats.org/officeDocument/2006/relationships/tags" Target="../tags/tag456.xml"/><Relationship Id="rId3" Type="http://schemas.openxmlformats.org/officeDocument/2006/relationships/tags" Target="../tags/tag441.xml"/><Relationship Id="rId21" Type="http://schemas.openxmlformats.org/officeDocument/2006/relationships/slideLayout" Target="../slideLayouts/slideLayout3.xml"/><Relationship Id="rId7" Type="http://schemas.openxmlformats.org/officeDocument/2006/relationships/tags" Target="../tags/tag445.xml"/><Relationship Id="rId12" Type="http://schemas.openxmlformats.org/officeDocument/2006/relationships/tags" Target="../tags/tag450.xml"/><Relationship Id="rId17" Type="http://schemas.openxmlformats.org/officeDocument/2006/relationships/tags" Target="../tags/tag455.xml"/><Relationship Id="rId25" Type="http://schemas.openxmlformats.org/officeDocument/2006/relationships/image" Target="../media/image22.png"/><Relationship Id="rId2" Type="http://schemas.openxmlformats.org/officeDocument/2006/relationships/tags" Target="../tags/tag440.xml"/><Relationship Id="rId16" Type="http://schemas.openxmlformats.org/officeDocument/2006/relationships/tags" Target="../tags/tag454.xml"/><Relationship Id="rId20" Type="http://schemas.openxmlformats.org/officeDocument/2006/relationships/tags" Target="../tags/tag458.xml"/><Relationship Id="rId1" Type="http://schemas.openxmlformats.org/officeDocument/2006/relationships/tags" Target="../tags/tag439.xml"/><Relationship Id="rId6" Type="http://schemas.openxmlformats.org/officeDocument/2006/relationships/tags" Target="../tags/tag444.xml"/><Relationship Id="rId11" Type="http://schemas.openxmlformats.org/officeDocument/2006/relationships/tags" Target="../tags/tag449.xml"/><Relationship Id="rId24" Type="http://schemas.openxmlformats.org/officeDocument/2006/relationships/image" Target="../media/image21.png"/><Relationship Id="rId5" Type="http://schemas.openxmlformats.org/officeDocument/2006/relationships/tags" Target="../tags/tag443.xml"/><Relationship Id="rId15" Type="http://schemas.openxmlformats.org/officeDocument/2006/relationships/tags" Target="../tags/tag453.xml"/><Relationship Id="rId23" Type="http://schemas.openxmlformats.org/officeDocument/2006/relationships/image" Target="../media/image23.png"/><Relationship Id="rId10" Type="http://schemas.openxmlformats.org/officeDocument/2006/relationships/tags" Target="../tags/tag448.xml"/><Relationship Id="rId19" Type="http://schemas.openxmlformats.org/officeDocument/2006/relationships/tags" Target="../tags/tag457.xml"/><Relationship Id="rId4" Type="http://schemas.openxmlformats.org/officeDocument/2006/relationships/tags" Target="../tags/tag442.xml"/><Relationship Id="rId9" Type="http://schemas.openxmlformats.org/officeDocument/2006/relationships/tags" Target="../tags/tag447.xml"/><Relationship Id="rId14" Type="http://schemas.openxmlformats.org/officeDocument/2006/relationships/tags" Target="../tags/tag452.xml"/><Relationship Id="rId22" Type="http://schemas.openxmlformats.org/officeDocument/2006/relationships/notesSlide" Target="../notesSlides/notesSlide41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tags" Target="../tags/tag466.xml"/><Relationship Id="rId13" Type="http://schemas.openxmlformats.org/officeDocument/2006/relationships/tags" Target="../tags/tag471.xml"/><Relationship Id="rId18" Type="http://schemas.openxmlformats.org/officeDocument/2006/relationships/tags" Target="../tags/tag476.xml"/><Relationship Id="rId26" Type="http://schemas.openxmlformats.org/officeDocument/2006/relationships/image" Target="../media/image23.png"/><Relationship Id="rId3" Type="http://schemas.openxmlformats.org/officeDocument/2006/relationships/tags" Target="../tags/tag461.xml"/><Relationship Id="rId21" Type="http://schemas.openxmlformats.org/officeDocument/2006/relationships/tags" Target="../tags/tag479.xml"/><Relationship Id="rId7" Type="http://schemas.openxmlformats.org/officeDocument/2006/relationships/tags" Target="../tags/tag465.xml"/><Relationship Id="rId12" Type="http://schemas.openxmlformats.org/officeDocument/2006/relationships/tags" Target="../tags/tag470.xml"/><Relationship Id="rId17" Type="http://schemas.openxmlformats.org/officeDocument/2006/relationships/tags" Target="../tags/tag475.xml"/><Relationship Id="rId25" Type="http://schemas.openxmlformats.org/officeDocument/2006/relationships/notesSlide" Target="../notesSlides/notesSlide42.xml"/><Relationship Id="rId2" Type="http://schemas.openxmlformats.org/officeDocument/2006/relationships/tags" Target="../tags/tag460.xml"/><Relationship Id="rId16" Type="http://schemas.openxmlformats.org/officeDocument/2006/relationships/tags" Target="../tags/tag474.xml"/><Relationship Id="rId20" Type="http://schemas.openxmlformats.org/officeDocument/2006/relationships/tags" Target="../tags/tag478.xml"/><Relationship Id="rId29" Type="http://schemas.openxmlformats.org/officeDocument/2006/relationships/image" Target="../media/image24.png"/><Relationship Id="rId1" Type="http://schemas.openxmlformats.org/officeDocument/2006/relationships/tags" Target="../tags/tag459.xml"/><Relationship Id="rId6" Type="http://schemas.openxmlformats.org/officeDocument/2006/relationships/tags" Target="../tags/tag464.xml"/><Relationship Id="rId11" Type="http://schemas.openxmlformats.org/officeDocument/2006/relationships/tags" Target="../tags/tag469.xml"/><Relationship Id="rId24" Type="http://schemas.openxmlformats.org/officeDocument/2006/relationships/slideLayout" Target="../slideLayouts/slideLayout3.xml"/><Relationship Id="rId5" Type="http://schemas.openxmlformats.org/officeDocument/2006/relationships/tags" Target="../tags/tag463.xml"/><Relationship Id="rId15" Type="http://schemas.openxmlformats.org/officeDocument/2006/relationships/tags" Target="../tags/tag473.xml"/><Relationship Id="rId23" Type="http://schemas.openxmlformats.org/officeDocument/2006/relationships/tags" Target="../tags/tag481.xml"/><Relationship Id="rId28" Type="http://schemas.openxmlformats.org/officeDocument/2006/relationships/image" Target="../media/image22.png"/><Relationship Id="rId10" Type="http://schemas.openxmlformats.org/officeDocument/2006/relationships/tags" Target="../tags/tag468.xml"/><Relationship Id="rId19" Type="http://schemas.openxmlformats.org/officeDocument/2006/relationships/tags" Target="../tags/tag477.xml"/><Relationship Id="rId4" Type="http://schemas.openxmlformats.org/officeDocument/2006/relationships/tags" Target="../tags/tag462.xml"/><Relationship Id="rId9" Type="http://schemas.openxmlformats.org/officeDocument/2006/relationships/tags" Target="../tags/tag467.xml"/><Relationship Id="rId14" Type="http://schemas.openxmlformats.org/officeDocument/2006/relationships/tags" Target="../tags/tag472.xml"/><Relationship Id="rId22" Type="http://schemas.openxmlformats.org/officeDocument/2006/relationships/tags" Target="../tags/tag480.xml"/><Relationship Id="rId27" Type="http://schemas.openxmlformats.org/officeDocument/2006/relationships/image" Target="../media/image21.png"/><Relationship Id="rId30" Type="http://schemas.openxmlformats.org/officeDocument/2006/relationships/image" Target="../media/image25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489.xml"/><Relationship Id="rId13" Type="http://schemas.openxmlformats.org/officeDocument/2006/relationships/tags" Target="../tags/tag494.xml"/><Relationship Id="rId18" Type="http://schemas.openxmlformats.org/officeDocument/2006/relationships/image" Target="../media/image29.png"/><Relationship Id="rId3" Type="http://schemas.openxmlformats.org/officeDocument/2006/relationships/tags" Target="../tags/tag484.xml"/><Relationship Id="rId7" Type="http://schemas.openxmlformats.org/officeDocument/2006/relationships/tags" Target="../tags/tag488.xml"/><Relationship Id="rId12" Type="http://schemas.openxmlformats.org/officeDocument/2006/relationships/tags" Target="../tags/tag493.xml"/><Relationship Id="rId17" Type="http://schemas.openxmlformats.org/officeDocument/2006/relationships/image" Target="../media/image28.png"/><Relationship Id="rId2" Type="http://schemas.openxmlformats.org/officeDocument/2006/relationships/tags" Target="../tags/tag483.xml"/><Relationship Id="rId16" Type="http://schemas.openxmlformats.org/officeDocument/2006/relationships/image" Target="../media/image27.png"/><Relationship Id="rId1" Type="http://schemas.openxmlformats.org/officeDocument/2006/relationships/tags" Target="../tags/tag482.xml"/><Relationship Id="rId6" Type="http://schemas.openxmlformats.org/officeDocument/2006/relationships/tags" Target="../tags/tag487.xml"/><Relationship Id="rId11" Type="http://schemas.openxmlformats.org/officeDocument/2006/relationships/tags" Target="../tags/tag492.xml"/><Relationship Id="rId5" Type="http://schemas.openxmlformats.org/officeDocument/2006/relationships/tags" Target="../tags/tag486.xml"/><Relationship Id="rId15" Type="http://schemas.openxmlformats.org/officeDocument/2006/relationships/image" Target="../media/image26.png"/><Relationship Id="rId10" Type="http://schemas.openxmlformats.org/officeDocument/2006/relationships/tags" Target="../tags/tag491.xml"/><Relationship Id="rId19" Type="http://schemas.openxmlformats.org/officeDocument/2006/relationships/image" Target="../media/image30.png"/><Relationship Id="rId4" Type="http://schemas.openxmlformats.org/officeDocument/2006/relationships/tags" Target="../tags/tag485.xml"/><Relationship Id="rId9" Type="http://schemas.openxmlformats.org/officeDocument/2006/relationships/tags" Target="../tags/tag490.xml"/><Relationship Id="rId14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502.xml"/><Relationship Id="rId13" Type="http://schemas.openxmlformats.org/officeDocument/2006/relationships/tags" Target="../tags/tag507.xml"/><Relationship Id="rId18" Type="http://schemas.openxmlformats.org/officeDocument/2006/relationships/image" Target="../media/image28.png"/><Relationship Id="rId3" Type="http://schemas.openxmlformats.org/officeDocument/2006/relationships/tags" Target="../tags/tag497.xml"/><Relationship Id="rId7" Type="http://schemas.openxmlformats.org/officeDocument/2006/relationships/tags" Target="../tags/tag501.xml"/><Relationship Id="rId12" Type="http://schemas.openxmlformats.org/officeDocument/2006/relationships/tags" Target="../tags/tag506.xml"/><Relationship Id="rId17" Type="http://schemas.openxmlformats.org/officeDocument/2006/relationships/image" Target="../media/image27.png"/><Relationship Id="rId2" Type="http://schemas.openxmlformats.org/officeDocument/2006/relationships/tags" Target="../tags/tag496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tags" Target="../tags/tag495.xml"/><Relationship Id="rId6" Type="http://schemas.openxmlformats.org/officeDocument/2006/relationships/tags" Target="../tags/tag500.xml"/><Relationship Id="rId11" Type="http://schemas.openxmlformats.org/officeDocument/2006/relationships/tags" Target="../tags/tag505.xml"/><Relationship Id="rId5" Type="http://schemas.openxmlformats.org/officeDocument/2006/relationships/tags" Target="../tags/tag499.xml"/><Relationship Id="rId15" Type="http://schemas.openxmlformats.org/officeDocument/2006/relationships/slideLayout" Target="../slideLayouts/slideLayout5.xml"/><Relationship Id="rId10" Type="http://schemas.openxmlformats.org/officeDocument/2006/relationships/tags" Target="../tags/tag504.xml"/><Relationship Id="rId19" Type="http://schemas.openxmlformats.org/officeDocument/2006/relationships/image" Target="../media/image29.png"/><Relationship Id="rId4" Type="http://schemas.openxmlformats.org/officeDocument/2006/relationships/tags" Target="../tags/tag498.xml"/><Relationship Id="rId9" Type="http://schemas.openxmlformats.org/officeDocument/2006/relationships/tags" Target="../tags/tag503.xml"/><Relationship Id="rId14" Type="http://schemas.openxmlformats.org/officeDocument/2006/relationships/tags" Target="../tags/tag508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516.xml"/><Relationship Id="rId13" Type="http://schemas.openxmlformats.org/officeDocument/2006/relationships/tags" Target="../tags/tag521.xml"/><Relationship Id="rId18" Type="http://schemas.openxmlformats.org/officeDocument/2006/relationships/image" Target="../media/image26.png"/><Relationship Id="rId3" Type="http://schemas.openxmlformats.org/officeDocument/2006/relationships/tags" Target="../tags/tag511.xml"/><Relationship Id="rId21" Type="http://schemas.openxmlformats.org/officeDocument/2006/relationships/image" Target="../media/image29.png"/><Relationship Id="rId7" Type="http://schemas.openxmlformats.org/officeDocument/2006/relationships/tags" Target="../tags/tag515.xml"/><Relationship Id="rId12" Type="http://schemas.openxmlformats.org/officeDocument/2006/relationships/tags" Target="../tags/tag520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510.xml"/><Relationship Id="rId16" Type="http://schemas.openxmlformats.org/officeDocument/2006/relationships/tags" Target="../tags/tag524.xml"/><Relationship Id="rId20" Type="http://schemas.openxmlformats.org/officeDocument/2006/relationships/image" Target="../media/image28.png"/><Relationship Id="rId1" Type="http://schemas.openxmlformats.org/officeDocument/2006/relationships/tags" Target="../tags/tag509.xml"/><Relationship Id="rId6" Type="http://schemas.openxmlformats.org/officeDocument/2006/relationships/tags" Target="../tags/tag514.xml"/><Relationship Id="rId11" Type="http://schemas.openxmlformats.org/officeDocument/2006/relationships/tags" Target="../tags/tag519.xml"/><Relationship Id="rId5" Type="http://schemas.openxmlformats.org/officeDocument/2006/relationships/tags" Target="../tags/tag513.xml"/><Relationship Id="rId15" Type="http://schemas.openxmlformats.org/officeDocument/2006/relationships/tags" Target="../tags/tag523.xml"/><Relationship Id="rId23" Type="http://schemas.openxmlformats.org/officeDocument/2006/relationships/image" Target="../media/image31.png"/><Relationship Id="rId10" Type="http://schemas.openxmlformats.org/officeDocument/2006/relationships/tags" Target="../tags/tag518.xml"/><Relationship Id="rId19" Type="http://schemas.openxmlformats.org/officeDocument/2006/relationships/image" Target="../media/image27.png"/><Relationship Id="rId4" Type="http://schemas.openxmlformats.org/officeDocument/2006/relationships/tags" Target="../tags/tag512.xml"/><Relationship Id="rId9" Type="http://schemas.openxmlformats.org/officeDocument/2006/relationships/tags" Target="../tags/tag517.xml"/><Relationship Id="rId14" Type="http://schemas.openxmlformats.org/officeDocument/2006/relationships/tags" Target="../tags/tag522.xml"/><Relationship Id="rId22" Type="http://schemas.openxmlformats.org/officeDocument/2006/relationships/image" Target="../media/image3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532.xml"/><Relationship Id="rId13" Type="http://schemas.openxmlformats.org/officeDocument/2006/relationships/tags" Target="../tags/tag537.xml"/><Relationship Id="rId18" Type="http://schemas.openxmlformats.org/officeDocument/2006/relationships/tags" Target="../tags/tag542.xml"/><Relationship Id="rId26" Type="http://schemas.openxmlformats.org/officeDocument/2006/relationships/image" Target="../media/image31.png"/><Relationship Id="rId3" Type="http://schemas.openxmlformats.org/officeDocument/2006/relationships/tags" Target="../tags/tag527.xml"/><Relationship Id="rId21" Type="http://schemas.openxmlformats.org/officeDocument/2006/relationships/image" Target="../media/image27.png"/><Relationship Id="rId7" Type="http://schemas.openxmlformats.org/officeDocument/2006/relationships/tags" Target="../tags/tag531.xml"/><Relationship Id="rId12" Type="http://schemas.openxmlformats.org/officeDocument/2006/relationships/tags" Target="../tags/tag536.xml"/><Relationship Id="rId17" Type="http://schemas.openxmlformats.org/officeDocument/2006/relationships/tags" Target="../tags/tag541.xml"/><Relationship Id="rId25" Type="http://schemas.openxmlformats.org/officeDocument/2006/relationships/image" Target="../media/image32.png"/><Relationship Id="rId2" Type="http://schemas.openxmlformats.org/officeDocument/2006/relationships/tags" Target="../tags/tag526.xml"/><Relationship Id="rId16" Type="http://schemas.openxmlformats.org/officeDocument/2006/relationships/tags" Target="../tags/tag540.xml"/><Relationship Id="rId20" Type="http://schemas.openxmlformats.org/officeDocument/2006/relationships/image" Target="../media/image26.png"/><Relationship Id="rId1" Type="http://schemas.openxmlformats.org/officeDocument/2006/relationships/tags" Target="../tags/tag525.xml"/><Relationship Id="rId6" Type="http://schemas.openxmlformats.org/officeDocument/2006/relationships/tags" Target="../tags/tag530.xml"/><Relationship Id="rId11" Type="http://schemas.openxmlformats.org/officeDocument/2006/relationships/tags" Target="../tags/tag535.xml"/><Relationship Id="rId24" Type="http://schemas.openxmlformats.org/officeDocument/2006/relationships/image" Target="../media/image30.png"/><Relationship Id="rId5" Type="http://schemas.openxmlformats.org/officeDocument/2006/relationships/tags" Target="../tags/tag529.xml"/><Relationship Id="rId15" Type="http://schemas.openxmlformats.org/officeDocument/2006/relationships/tags" Target="../tags/tag539.xml"/><Relationship Id="rId23" Type="http://schemas.openxmlformats.org/officeDocument/2006/relationships/image" Target="../media/image29.png"/><Relationship Id="rId10" Type="http://schemas.openxmlformats.org/officeDocument/2006/relationships/tags" Target="../tags/tag534.xml"/><Relationship Id="rId19" Type="http://schemas.openxmlformats.org/officeDocument/2006/relationships/slideLayout" Target="../slideLayouts/slideLayout5.xml"/><Relationship Id="rId4" Type="http://schemas.openxmlformats.org/officeDocument/2006/relationships/tags" Target="../tags/tag528.xml"/><Relationship Id="rId9" Type="http://schemas.openxmlformats.org/officeDocument/2006/relationships/tags" Target="../tags/tag533.xml"/><Relationship Id="rId14" Type="http://schemas.openxmlformats.org/officeDocument/2006/relationships/tags" Target="../tags/tag538.xml"/><Relationship Id="rId22" Type="http://schemas.openxmlformats.org/officeDocument/2006/relationships/image" Target="../media/image28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tags" Target="../tags/tag545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544.xml"/><Relationship Id="rId1" Type="http://schemas.openxmlformats.org/officeDocument/2006/relationships/tags" Target="../tags/tag543.xml"/><Relationship Id="rId6" Type="http://schemas.openxmlformats.org/officeDocument/2006/relationships/tags" Target="../tags/tag548.xml"/><Relationship Id="rId5" Type="http://schemas.openxmlformats.org/officeDocument/2006/relationships/tags" Target="../tags/tag547.xml"/><Relationship Id="rId4" Type="http://schemas.openxmlformats.org/officeDocument/2006/relationships/tags" Target="../tags/tag546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551.xml"/><Relationship Id="rId7" Type="http://schemas.openxmlformats.org/officeDocument/2006/relationships/tags" Target="../tags/tag555.xml"/><Relationship Id="rId2" Type="http://schemas.openxmlformats.org/officeDocument/2006/relationships/tags" Target="../tags/tag550.xml"/><Relationship Id="rId1" Type="http://schemas.openxmlformats.org/officeDocument/2006/relationships/tags" Target="../tags/tag549.xml"/><Relationship Id="rId6" Type="http://schemas.openxmlformats.org/officeDocument/2006/relationships/tags" Target="../tags/tag554.xml"/><Relationship Id="rId5" Type="http://schemas.openxmlformats.org/officeDocument/2006/relationships/tags" Target="../tags/tag553.xml"/><Relationship Id="rId4" Type="http://schemas.openxmlformats.org/officeDocument/2006/relationships/tags" Target="../tags/tag552.xml"/><Relationship Id="rId9" Type="http://schemas.openxmlformats.org/officeDocument/2006/relationships/image" Target="../media/image33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tags" Target="../tags/tag563.xml"/><Relationship Id="rId3" Type="http://schemas.openxmlformats.org/officeDocument/2006/relationships/tags" Target="../tags/tag558.xml"/><Relationship Id="rId7" Type="http://schemas.openxmlformats.org/officeDocument/2006/relationships/tags" Target="../tags/tag562.xml"/><Relationship Id="rId2" Type="http://schemas.openxmlformats.org/officeDocument/2006/relationships/tags" Target="../tags/tag557.xml"/><Relationship Id="rId1" Type="http://schemas.openxmlformats.org/officeDocument/2006/relationships/tags" Target="../tags/tag556.xml"/><Relationship Id="rId6" Type="http://schemas.openxmlformats.org/officeDocument/2006/relationships/tags" Target="../tags/tag561.xml"/><Relationship Id="rId5" Type="http://schemas.openxmlformats.org/officeDocument/2006/relationships/tags" Target="../tags/tag560.xml"/><Relationship Id="rId10" Type="http://schemas.openxmlformats.org/officeDocument/2006/relationships/image" Target="../media/image33.png"/><Relationship Id="rId4" Type="http://schemas.openxmlformats.org/officeDocument/2006/relationships/tags" Target="../tags/tag559.xml"/><Relationship Id="rId9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6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6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66.xml"/><Relationship Id="rId4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67.xml"/><Relationship Id="rId4" Type="http://schemas.openxmlformats.org/officeDocument/2006/relationships/image" Target="../media/image3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68.xml"/><Relationship Id="rId4" Type="http://schemas.openxmlformats.org/officeDocument/2006/relationships/image" Target="../media/image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69.xml"/><Relationship Id="rId4" Type="http://schemas.openxmlformats.org/officeDocument/2006/relationships/image" Target="../media/image3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70.xml"/><Relationship Id="rId4" Type="http://schemas.openxmlformats.org/officeDocument/2006/relationships/image" Target="../media/image3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71.xml"/><Relationship Id="rId4" Type="http://schemas.openxmlformats.org/officeDocument/2006/relationships/image" Target="../media/image3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72.xml"/><Relationship Id="rId4" Type="http://schemas.openxmlformats.org/officeDocument/2006/relationships/image" Target="../media/image4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tags" Target="../tags/tag575.xml"/><Relationship Id="rId2" Type="http://schemas.openxmlformats.org/officeDocument/2006/relationships/tags" Target="../tags/tag574.xml"/><Relationship Id="rId1" Type="http://schemas.openxmlformats.org/officeDocument/2006/relationships/tags" Target="../tags/tag573.xml"/><Relationship Id="rId6" Type="http://schemas.openxmlformats.org/officeDocument/2006/relationships/notesSlide" Target="../notesSlides/notesSlide44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7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tags" Target="../tags/tag579.xml"/><Relationship Id="rId2" Type="http://schemas.openxmlformats.org/officeDocument/2006/relationships/tags" Target="../tags/tag578.xml"/><Relationship Id="rId1" Type="http://schemas.openxmlformats.org/officeDocument/2006/relationships/tags" Target="../tags/tag577.xml"/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80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tags" Target="../tags/tag583.xml"/><Relationship Id="rId2" Type="http://schemas.openxmlformats.org/officeDocument/2006/relationships/tags" Target="../tags/tag582.xml"/><Relationship Id="rId1" Type="http://schemas.openxmlformats.org/officeDocument/2006/relationships/tags" Target="../tags/tag581.xml"/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8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tags" Target="../tags/tag587.xml"/><Relationship Id="rId2" Type="http://schemas.openxmlformats.org/officeDocument/2006/relationships/tags" Target="../tags/tag586.xml"/><Relationship Id="rId1" Type="http://schemas.openxmlformats.org/officeDocument/2006/relationships/tags" Target="../tags/tag585.xml"/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8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tags" Target="../tags/tag591.xml"/><Relationship Id="rId2" Type="http://schemas.openxmlformats.org/officeDocument/2006/relationships/tags" Target="../tags/tag590.xml"/><Relationship Id="rId1" Type="http://schemas.openxmlformats.org/officeDocument/2006/relationships/tags" Target="../tags/tag589.xml"/><Relationship Id="rId6" Type="http://schemas.openxmlformats.org/officeDocument/2006/relationships/notesSlide" Target="../notesSlides/notesSlide48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9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tags" Target="../tags/tag595.xml"/><Relationship Id="rId2" Type="http://schemas.openxmlformats.org/officeDocument/2006/relationships/tags" Target="../tags/tag594.xml"/><Relationship Id="rId1" Type="http://schemas.openxmlformats.org/officeDocument/2006/relationships/tags" Target="../tags/tag593.xml"/><Relationship Id="rId6" Type="http://schemas.openxmlformats.org/officeDocument/2006/relationships/notesSlide" Target="../notesSlides/notesSlide49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9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tags" Target="../tags/tag599.xml"/><Relationship Id="rId7" Type="http://schemas.openxmlformats.org/officeDocument/2006/relationships/notesSlide" Target="../notesSlides/notesSlide50.xml"/><Relationship Id="rId2" Type="http://schemas.openxmlformats.org/officeDocument/2006/relationships/tags" Target="../tags/tag598.xml"/><Relationship Id="rId1" Type="http://schemas.openxmlformats.org/officeDocument/2006/relationships/tags" Target="../tags/tag597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601.xml"/><Relationship Id="rId4" Type="http://schemas.openxmlformats.org/officeDocument/2006/relationships/tags" Target="../tags/tag60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0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dirty="0"/>
              <a:t>A Feature-Driven Tensor Semantics for Minimalist Grammars</a:t>
            </a:r>
            <a:endParaRPr sz="3600"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3079175"/>
            <a:ext cx="2534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John Paulson</a:t>
            </a:r>
            <a:endParaRPr sz="20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Dept. of Linguistics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University of Utah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john.paulson@utah.edu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304650" y="3079175"/>
            <a:ext cx="2534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</a:rPr>
              <a:t>Aniello De Santo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Dept. of Linguistics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2"/>
                </a:solidFill>
              </a:rPr>
              <a:t>University of Utah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aniello.desanto@utah.edu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297600" y="2986775"/>
            <a:ext cx="2534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Jon Rawski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Dept. of Linguistics and Language Development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San Jose State University</a:t>
            </a:r>
            <a:endParaRPr sz="12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jon.rawski@sjsu.edu</a:t>
            </a:r>
            <a:endParaRPr sz="1200">
              <a:solidFill>
                <a:schemeClr val="dk2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Talk in one slide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3C9E32-C15D-5A6C-0BC4-2672D753C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n-US" sz="2400" dirty="0"/>
              <a:t>This work bridges distributional approaches to semantics and “mainstream” generative grammar.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We incorporate Minimalist Grammars into vector-based semantic models</a:t>
            </a:r>
          </a:p>
          <a:p>
            <a:r>
              <a:rPr lang="en-US" dirty="0"/>
              <a:t>The resulting vector semantic models can build the meaning of larger expressions compositionally, by combining the meaning of smaller expressions</a:t>
            </a:r>
          </a:p>
          <a:p>
            <a:r>
              <a:rPr lang="en-US" dirty="0"/>
              <a:t>This compositionality is guided by the Minimalist Grammar syntax</a:t>
            </a: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Distributionality and Compositionality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Computational linguistics often makes use of </a:t>
            </a:r>
            <a:r>
              <a:rPr lang="en-US" b="1" i="1" dirty="0">
                <a:noFill/>
              </a:rPr>
              <a:t>distributional</a:t>
            </a:r>
            <a:r>
              <a:rPr lang="en-US" i="1" dirty="0">
                <a:noFill/>
              </a:rPr>
              <a:t> </a:t>
            </a:r>
            <a:r>
              <a:rPr lang="en-US" dirty="0">
                <a:noFill/>
              </a:rPr>
              <a:t>semantics, describing the meanings of expressions through co-occurrence in corpora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Embedding the meanings of expressions into vector spaces is a popular way of implementing distributional models</a:t>
            </a:r>
            <a:endParaRPr dirty="0">
              <a:noFill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In contrast, traditional/formal semantics research often analyzes meaning</a:t>
            </a:r>
            <a:r>
              <a:rPr lang="en-US" i="1" dirty="0">
                <a:noFill/>
              </a:rPr>
              <a:t> compositionally</a:t>
            </a:r>
            <a:r>
              <a:rPr lang="en-US" dirty="0">
                <a:noFill/>
              </a:rPr>
              <a:t>, building up the meaning of expressions from subparts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An approach that uses vector space operations to combine the meanings of smaller expressions into meanings for larger expressions can bridge these two approaches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31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Distributionality and Compositionality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bg2"/>
                </a:solidFill>
              </a:rPr>
              <a:t>Computational linguistics </a:t>
            </a:r>
            <a:r>
              <a:rPr lang="en-US" dirty="0"/>
              <a:t>often makes use of </a:t>
            </a:r>
            <a:r>
              <a:rPr lang="en-US" b="1" i="1" dirty="0"/>
              <a:t>distributional</a:t>
            </a:r>
            <a:r>
              <a:rPr lang="en-US" i="1" dirty="0"/>
              <a:t> </a:t>
            </a:r>
            <a:r>
              <a:rPr lang="en-US" dirty="0"/>
              <a:t>semantics, describing the meanings of expressions through co-occurrence in corpora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Embedding the meanings of expressions into vector spaces is a popular way of implementing distributional models</a:t>
            </a:r>
            <a:endParaRPr dirty="0">
              <a:noFill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In contrast, traditional/formal semantics research often analyzes meaning</a:t>
            </a:r>
            <a:r>
              <a:rPr lang="en-US" i="1" dirty="0">
                <a:noFill/>
              </a:rPr>
              <a:t> compositionally</a:t>
            </a:r>
            <a:r>
              <a:rPr lang="en-US" dirty="0">
                <a:noFill/>
              </a:rPr>
              <a:t>, building up the meaning of expressions from subparts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An approach that uses vector space operations to combine the meanings of smaller expressions into meanings for larger expressions can bridge these two approaches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466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Distributionality and Compositionality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bg2"/>
                </a:solidFill>
              </a:rPr>
              <a:t>Computational linguistics </a:t>
            </a:r>
            <a:r>
              <a:rPr lang="en-US" dirty="0"/>
              <a:t>often makes use of </a:t>
            </a:r>
            <a:r>
              <a:rPr lang="en-US" b="1" i="1" dirty="0"/>
              <a:t>distributional</a:t>
            </a:r>
            <a:r>
              <a:rPr lang="en-US" i="1" dirty="0"/>
              <a:t> </a:t>
            </a:r>
            <a:r>
              <a:rPr lang="en-US" dirty="0"/>
              <a:t>semantics, describing the meanings of expressions through co-occurrence in corpora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Embedding the meanings of expressions into vector spaces is a popular way of implementing distributional models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In contrast, traditional/formal semantics research often analyzes meaning</a:t>
            </a:r>
            <a:r>
              <a:rPr lang="en-US" i="1" dirty="0">
                <a:noFill/>
              </a:rPr>
              <a:t> compositionally</a:t>
            </a:r>
            <a:r>
              <a:rPr lang="en-US" dirty="0">
                <a:noFill/>
              </a:rPr>
              <a:t>, building up the meaning of expressions from subparts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An approach that uses vector space operations to combine the meanings of smaller expressions into meanings for larger expressions can bridge these two approaches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124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Distributionality and Compositionality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bg2"/>
                </a:solidFill>
              </a:rPr>
              <a:t>Computational linguistics </a:t>
            </a:r>
            <a:r>
              <a:rPr lang="en-US" dirty="0"/>
              <a:t>often makes use of </a:t>
            </a:r>
            <a:r>
              <a:rPr lang="en-US" b="1" i="1" dirty="0"/>
              <a:t>distributional</a:t>
            </a:r>
            <a:r>
              <a:rPr lang="en-US" i="1" dirty="0"/>
              <a:t> </a:t>
            </a:r>
            <a:r>
              <a:rPr lang="en-US" dirty="0"/>
              <a:t>semantics, describing the meanings of expressions through co-occurrence in corpora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Embedding the meanings of expressions into vector spaces is a popular way of implementing distributional models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contrast, traditional/formal semantics research often analyzes meaning</a:t>
            </a:r>
            <a:r>
              <a:rPr lang="en-US" i="1" dirty="0"/>
              <a:t> compositionally</a:t>
            </a:r>
            <a:r>
              <a:rPr lang="en-US" dirty="0"/>
              <a:t>, building up the meaning of expressions from subparts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An approach that uses vector space operations to combine the meanings of smaller expressions into meanings for larger expressions can bridge these two approaches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9843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Distributionality and Compositionality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bg2"/>
                </a:solidFill>
              </a:rPr>
              <a:t>Computational linguistics </a:t>
            </a:r>
            <a:r>
              <a:rPr lang="en-US" dirty="0"/>
              <a:t>often makes use of </a:t>
            </a:r>
            <a:r>
              <a:rPr lang="en-US" b="1" i="1" dirty="0"/>
              <a:t>distributional</a:t>
            </a:r>
            <a:r>
              <a:rPr lang="en-US" i="1" dirty="0"/>
              <a:t> </a:t>
            </a:r>
            <a:r>
              <a:rPr lang="en-US" dirty="0"/>
              <a:t>semantics, describing the meanings of expressions through co-occurrence in corpora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Embedding the meanings of expressions into vector spaces is a popular way of implementing distributional models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contrast, traditional/formal semantics research often analyzes meaning</a:t>
            </a:r>
            <a:r>
              <a:rPr lang="en-US" i="1" dirty="0"/>
              <a:t> compositionally</a:t>
            </a:r>
            <a:r>
              <a:rPr lang="en-US" dirty="0"/>
              <a:t>, building up the meaning of expressions from subparts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An approach that uses vector space operations to combine the meanings of smaller expressions into meanings for larger expressions can bridge these two approaches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9145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Formal Grammars and Distributional Semantics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particular, having composition be guided by a formal grammar can bridge semantic and syntactic approaches, motivating how such operations should be applied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There is already successful work integrating Combinatory Categorial Grammars (CCGs; Steedman, 2001; Steedman and Baldridge, 2011) with distributional semantics in this way (Coecke et al., 2010; Maillard et al., 2014)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This work integrates such a model distributional semantics with Minimalist Grammars (MGs; Stabler, 1996), which formalize the (broad strokes) syntactic approach of the Minimalist Program</a:t>
            </a:r>
            <a:endParaRPr dirty="0">
              <a:noFill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3052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Formal Grammars and Distributional Semantics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particular, having composition be guided by a formal grammar can bridge semantic and syntactic approaches, motivating how such operations should be applied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There is already successful work integrating Combinatory Categorial Grammars (CCGs; </a:t>
            </a:r>
            <a:r>
              <a:rPr lang="en-US" dirty="0">
                <a:solidFill>
                  <a:schemeClr val="bg2"/>
                </a:solidFill>
              </a:rPr>
              <a:t>Steedman, 2001; Steedman and Baldridge, 2011</a:t>
            </a:r>
            <a:r>
              <a:rPr lang="en-US" dirty="0"/>
              <a:t>) with distributional semantics in this way (</a:t>
            </a:r>
            <a:r>
              <a:rPr lang="en-US" dirty="0">
                <a:solidFill>
                  <a:schemeClr val="bg2"/>
                </a:solidFill>
              </a:rPr>
              <a:t>Coecke et al., 2010; Maillard et al., 2014</a:t>
            </a:r>
            <a:r>
              <a:rPr lang="en-US" dirty="0"/>
              <a:t>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-US" dirty="0">
                <a:noFill/>
              </a:rPr>
              <a:t>This work integrates such a model distributional semantics with Minimalist Grammars (MGs; Stabler, 1996), which formalize the (broad strokes) syntactic approach of the Minimalist Program</a:t>
            </a:r>
            <a:endParaRPr dirty="0">
              <a:noFill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3385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Formal Grammars and Distributional Semantics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particular, having composition be guided by a formal grammar can bridge semantic and syntactic approaches, motivating how such operations should be applied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There is already successful work integrating Combinatory Categorial Grammars (CCGs; </a:t>
            </a:r>
            <a:r>
              <a:rPr lang="en-US" dirty="0">
                <a:solidFill>
                  <a:schemeClr val="bg2"/>
                </a:solidFill>
              </a:rPr>
              <a:t>Steedman, 2001; Steedman and Baldridge, 2011</a:t>
            </a:r>
            <a:r>
              <a:rPr lang="en-US" dirty="0"/>
              <a:t>) with distributional semantics in this way (</a:t>
            </a:r>
            <a:r>
              <a:rPr lang="en-US" dirty="0">
                <a:solidFill>
                  <a:schemeClr val="bg2"/>
                </a:solidFill>
              </a:rPr>
              <a:t>Coecke et al., 2010; Maillard et al., 2014</a:t>
            </a:r>
            <a:r>
              <a:rPr lang="en-US" dirty="0"/>
              <a:t>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This work integrates such a model distributional semantics with Minimalist Grammars (MGs; Stabler, 1996), which formalize the (broad strokes) syntactic approach of the Minimalist Program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7958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F57-8F93-9664-0BC8-1374D63C459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MGs?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CECB-C1B0-093E-D480-94BA197F274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>
              <a:buSzPts val="100"/>
            </a:pPr>
            <a:r>
              <a:rPr lang="en-US" dirty="0">
                <a:noFill/>
              </a:rPr>
              <a:t>MGs are a mildly context-sensitive grammar formalism which are thought to be able to capture all of natural language syntax</a:t>
            </a:r>
          </a:p>
          <a:p>
            <a:pPr>
              <a:buSzPts val="100"/>
            </a:pPr>
            <a:r>
              <a:rPr lang="en-US" dirty="0">
                <a:noFill/>
              </a:rPr>
              <a:t>MGs formalize “Minimalist Program-like” syntax</a:t>
            </a:r>
          </a:p>
          <a:p>
            <a:pPr lvl="1">
              <a:buSzPts val="100"/>
            </a:pPr>
            <a:r>
              <a:rPr lang="en-US" dirty="0">
                <a:noFill/>
              </a:rPr>
              <a:t>In this way, incorporating distributional semantics into MGs provides a link to “mainstream” syntactic theory</a:t>
            </a:r>
          </a:p>
          <a:p>
            <a:pPr>
              <a:buSzPts val="100"/>
            </a:pPr>
            <a:r>
              <a:rPr lang="en-US" dirty="0">
                <a:noFill/>
              </a:rPr>
              <a:t>MGs have also been useful in analyzing sentence processing (</a:t>
            </a:r>
            <a:r>
              <a:rPr lang="en-US" dirty="0" err="1">
                <a:noFill/>
              </a:rPr>
              <a:t>Kobele</a:t>
            </a:r>
            <a:r>
              <a:rPr lang="en-US" dirty="0">
                <a:noFill/>
              </a:rPr>
              <a:t> et al., 2012; De Santo, 2020, 2025)</a:t>
            </a:r>
          </a:p>
          <a:p>
            <a:pPr>
              <a:buSzPts val="100"/>
            </a:pPr>
            <a:r>
              <a:rPr lang="en-US" dirty="0">
                <a:noFill/>
              </a:rPr>
              <a:t>There is also a vector-based analysis for the </a:t>
            </a:r>
            <a:r>
              <a:rPr lang="en-US" i="1" dirty="0">
                <a:noFill/>
              </a:rPr>
              <a:t>syntax </a:t>
            </a:r>
            <a:r>
              <a:rPr lang="en-US" dirty="0">
                <a:noFill/>
              </a:rPr>
              <a:t>of MGs (</a:t>
            </a:r>
            <a:r>
              <a:rPr lang="en-US" dirty="0" err="1">
                <a:noFill/>
              </a:rPr>
              <a:t>beim</a:t>
            </a:r>
            <a:r>
              <a:rPr lang="en-US" dirty="0">
                <a:noFill/>
              </a:rPr>
              <a:t> Graben &amp; Gerth, 2012)</a:t>
            </a:r>
          </a:p>
          <a:p>
            <a:pPr>
              <a:buSzPts val="100"/>
            </a:pPr>
            <a:r>
              <a:rPr lang="en-US" dirty="0">
                <a:noFill/>
              </a:rPr>
              <a:t>It’s not just CCGs!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EC05-3047-CAB2-F49C-6B1D5D30AC78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8822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F57-8F93-9664-0BC8-1374D63C459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MGs?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CECB-C1B0-093E-D480-94BA197F274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MGs are a mildly context-sensitive grammar formalism which are thought to be able to capture all of natural language syntax</a:t>
            </a:r>
          </a:p>
          <a:p>
            <a:pPr>
              <a:buSzPts val="100"/>
            </a:pPr>
            <a:r>
              <a:rPr lang="en-US" dirty="0">
                <a:noFill/>
              </a:rPr>
              <a:t>MGs formalize “Minimalist Program-like” syntax</a:t>
            </a:r>
          </a:p>
          <a:p>
            <a:pPr lvl="1">
              <a:buSzPts val="100"/>
            </a:pPr>
            <a:r>
              <a:rPr lang="en-US" dirty="0">
                <a:noFill/>
              </a:rPr>
              <a:t>In this way, incorporating distributional semantics into MGs provides a link to “mainstream” syntactic theory</a:t>
            </a:r>
          </a:p>
          <a:p>
            <a:pPr>
              <a:buSzPts val="100"/>
            </a:pPr>
            <a:r>
              <a:rPr lang="en-US" dirty="0">
                <a:noFill/>
              </a:rPr>
              <a:t>MGs have also been useful in analyzing sentence processing (</a:t>
            </a:r>
            <a:r>
              <a:rPr lang="en-US" dirty="0" err="1">
                <a:noFill/>
              </a:rPr>
              <a:t>Kobele</a:t>
            </a:r>
            <a:r>
              <a:rPr lang="en-US" dirty="0">
                <a:noFill/>
              </a:rPr>
              <a:t> et al., 2012; De Santo, 2020, 2025)</a:t>
            </a:r>
          </a:p>
          <a:p>
            <a:pPr>
              <a:buSzPts val="100"/>
            </a:pPr>
            <a:r>
              <a:rPr lang="en-US" dirty="0">
                <a:noFill/>
              </a:rPr>
              <a:t>There is also a vector-based analysis for the </a:t>
            </a:r>
            <a:r>
              <a:rPr lang="en-US" i="1" dirty="0">
                <a:noFill/>
              </a:rPr>
              <a:t>syntax </a:t>
            </a:r>
            <a:r>
              <a:rPr lang="en-US" dirty="0">
                <a:noFill/>
              </a:rPr>
              <a:t>of MGs (</a:t>
            </a:r>
            <a:r>
              <a:rPr lang="en-US" dirty="0" err="1">
                <a:noFill/>
              </a:rPr>
              <a:t>beim</a:t>
            </a:r>
            <a:r>
              <a:rPr lang="en-US" dirty="0">
                <a:noFill/>
              </a:rPr>
              <a:t> Graben &amp; Gerth, 2012)</a:t>
            </a:r>
          </a:p>
          <a:p>
            <a:pPr>
              <a:buSzPts val="100"/>
            </a:pPr>
            <a:r>
              <a:rPr lang="en-US" dirty="0">
                <a:noFill/>
              </a:rPr>
              <a:t>It’s not just CCGs!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EC05-3047-CAB2-F49C-6B1D5D30AC78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9173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F57-8F93-9664-0BC8-1374D63C459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MGs?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CECB-C1B0-093E-D480-94BA197F274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MGs are a mildly context-sensitive grammar formalism which are thought to be able to capture all of natural language syntax</a:t>
            </a:r>
          </a:p>
          <a:p>
            <a:r>
              <a:rPr lang="en-US" dirty="0"/>
              <a:t>MGs formalize “Minimalist Program-like” syntax</a:t>
            </a:r>
          </a:p>
          <a:p>
            <a:pPr lvl="1"/>
            <a:r>
              <a:rPr lang="en-US" dirty="0"/>
              <a:t>In this way, incorporating distributional semantics into MGs provides a link to “mainstream” syntactic theory</a:t>
            </a:r>
          </a:p>
          <a:p>
            <a:pPr>
              <a:buSzPts val="100"/>
            </a:pPr>
            <a:r>
              <a:rPr lang="en-US" dirty="0">
                <a:noFill/>
              </a:rPr>
              <a:t>MGs have also been useful in analyzing sentence processing (</a:t>
            </a:r>
            <a:r>
              <a:rPr lang="en-US" dirty="0" err="1">
                <a:noFill/>
              </a:rPr>
              <a:t>Kobele</a:t>
            </a:r>
            <a:r>
              <a:rPr lang="en-US" dirty="0">
                <a:noFill/>
              </a:rPr>
              <a:t> et al., 2012; De Santo, 2020, 2025)</a:t>
            </a:r>
          </a:p>
          <a:p>
            <a:pPr>
              <a:buSzPts val="100"/>
            </a:pPr>
            <a:r>
              <a:rPr lang="en-US" dirty="0">
                <a:noFill/>
              </a:rPr>
              <a:t>There is also a vector-based analysis for the </a:t>
            </a:r>
            <a:r>
              <a:rPr lang="en-US" i="1" dirty="0">
                <a:noFill/>
              </a:rPr>
              <a:t>syntax </a:t>
            </a:r>
            <a:r>
              <a:rPr lang="en-US" dirty="0">
                <a:noFill/>
              </a:rPr>
              <a:t>of MGs (</a:t>
            </a:r>
            <a:r>
              <a:rPr lang="en-US" dirty="0" err="1">
                <a:noFill/>
              </a:rPr>
              <a:t>beim</a:t>
            </a:r>
            <a:r>
              <a:rPr lang="en-US" dirty="0">
                <a:noFill/>
              </a:rPr>
              <a:t> Graben &amp; Gerth, 2012)</a:t>
            </a:r>
          </a:p>
          <a:p>
            <a:pPr>
              <a:buSzPts val="100"/>
            </a:pPr>
            <a:r>
              <a:rPr lang="en-US" dirty="0">
                <a:noFill/>
              </a:rPr>
              <a:t>It’s not just CCGs!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EC05-3047-CAB2-F49C-6B1D5D30AC78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1580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F57-8F93-9664-0BC8-1374D63C459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MGs?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CECB-C1B0-093E-D480-94BA197F274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MGs are a mildly context-sensitive grammar formalism which are thought to be able to capture all of natural language syntax</a:t>
            </a:r>
          </a:p>
          <a:p>
            <a:r>
              <a:rPr lang="en-US" dirty="0"/>
              <a:t>MGs formalize “Minimalist Program-like” syntax</a:t>
            </a:r>
          </a:p>
          <a:p>
            <a:pPr lvl="1"/>
            <a:r>
              <a:rPr lang="en-US" dirty="0"/>
              <a:t>In this way, incorporating distributional semantics into MGs provides a link to “mainstream” syntactic theory</a:t>
            </a:r>
          </a:p>
          <a:p>
            <a:r>
              <a:rPr lang="en-US" dirty="0"/>
              <a:t>MGs have also been useful in analyzing sentence processing (</a:t>
            </a:r>
            <a:r>
              <a:rPr lang="en-US" dirty="0" err="1">
                <a:solidFill>
                  <a:schemeClr val="bg2"/>
                </a:solidFill>
              </a:rPr>
              <a:t>Kobele</a:t>
            </a:r>
            <a:r>
              <a:rPr lang="en-US" dirty="0">
                <a:solidFill>
                  <a:schemeClr val="bg2"/>
                </a:solidFill>
              </a:rPr>
              <a:t> et al., 2012</a:t>
            </a:r>
            <a:r>
              <a:rPr lang="en-US" dirty="0"/>
              <a:t>; </a:t>
            </a:r>
            <a:r>
              <a:rPr lang="en-US" dirty="0">
                <a:solidFill>
                  <a:schemeClr val="bg2"/>
                </a:solidFill>
              </a:rPr>
              <a:t>De Santo, 2020, 2025)</a:t>
            </a:r>
          </a:p>
          <a:p>
            <a:pPr>
              <a:buSzPts val="100"/>
            </a:pPr>
            <a:r>
              <a:rPr lang="en-US" dirty="0">
                <a:noFill/>
              </a:rPr>
              <a:t>There is also a vector-based analysis for the </a:t>
            </a:r>
            <a:r>
              <a:rPr lang="en-US" i="1" dirty="0">
                <a:noFill/>
              </a:rPr>
              <a:t>syntax </a:t>
            </a:r>
            <a:r>
              <a:rPr lang="en-US" dirty="0">
                <a:noFill/>
              </a:rPr>
              <a:t>of MGs (</a:t>
            </a:r>
            <a:r>
              <a:rPr lang="en-US" dirty="0" err="1">
                <a:noFill/>
              </a:rPr>
              <a:t>beim</a:t>
            </a:r>
            <a:r>
              <a:rPr lang="en-US" dirty="0">
                <a:noFill/>
              </a:rPr>
              <a:t> Graben &amp; Gerth, 2012)</a:t>
            </a:r>
          </a:p>
          <a:p>
            <a:pPr>
              <a:buSzPts val="100"/>
            </a:pPr>
            <a:r>
              <a:rPr lang="en-US" dirty="0">
                <a:noFill/>
              </a:rPr>
              <a:t>It’s not just CCGs!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EC05-3047-CAB2-F49C-6B1D5D30AC78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8961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F57-8F93-9664-0BC8-1374D63C459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MGs?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CECB-C1B0-093E-D480-94BA197F274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MGs are a mildly context-sensitive grammar formalism which are thought to be able to capture all of natural language syntax</a:t>
            </a:r>
          </a:p>
          <a:p>
            <a:r>
              <a:rPr lang="en-US" dirty="0"/>
              <a:t>MGs formalize “Minimalist Program-like” syntax</a:t>
            </a:r>
          </a:p>
          <a:p>
            <a:pPr lvl="1"/>
            <a:r>
              <a:rPr lang="en-US" dirty="0"/>
              <a:t>In this way, incorporating distributional semantics into MGs provides a link to “mainstream” syntactic theory</a:t>
            </a:r>
          </a:p>
          <a:p>
            <a:r>
              <a:rPr lang="en-US" dirty="0"/>
              <a:t>MGs have also been useful in analyzing sentence processing (</a:t>
            </a:r>
            <a:r>
              <a:rPr lang="en-US" dirty="0" err="1">
                <a:solidFill>
                  <a:schemeClr val="bg2"/>
                </a:solidFill>
              </a:rPr>
              <a:t>Kobele</a:t>
            </a:r>
            <a:r>
              <a:rPr lang="en-US" dirty="0">
                <a:solidFill>
                  <a:schemeClr val="bg2"/>
                </a:solidFill>
              </a:rPr>
              <a:t> et al., 2012</a:t>
            </a:r>
            <a:r>
              <a:rPr lang="en-US" dirty="0"/>
              <a:t>; </a:t>
            </a:r>
            <a:r>
              <a:rPr lang="en-US" dirty="0">
                <a:solidFill>
                  <a:schemeClr val="bg2"/>
                </a:solidFill>
              </a:rPr>
              <a:t>De Santo, 2020, 2025)</a:t>
            </a:r>
          </a:p>
          <a:p>
            <a:r>
              <a:rPr lang="en-US" dirty="0"/>
              <a:t>There is also a vector-based analysis for the </a:t>
            </a:r>
            <a:r>
              <a:rPr lang="en-US" i="1" dirty="0"/>
              <a:t>syntax </a:t>
            </a:r>
            <a:r>
              <a:rPr lang="en-US" dirty="0"/>
              <a:t>of MGs (</a:t>
            </a:r>
            <a:r>
              <a:rPr lang="en-US" dirty="0" err="1"/>
              <a:t>beim</a:t>
            </a:r>
            <a:r>
              <a:rPr lang="en-US" dirty="0"/>
              <a:t> Graben &amp; Gerth, 2012)</a:t>
            </a:r>
          </a:p>
          <a:p>
            <a:pPr>
              <a:buSzPts val="100"/>
            </a:pPr>
            <a:r>
              <a:rPr lang="en-US" dirty="0">
                <a:noFill/>
              </a:rPr>
              <a:t>It’s not just CCGs!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EC05-3047-CAB2-F49C-6B1D5D30AC78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2715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F57-8F93-9664-0BC8-1374D63C459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MGs?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CECB-C1B0-093E-D480-94BA197F274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MGs are a mildly context-sensitive grammar formalism which are thought to be able to capture all of natural language syntax</a:t>
            </a:r>
          </a:p>
          <a:p>
            <a:r>
              <a:rPr lang="en-US" dirty="0"/>
              <a:t>MGs formalize “Minimalist Program-like” syntax</a:t>
            </a:r>
          </a:p>
          <a:p>
            <a:pPr lvl="1"/>
            <a:r>
              <a:rPr lang="en-US" dirty="0"/>
              <a:t>In this way, incorporating distributional semantics into MGs provides a link to “mainstream” syntactic theory</a:t>
            </a:r>
          </a:p>
          <a:p>
            <a:r>
              <a:rPr lang="en-US" dirty="0"/>
              <a:t>MGs have also been useful in analyzing sentence processing (</a:t>
            </a:r>
            <a:r>
              <a:rPr lang="en-US" dirty="0" err="1">
                <a:solidFill>
                  <a:schemeClr val="bg2"/>
                </a:solidFill>
              </a:rPr>
              <a:t>Kobele</a:t>
            </a:r>
            <a:r>
              <a:rPr lang="en-US" dirty="0">
                <a:solidFill>
                  <a:schemeClr val="bg2"/>
                </a:solidFill>
              </a:rPr>
              <a:t> et al., 2012</a:t>
            </a:r>
            <a:r>
              <a:rPr lang="en-US" dirty="0"/>
              <a:t>; </a:t>
            </a:r>
            <a:r>
              <a:rPr lang="en-US" dirty="0">
                <a:solidFill>
                  <a:schemeClr val="bg2"/>
                </a:solidFill>
              </a:rPr>
              <a:t>De Santo, 2020, 2025)</a:t>
            </a:r>
          </a:p>
          <a:p>
            <a:r>
              <a:rPr lang="en-US" dirty="0"/>
              <a:t>There is also a vector-based analysis for the </a:t>
            </a:r>
            <a:r>
              <a:rPr lang="en-US" i="1" dirty="0"/>
              <a:t>syntax </a:t>
            </a:r>
            <a:r>
              <a:rPr lang="en-US" dirty="0"/>
              <a:t>of MGs (</a:t>
            </a:r>
            <a:r>
              <a:rPr lang="en-US" dirty="0" err="1"/>
              <a:t>beim</a:t>
            </a:r>
            <a:r>
              <a:rPr lang="en-US" dirty="0"/>
              <a:t> Graben &amp; Gerth, 2012)</a:t>
            </a:r>
          </a:p>
          <a:p>
            <a:r>
              <a:rPr lang="en-US" dirty="0"/>
              <a:t>It’s not just CCGs!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EC05-3047-CAB2-F49C-6B1D5D30AC78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6193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Minimalist Grammars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A353-E4E7-6F9B-C8BF-C6B360F2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41A0A-E25F-76A8-FC6D-5B1771B58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4578955" cy="3416400"/>
          </a:xfrm>
        </p:spPr>
        <p:txBody>
          <a:bodyPr>
            <a:normAutofit/>
          </a:bodyPr>
          <a:lstStyle/>
          <a:p>
            <a:r>
              <a:rPr lang="en-US" dirty="0"/>
              <a:t>Trees built from a lexicon and the operations Merge and Move</a:t>
            </a:r>
          </a:p>
          <a:p>
            <a:r>
              <a:rPr lang="en-US" dirty="0"/>
              <a:t>Each tree (including lexical items) has a string of features dictating which operations can be used</a:t>
            </a:r>
          </a:p>
          <a:p>
            <a:pPr lvl="1"/>
            <a:r>
              <a:rPr lang="en-US" dirty="0"/>
              <a:t>Merge features:</a:t>
            </a:r>
          </a:p>
          <a:p>
            <a:pPr lvl="2"/>
            <a:r>
              <a:rPr lang="en-US" dirty="0"/>
              <a:t>Selectee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  <a:p>
            <a:pPr lvl="2"/>
            <a:r>
              <a:rPr lang="en-US" dirty="0"/>
              <a:t>Selector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</a:t>
            </a:r>
            <a:endParaRPr lang="en-US" dirty="0"/>
          </a:p>
          <a:p>
            <a:pPr lvl="1"/>
            <a:r>
              <a:rPr lang="en-US" dirty="0"/>
              <a:t>Move features:</a:t>
            </a:r>
          </a:p>
          <a:p>
            <a:pPr lvl="2"/>
            <a:r>
              <a:rPr lang="en-US" dirty="0"/>
              <a:t>Licensee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  <a:p>
            <a:pPr lvl="2"/>
            <a:r>
              <a:rPr lang="en-US" dirty="0"/>
              <a:t>Licensor features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36D17-02CD-7294-ADB8-6D74331CB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</a:p>
        </p:txBody>
      </p:sp>
      <p:graphicFrame>
        <p:nvGraphicFramePr>
          <p:cNvPr id="5" name="Google Shape;133;p24">
            <a:extLst>
              <a:ext uri="{FF2B5EF4-FFF2-40B4-BE49-F238E27FC236}">
                <a16:creationId xmlns:a16="http://schemas.microsoft.com/office/drawing/2014/main" id="{6657356A-8029-35DA-56B6-45F313C8F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0113010"/>
              </p:ext>
            </p:extLst>
          </p:nvPr>
        </p:nvGraphicFramePr>
        <p:xfrm>
          <a:off x="5044441" y="850525"/>
          <a:ext cx="3702368" cy="341355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57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Lexical Item</a:t>
                      </a:r>
                      <a:endParaRPr sz="2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Feature String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(little v)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 head)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T]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</a:t>
                      </a:r>
                      <a:endParaRPr sz="2000" i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[=T, wh</a:t>
                      </a:r>
                      <a:r>
                        <a:rPr lang="en" sz="2000" baseline="30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C]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18672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2459-1E0D-C028-298B-E13FA6AC375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5C22E-2CF0-52F0-96A5-FF5ACF3ABA85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Merge is a (partial) binary operation. It takes one tree with a selectee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/>
              <a:t>and one with a matching selector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(=f),</a:t>
            </a:r>
            <a:r>
              <a:rPr lang="en-US" dirty="0"/>
              <a:t> combines them into one tree, checking (deleting) both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86DC-5CEC-BEE4-BA76-E22A083D3C59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4125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2459-1E0D-C028-298B-E13FA6AC375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5C22E-2CF0-52F0-96A5-FF5ACF3ABA85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Merge is a (partial) binary operation. It takes one tree with a selectee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/>
              <a:t>and one with a matching selector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(=f),</a:t>
            </a:r>
            <a:r>
              <a:rPr lang="en-US" dirty="0"/>
              <a:t> combines them into one tree, checking (deleting) both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86DC-5CEC-BEE4-BA76-E22A083D3C59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E9963F-3F33-FA84-EFE6-2371059CEDB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706592" y="2879670"/>
            <a:ext cx="1683876" cy="12435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CA177A-7AAC-75C3-7FAE-05F3E19B66E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351565" y="2946401"/>
            <a:ext cx="1308315" cy="10063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3629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2459-1E0D-C028-298B-E13FA6AC375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5C22E-2CF0-52F0-96A5-FF5ACF3ABA85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Merge is a (partial) binary operation. It takes one tree with a selectee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/>
              <a:t>and one with a matching selector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(=f),</a:t>
            </a:r>
            <a:r>
              <a:rPr lang="en-US" dirty="0"/>
              <a:t> combines them into one tree, checking (deleting) both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86DC-5CEC-BEE4-BA76-E22A083D3C59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6608ED-A186-320F-8A3B-0344CA12B87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64809" y="1529623"/>
            <a:ext cx="3307649" cy="26621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88AF-BA9B-91B2-50B6-D37E3BBAE9F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B40FE8-299E-996E-D470-8A0EFD5ACB39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545093-21CF-2CD4-C31B-2F1954B2BD2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rcRect t="5974"/>
          <a:stretch>
            <a:fillRect/>
          </a:stretch>
        </p:blipFill>
        <p:spPr>
          <a:xfrm>
            <a:off x="5509260" y="2399598"/>
            <a:ext cx="3057978" cy="2314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A2F6DC-5580-9B78-563D-F25062588DA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rcRect r="5561"/>
          <a:stretch>
            <a:fillRect/>
          </a:stretch>
        </p:blipFill>
        <p:spPr>
          <a:xfrm>
            <a:off x="576762" y="2437656"/>
            <a:ext cx="1682298" cy="9505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7749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88AF-BA9B-91B2-50B6-D37E3BBAE9F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B40FE8-299E-996E-D470-8A0EFD5ACB39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85F815-2BB1-A8AE-1369-13B89D83DC5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63463" y="1080811"/>
            <a:ext cx="4017073" cy="35193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9909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4249-29AB-B6DF-90F5-4BC19D049AD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C4DE-8141-2EC4-462C-2686A41679A3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7E944-3A2A-2287-22B8-9B088CD604B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rcRect t="5465" b="5096"/>
          <a:stretch>
            <a:fillRect/>
          </a:stretch>
        </p:blipFill>
        <p:spPr>
          <a:xfrm>
            <a:off x="5067300" y="2087880"/>
            <a:ext cx="3619498" cy="2836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9644A9-3A4E-3FB2-81CB-7671DAB8413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30545" y="2083713"/>
            <a:ext cx="1290636" cy="8050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8992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4249-29AB-B6DF-90F5-4BC19D049AD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C4DE-8141-2EC4-462C-2686A41679A3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7EBF08-9830-0F93-954A-9253F40ADC1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31900" y="1017725"/>
            <a:ext cx="4499044" cy="39601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0616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E2E6-38DC-68B0-10AE-1D725FB25FB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00C34-AA3F-9A86-19A2-FDAB280F8026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41951-2A20-826E-FB21-A7239EF46C4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>
            <a:alphaModFix/>
          </a:blip>
          <a:srcRect t="2025"/>
          <a:stretch>
            <a:fillRect/>
          </a:stretch>
        </p:blipFill>
        <p:spPr>
          <a:xfrm>
            <a:off x="4958545" y="1912373"/>
            <a:ext cx="3513913" cy="3030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133B0A-16A8-EA43-A5B8-603BE96DBAB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4442" y="1927613"/>
            <a:ext cx="1504995" cy="6606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451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E2E6-38DC-68B0-10AE-1D725FB25FB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00C34-AA3F-9A86-19A2-FDAB280F8026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B1EBC-F520-E5AC-4636-297A4A30B14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89765" y="1017725"/>
            <a:ext cx="4564469" cy="39098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6395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42BC-0590-6EC7-FABE-E865637CFC5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6B10A-3F22-CCFE-4672-B8AFE40FFF3C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Move is a (partial) unary operation. It takes a tree with an active licensor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feature and </a:t>
            </a:r>
            <a:r>
              <a:rPr lang="en-US" i="1" dirty="0"/>
              <a:t>exactly one</a:t>
            </a:r>
            <a:r>
              <a:rPr lang="en-US" dirty="0"/>
              <a:t> matching licensee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and checks (deletes)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B27B-4FAE-0EDB-F73F-305DDA2D1917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0276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42BC-0590-6EC7-FABE-E865637CFC5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6B10A-3F22-CCFE-4672-B8AFE40FFF3C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Move is a (partial) unary operation. It takes a tree with an active licensor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feature and </a:t>
            </a:r>
            <a:r>
              <a:rPr lang="en-US" i="1" dirty="0"/>
              <a:t>exactly one</a:t>
            </a:r>
            <a:r>
              <a:rPr lang="en-US" dirty="0"/>
              <a:t> matching licensee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and checks (deletes)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B27B-4FAE-0EDB-F73F-305DDA2D1917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AE2A2E-F7E3-D5B6-2B9B-F9BBD49CE05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>
            <a:alphaModFix/>
          </a:blip>
          <a:srcRect t="1946"/>
          <a:stretch>
            <a:fillRect/>
          </a:stretch>
        </p:blipFill>
        <p:spPr>
          <a:xfrm>
            <a:off x="4780577" y="1379220"/>
            <a:ext cx="3593690" cy="30183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1793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42BC-0590-6EC7-FABE-E865637CFC5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6B10A-3F22-CCFE-4672-B8AFE40FFF3C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42603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Move is a (partial) unary operation. It takes a tree with an active licensor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feature and </a:t>
            </a:r>
            <a:r>
              <a:rPr lang="en-US" i="1" dirty="0"/>
              <a:t>exactly one</a:t>
            </a:r>
            <a:r>
              <a:rPr lang="en-US" dirty="0"/>
              <a:t> matching licensee feature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and checks (deletes)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B27B-4FAE-0EDB-F73F-305DDA2D1917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301276-090B-F837-1C11-FE304EFFA89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716780" y="731375"/>
            <a:ext cx="3668107" cy="36585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8723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8649-312C-DCE5-E5D9-9A33B48AC23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E4830-B451-7451-1CF5-919849B45CE6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16427-0C04-ABAF-D39D-6EC61894790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60819" y="1612718"/>
            <a:ext cx="3369726" cy="33609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707580-1E4A-111B-80DF-6BB2EF850A1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1391" y="1612718"/>
            <a:ext cx="969466" cy="467170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170A25-2618-881A-8A1F-FEC50CCB6ED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311700" y="1152475"/>
            <a:ext cx="3178260" cy="3416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buSzPts val="100"/>
            </a:pPr>
            <a:r>
              <a:rPr lang="en-US" dirty="0">
                <a:noFill/>
              </a:rPr>
              <a:t>Only feature remaining is </a:t>
            </a:r>
            <a:r>
              <a:rPr lang="en-US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noFill/>
              </a:rPr>
              <a:t>, so this tree is accepted by the grammar.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3400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8649-312C-DCE5-E5D9-9A33B48AC23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E4830-B451-7451-1CF5-919849B45CE6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52EE07-8FE2-0621-CF9E-065CCBE496D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3182" y="1017725"/>
            <a:ext cx="3710179" cy="3906890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170A25-2618-881A-8A1F-FEC50CCB6ED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11700" y="1152475"/>
            <a:ext cx="3178260" cy="3416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buSzPts val="100"/>
            </a:pPr>
            <a:r>
              <a:rPr lang="en-US" dirty="0">
                <a:noFill/>
              </a:rPr>
              <a:t>Only feature remaining is </a:t>
            </a:r>
            <a:r>
              <a:rPr lang="en-US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noFill/>
              </a:rPr>
              <a:t>, so this tree is accepted by the grammar.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6726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D3103B-9101-A1E6-225B-FE59AE19678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71416" y="437142"/>
            <a:ext cx="3706179" cy="444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38649-312C-DCE5-E5D9-9A33B48AC23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E4830-B451-7451-1CF5-919849B45CE6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170A25-2618-881A-8A1F-FEC50CCB6ED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11700" y="1152475"/>
            <a:ext cx="3178260" cy="3416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buSzPts val="100"/>
            </a:pPr>
            <a:r>
              <a:rPr lang="en-US" dirty="0">
                <a:noFill/>
              </a:rPr>
              <a:t>Only feature remaining is </a:t>
            </a:r>
            <a:r>
              <a:rPr lang="en-US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noFill/>
              </a:rPr>
              <a:t>, so this tree is accepted by the grammar.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368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D3103B-9101-A1E6-225B-FE59AE19678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71416" y="437142"/>
            <a:ext cx="3706179" cy="444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38649-312C-DCE5-E5D9-9A33B48AC23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Minimalist Grammars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E4830-B451-7451-1CF5-919849B45CE6}"/>
              </a:ext>
            </a:extLst>
          </p:cNvPr>
          <p:cNvSpPr>
            <a:spLocks noGrp="1"/>
          </p:cNvSpPr>
          <p:nvPr>
            <p:ph type="sldNum" idx="12"/>
            <p:custDataLst>
              <p:tags r:id="rId4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170A25-2618-881A-8A1F-FEC50CCB6ED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11700" y="1152475"/>
            <a:ext cx="3178260" cy="3416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en-US" dirty="0">
                <a:solidFill>
                  <a:schemeClr val="bg2"/>
                </a:solidFill>
              </a:rPr>
              <a:t>Only feature remaining is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chemeClr val="bg2"/>
                </a:solidFill>
              </a:rPr>
              <a:t>, so this tree is accepted by the grammar.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271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 Semantics for MGs</a:t>
            </a:r>
            <a:endParaRPr/>
          </a:p>
        </p:txBody>
      </p:sp>
      <p:sp>
        <p:nvSpPr>
          <p:cNvPr id="220" name="Google Shape;22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1256-9B64-C3F5-DAF8-A2C50863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BD96735-0423-0A02-23D8-A2860E59D5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1188704"/>
              </a:xfrm>
            </p:spPr>
            <p:txBody>
              <a:bodyPr/>
              <a:lstStyle/>
              <a:p>
                <a:r>
                  <a:rPr lang="en-US" dirty="0"/>
                  <a:t>An order-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tensor is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-dimensional grid of numbers </a:t>
                </a:r>
              </a:p>
              <a:p>
                <a:r>
                  <a:rPr lang="en-US" dirty="0"/>
                  <a:t>An order-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tensor is a vector in the tensor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⊗…⊗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(finite dimensional) vector spaces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BD96735-0423-0A02-23D8-A2860E59D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118870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B1BAFB-71FD-043E-2ADF-33D126F255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 lang="en" dirty="0"/>
          </a:p>
        </p:txBody>
      </p:sp>
      <p:grpSp>
        <p:nvGrpSpPr>
          <p:cNvPr id="5" name="B">
            <a:extLst>
              <a:ext uri="{FF2B5EF4-FFF2-40B4-BE49-F238E27FC236}">
                <a16:creationId xmlns:a16="http://schemas.microsoft.com/office/drawing/2014/main" id="{22FD7820-6912-E75D-4B7B-FB439E627388}"/>
              </a:ext>
            </a:extLst>
          </p:cNvPr>
          <p:cNvGrpSpPr/>
          <p:nvPr/>
        </p:nvGrpSpPr>
        <p:grpSpPr>
          <a:xfrm>
            <a:off x="6284710" y="3416521"/>
            <a:ext cx="2285375" cy="1281954"/>
            <a:chOff x="1698839" y="1436484"/>
            <a:chExt cx="2285375" cy="1281954"/>
          </a:xfrm>
        </p:grpSpPr>
        <p:grpSp>
          <p:nvGrpSpPr>
            <p:cNvPr id="6" name="B23">
              <a:extLst>
                <a:ext uri="{FF2B5EF4-FFF2-40B4-BE49-F238E27FC236}">
                  <a16:creationId xmlns:a16="http://schemas.microsoft.com/office/drawing/2014/main" id="{98D8AF3B-2CB0-60BB-7FA1-C215DD0E46D7}"/>
                </a:ext>
              </a:extLst>
            </p:cNvPr>
            <p:cNvGrpSpPr/>
            <p:nvPr/>
          </p:nvGrpSpPr>
          <p:grpSpPr>
            <a:xfrm>
              <a:off x="2057740" y="1870588"/>
              <a:ext cx="1922623" cy="494665"/>
              <a:chOff x="5445539" y="3736111"/>
              <a:chExt cx="1135765" cy="292200"/>
            </a:xfrm>
            <a:solidFill>
              <a:srgbClr val="4285F4"/>
            </a:solidFill>
          </p:grpSpPr>
          <p:sp>
            <p:nvSpPr>
              <p:cNvPr id="32" name="Google Shape;231;p36">
                <a:extLst>
                  <a:ext uri="{FF2B5EF4-FFF2-40B4-BE49-F238E27FC236}">
                    <a16:creationId xmlns:a16="http://schemas.microsoft.com/office/drawing/2014/main" id="{CF36F224-C92A-FD97-E566-BE6240CFF9E6}"/>
                  </a:ext>
                </a:extLst>
              </p:cNvPr>
              <p:cNvSpPr/>
              <p:nvPr/>
            </p:nvSpPr>
            <p:spPr>
              <a:xfrm>
                <a:off x="544553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5</a:t>
                </a:r>
                <a:endParaRPr sz="2370" dirty="0"/>
              </a:p>
            </p:txBody>
          </p:sp>
          <p:sp>
            <p:nvSpPr>
              <p:cNvPr id="33" name="Google Shape;232;p36">
                <a:extLst>
                  <a:ext uri="{FF2B5EF4-FFF2-40B4-BE49-F238E27FC236}">
                    <a16:creationId xmlns:a16="http://schemas.microsoft.com/office/drawing/2014/main" id="{7C7596CB-2397-0C5A-03B7-47A440C67B3D}"/>
                  </a:ext>
                </a:extLst>
              </p:cNvPr>
              <p:cNvSpPr/>
              <p:nvPr/>
            </p:nvSpPr>
            <p:spPr>
              <a:xfrm>
                <a:off x="5717514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-6</a:t>
                </a:r>
                <a:endParaRPr sz="2370" dirty="0"/>
              </a:p>
            </p:txBody>
          </p:sp>
          <p:sp>
            <p:nvSpPr>
              <p:cNvPr id="34" name="Google Shape;233;p36">
                <a:extLst>
                  <a:ext uri="{FF2B5EF4-FFF2-40B4-BE49-F238E27FC236}">
                    <a16:creationId xmlns:a16="http://schemas.microsoft.com/office/drawing/2014/main" id="{10AC0722-ACE5-B5F1-4FB9-CC5139244C32}"/>
                  </a:ext>
                </a:extLst>
              </p:cNvPr>
              <p:cNvSpPr/>
              <p:nvPr/>
            </p:nvSpPr>
            <p:spPr>
              <a:xfrm>
                <a:off x="599589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-7</a:t>
                </a:r>
                <a:endParaRPr sz="2370" dirty="0"/>
              </a:p>
            </p:txBody>
          </p:sp>
          <p:sp>
            <p:nvSpPr>
              <p:cNvPr id="35" name="Google Shape;234;p36">
                <a:extLst>
                  <a:ext uri="{FF2B5EF4-FFF2-40B4-BE49-F238E27FC236}">
                    <a16:creationId xmlns:a16="http://schemas.microsoft.com/office/drawing/2014/main" id="{E851579E-9CA4-9D10-329C-740FFC2097B7}"/>
                  </a:ext>
                </a:extLst>
              </p:cNvPr>
              <p:cNvSpPr/>
              <p:nvPr/>
            </p:nvSpPr>
            <p:spPr>
              <a:xfrm>
                <a:off x="6289103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8</a:t>
                </a:r>
                <a:endParaRPr sz="2370" dirty="0"/>
              </a:p>
            </p:txBody>
          </p:sp>
        </p:grpSp>
        <p:grpSp>
          <p:nvGrpSpPr>
            <p:cNvPr id="7" name="B22">
              <a:extLst>
                <a:ext uri="{FF2B5EF4-FFF2-40B4-BE49-F238E27FC236}">
                  <a16:creationId xmlns:a16="http://schemas.microsoft.com/office/drawing/2014/main" id="{8D4198C7-6616-3179-353C-21C42ADCD866}"/>
                </a:ext>
              </a:extLst>
            </p:cNvPr>
            <p:cNvGrpSpPr/>
            <p:nvPr/>
          </p:nvGrpSpPr>
          <p:grpSpPr>
            <a:xfrm>
              <a:off x="1874429" y="2048239"/>
              <a:ext cx="1922623" cy="494665"/>
              <a:chOff x="5337250" y="3841050"/>
              <a:chExt cx="1135765" cy="292200"/>
            </a:xfrm>
            <a:solidFill>
              <a:srgbClr val="0D5BDC"/>
            </a:solidFill>
          </p:grpSpPr>
          <p:sp>
            <p:nvSpPr>
              <p:cNvPr id="28" name="Google Shape;236;p36">
                <a:extLst>
                  <a:ext uri="{FF2B5EF4-FFF2-40B4-BE49-F238E27FC236}">
                    <a16:creationId xmlns:a16="http://schemas.microsoft.com/office/drawing/2014/main" id="{508E9EF3-DB96-33EA-85E3-6935F25A49D1}"/>
                  </a:ext>
                </a:extLst>
              </p:cNvPr>
              <p:cNvSpPr/>
              <p:nvPr/>
            </p:nvSpPr>
            <p:spPr>
              <a:xfrm>
                <a:off x="533725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-1</a:t>
                </a:r>
                <a:endParaRPr sz="2370" dirty="0"/>
              </a:p>
            </p:txBody>
          </p:sp>
          <p:sp>
            <p:nvSpPr>
              <p:cNvPr id="29" name="Google Shape;237;p36">
                <a:extLst>
                  <a:ext uri="{FF2B5EF4-FFF2-40B4-BE49-F238E27FC236}">
                    <a16:creationId xmlns:a16="http://schemas.microsoft.com/office/drawing/2014/main" id="{D7638DAA-6D58-BCCA-3234-C714483B5CE4}"/>
                  </a:ext>
                </a:extLst>
              </p:cNvPr>
              <p:cNvSpPr/>
              <p:nvPr/>
            </p:nvSpPr>
            <p:spPr>
              <a:xfrm>
                <a:off x="560922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-2</a:t>
                </a:r>
                <a:endParaRPr sz="2370" dirty="0"/>
              </a:p>
            </p:txBody>
          </p:sp>
          <p:sp>
            <p:nvSpPr>
              <p:cNvPr id="30" name="Google Shape;238;p36">
                <a:extLst>
                  <a:ext uri="{FF2B5EF4-FFF2-40B4-BE49-F238E27FC236}">
                    <a16:creationId xmlns:a16="http://schemas.microsoft.com/office/drawing/2014/main" id="{4F1A0919-5F75-102F-3D56-DB57FFA0CB58}"/>
                  </a:ext>
                </a:extLst>
              </p:cNvPr>
              <p:cNvSpPr/>
              <p:nvPr/>
            </p:nvSpPr>
            <p:spPr>
              <a:xfrm>
                <a:off x="588761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-3</a:t>
                </a:r>
                <a:endParaRPr sz="2370" dirty="0"/>
              </a:p>
            </p:txBody>
          </p:sp>
          <p:sp>
            <p:nvSpPr>
              <p:cNvPr id="31" name="Google Shape;239;p36">
                <a:extLst>
                  <a:ext uri="{FF2B5EF4-FFF2-40B4-BE49-F238E27FC236}">
                    <a16:creationId xmlns:a16="http://schemas.microsoft.com/office/drawing/2014/main" id="{4AB555B8-2AA9-6340-C119-2EE0A97B4A8D}"/>
                  </a:ext>
                </a:extLst>
              </p:cNvPr>
              <p:cNvSpPr/>
              <p:nvPr/>
            </p:nvSpPr>
            <p:spPr>
              <a:xfrm>
                <a:off x="618081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-4</a:t>
                </a:r>
                <a:endParaRPr sz="2370" dirty="0"/>
              </a:p>
            </p:txBody>
          </p:sp>
        </p:grpSp>
        <p:grpSp>
          <p:nvGrpSpPr>
            <p:cNvPr id="8" name="B21">
              <a:extLst>
                <a:ext uri="{FF2B5EF4-FFF2-40B4-BE49-F238E27FC236}">
                  <a16:creationId xmlns:a16="http://schemas.microsoft.com/office/drawing/2014/main" id="{74AF9AF3-C8B9-D059-4EFC-5FBE0A2A7F8C}"/>
                </a:ext>
              </a:extLst>
            </p:cNvPr>
            <p:cNvGrpSpPr/>
            <p:nvPr/>
          </p:nvGrpSpPr>
          <p:grpSpPr>
            <a:xfrm>
              <a:off x="1698839" y="2223773"/>
              <a:ext cx="1922623" cy="494665"/>
              <a:chOff x="5233523" y="3944739"/>
              <a:chExt cx="1135765" cy="292200"/>
            </a:xfrm>
            <a:solidFill>
              <a:srgbClr val="002060"/>
            </a:solidFill>
          </p:grpSpPr>
          <p:sp>
            <p:nvSpPr>
              <p:cNvPr id="24" name="Google Shape;241;p36">
                <a:extLst>
                  <a:ext uri="{FF2B5EF4-FFF2-40B4-BE49-F238E27FC236}">
                    <a16:creationId xmlns:a16="http://schemas.microsoft.com/office/drawing/2014/main" id="{6D82B6D3-6229-1B44-DE09-541B4DEA792E}"/>
                  </a:ext>
                </a:extLst>
              </p:cNvPr>
              <p:cNvSpPr/>
              <p:nvPr/>
            </p:nvSpPr>
            <p:spPr>
              <a:xfrm>
                <a:off x="523352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	</a:t>
                </a:r>
                <a:endParaRPr sz="2370" dirty="0"/>
              </a:p>
            </p:txBody>
          </p:sp>
          <p:sp>
            <p:nvSpPr>
              <p:cNvPr id="25" name="Google Shape;242;p36">
                <a:extLst>
                  <a:ext uri="{FF2B5EF4-FFF2-40B4-BE49-F238E27FC236}">
                    <a16:creationId xmlns:a16="http://schemas.microsoft.com/office/drawing/2014/main" id="{551B3643-554B-1466-5A8E-D0EA82CEF05C}"/>
                  </a:ext>
                </a:extLst>
              </p:cNvPr>
              <p:cNvSpPr/>
              <p:nvPr/>
            </p:nvSpPr>
            <p:spPr>
              <a:xfrm>
                <a:off x="550549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2</a:t>
                </a:r>
                <a:endParaRPr sz="2370" dirty="0"/>
              </a:p>
            </p:txBody>
          </p:sp>
          <p:sp>
            <p:nvSpPr>
              <p:cNvPr id="26" name="Google Shape;243;p36">
                <a:extLst>
                  <a:ext uri="{FF2B5EF4-FFF2-40B4-BE49-F238E27FC236}">
                    <a16:creationId xmlns:a16="http://schemas.microsoft.com/office/drawing/2014/main" id="{24D9460D-FE2D-E803-683A-B5CE1C59C388}"/>
                  </a:ext>
                </a:extLst>
              </p:cNvPr>
              <p:cNvSpPr/>
              <p:nvPr/>
            </p:nvSpPr>
            <p:spPr>
              <a:xfrm>
                <a:off x="578388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3</a:t>
                </a:r>
                <a:endParaRPr sz="2370" dirty="0"/>
              </a:p>
            </p:txBody>
          </p:sp>
          <p:sp>
            <p:nvSpPr>
              <p:cNvPr id="27" name="Google Shape;244;p36">
                <a:extLst>
                  <a:ext uri="{FF2B5EF4-FFF2-40B4-BE49-F238E27FC236}">
                    <a16:creationId xmlns:a16="http://schemas.microsoft.com/office/drawing/2014/main" id="{3138FDDF-F358-75B9-750B-C284B6BA2DCF}"/>
                  </a:ext>
                </a:extLst>
              </p:cNvPr>
              <p:cNvSpPr/>
              <p:nvPr/>
            </p:nvSpPr>
            <p:spPr>
              <a:xfrm>
                <a:off x="607708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4</a:t>
                </a:r>
                <a:endParaRPr sz="2370" dirty="0"/>
              </a:p>
            </p:txBody>
          </p:sp>
        </p:grpSp>
        <p:grpSp>
          <p:nvGrpSpPr>
            <p:cNvPr id="9" name="B13">
              <a:extLst>
                <a:ext uri="{FF2B5EF4-FFF2-40B4-BE49-F238E27FC236}">
                  <a16:creationId xmlns:a16="http://schemas.microsoft.com/office/drawing/2014/main" id="{8CD2EC20-6B8C-2044-3A78-256044EDB5A1}"/>
                </a:ext>
              </a:extLst>
            </p:cNvPr>
            <p:cNvGrpSpPr/>
            <p:nvPr/>
          </p:nvGrpSpPr>
          <p:grpSpPr>
            <a:xfrm>
              <a:off x="2061591" y="1436484"/>
              <a:ext cx="1922623" cy="494665"/>
              <a:chOff x="5445539" y="3443811"/>
              <a:chExt cx="1135765" cy="292200"/>
            </a:xfrm>
            <a:solidFill>
              <a:srgbClr val="76F2FF"/>
            </a:solidFill>
          </p:grpSpPr>
          <p:sp>
            <p:nvSpPr>
              <p:cNvPr id="20" name="Google Shape;246;p36">
                <a:extLst>
                  <a:ext uri="{FF2B5EF4-FFF2-40B4-BE49-F238E27FC236}">
                    <a16:creationId xmlns:a16="http://schemas.microsoft.com/office/drawing/2014/main" id="{FF835001-68CD-4771-56ED-1D33AA49AE80}"/>
                  </a:ext>
                </a:extLst>
              </p:cNvPr>
              <p:cNvSpPr/>
              <p:nvPr/>
            </p:nvSpPr>
            <p:spPr>
              <a:xfrm>
                <a:off x="544553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1" name="Google Shape;247;p36">
                <a:extLst>
                  <a:ext uri="{FF2B5EF4-FFF2-40B4-BE49-F238E27FC236}">
                    <a16:creationId xmlns:a16="http://schemas.microsoft.com/office/drawing/2014/main" id="{E13E6E85-55AE-7508-C816-9E06554A5194}"/>
                  </a:ext>
                </a:extLst>
              </p:cNvPr>
              <p:cNvSpPr/>
              <p:nvPr/>
            </p:nvSpPr>
            <p:spPr>
              <a:xfrm>
                <a:off x="5717514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2" name="Google Shape;248;p36">
                <a:extLst>
                  <a:ext uri="{FF2B5EF4-FFF2-40B4-BE49-F238E27FC236}">
                    <a16:creationId xmlns:a16="http://schemas.microsoft.com/office/drawing/2014/main" id="{DE848E57-F2E8-9549-B322-4C3C9E4B86FE}"/>
                  </a:ext>
                </a:extLst>
              </p:cNvPr>
              <p:cNvSpPr/>
              <p:nvPr/>
            </p:nvSpPr>
            <p:spPr>
              <a:xfrm>
                <a:off x="599589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23" name="Google Shape;249;p36">
                <a:extLst>
                  <a:ext uri="{FF2B5EF4-FFF2-40B4-BE49-F238E27FC236}">
                    <a16:creationId xmlns:a16="http://schemas.microsoft.com/office/drawing/2014/main" id="{85955076-83B6-ED86-1898-4ACB67BAD453}"/>
                  </a:ext>
                </a:extLst>
              </p:cNvPr>
              <p:cNvSpPr/>
              <p:nvPr/>
            </p:nvSpPr>
            <p:spPr>
              <a:xfrm>
                <a:off x="6289103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</p:grpSp>
        <p:grpSp>
          <p:nvGrpSpPr>
            <p:cNvPr id="10" name="B12">
              <a:extLst>
                <a:ext uri="{FF2B5EF4-FFF2-40B4-BE49-F238E27FC236}">
                  <a16:creationId xmlns:a16="http://schemas.microsoft.com/office/drawing/2014/main" id="{51BF3096-5EAF-5A0E-1CA8-F391FE4B0C66}"/>
                </a:ext>
              </a:extLst>
            </p:cNvPr>
            <p:cNvGrpSpPr/>
            <p:nvPr/>
          </p:nvGrpSpPr>
          <p:grpSpPr>
            <a:xfrm>
              <a:off x="1878280" y="1614135"/>
              <a:ext cx="1922623" cy="494665"/>
              <a:chOff x="5337250" y="3548750"/>
              <a:chExt cx="1135765" cy="292200"/>
            </a:xfrm>
            <a:solidFill>
              <a:srgbClr val="31EBFF"/>
            </a:solidFill>
          </p:grpSpPr>
          <p:sp>
            <p:nvSpPr>
              <p:cNvPr id="16" name="Google Shape;251;p36">
                <a:extLst>
                  <a:ext uri="{FF2B5EF4-FFF2-40B4-BE49-F238E27FC236}">
                    <a16:creationId xmlns:a16="http://schemas.microsoft.com/office/drawing/2014/main" id="{124EA52E-DDAB-F219-DC0A-73D590F1696A}"/>
                  </a:ext>
                </a:extLst>
              </p:cNvPr>
              <p:cNvSpPr/>
              <p:nvPr/>
            </p:nvSpPr>
            <p:spPr>
              <a:xfrm>
                <a:off x="533725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7" name="Google Shape;252;p36">
                <a:extLst>
                  <a:ext uri="{FF2B5EF4-FFF2-40B4-BE49-F238E27FC236}">
                    <a16:creationId xmlns:a16="http://schemas.microsoft.com/office/drawing/2014/main" id="{68DE1409-6315-0FB9-91CB-2430AAF4397E}"/>
                  </a:ext>
                </a:extLst>
              </p:cNvPr>
              <p:cNvSpPr/>
              <p:nvPr/>
            </p:nvSpPr>
            <p:spPr>
              <a:xfrm>
                <a:off x="560922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18" name="Google Shape;253;p36">
                <a:extLst>
                  <a:ext uri="{FF2B5EF4-FFF2-40B4-BE49-F238E27FC236}">
                    <a16:creationId xmlns:a16="http://schemas.microsoft.com/office/drawing/2014/main" id="{DC696B85-ADC5-983D-4F32-A59C3330F9F1}"/>
                  </a:ext>
                </a:extLst>
              </p:cNvPr>
              <p:cNvSpPr/>
              <p:nvPr/>
            </p:nvSpPr>
            <p:spPr>
              <a:xfrm>
                <a:off x="588761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9" name="Google Shape;254;p36">
                <a:extLst>
                  <a:ext uri="{FF2B5EF4-FFF2-40B4-BE49-F238E27FC236}">
                    <a16:creationId xmlns:a16="http://schemas.microsoft.com/office/drawing/2014/main" id="{1E060282-9CBA-13C9-7CB4-CBE00A4E1276}"/>
                  </a:ext>
                </a:extLst>
              </p:cNvPr>
              <p:cNvSpPr/>
              <p:nvPr/>
            </p:nvSpPr>
            <p:spPr>
              <a:xfrm>
                <a:off x="618081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  <p:grpSp>
          <p:nvGrpSpPr>
            <p:cNvPr id="11" name="B11">
              <a:extLst>
                <a:ext uri="{FF2B5EF4-FFF2-40B4-BE49-F238E27FC236}">
                  <a16:creationId xmlns:a16="http://schemas.microsoft.com/office/drawing/2014/main" id="{F322A7F6-5BAE-B686-5C78-B4E6C8BA7EBA}"/>
                </a:ext>
              </a:extLst>
            </p:cNvPr>
            <p:cNvGrpSpPr/>
            <p:nvPr/>
          </p:nvGrpSpPr>
          <p:grpSpPr>
            <a:xfrm>
              <a:off x="1702691" y="1789669"/>
              <a:ext cx="1922623" cy="494665"/>
              <a:chOff x="5233523" y="3652439"/>
              <a:chExt cx="1135765" cy="292200"/>
            </a:xfrm>
            <a:solidFill>
              <a:srgbClr val="00B0F0"/>
            </a:solidFill>
          </p:grpSpPr>
          <p:sp>
            <p:nvSpPr>
              <p:cNvPr id="12" name="Google Shape;256;p36">
                <a:extLst>
                  <a:ext uri="{FF2B5EF4-FFF2-40B4-BE49-F238E27FC236}">
                    <a16:creationId xmlns:a16="http://schemas.microsoft.com/office/drawing/2014/main" id="{F213B064-57C2-80F5-ABF5-A5B43C640595}"/>
                  </a:ext>
                </a:extLst>
              </p:cNvPr>
              <p:cNvSpPr/>
              <p:nvPr/>
            </p:nvSpPr>
            <p:spPr>
              <a:xfrm>
                <a:off x="523352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13" name="Google Shape;257;p36">
                <a:extLst>
                  <a:ext uri="{FF2B5EF4-FFF2-40B4-BE49-F238E27FC236}">
                    <a16:creationId xmlns:a16="http://schemas.microsoft.com/office/drawing/2014/main" id="{118A44A0-6D0D-3972-5525-70D47C55B047}"/>
                  </a:ext>
                </a:extLst>
              </p:cNvPr>
              <p:cNvSpPr/>
              <p:nvPr/>
            </p:nvSpPr>
            <p:spPr>
              <a:xfrm>
                <a:off x="550549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4" name="Google Shape;258;p36">
                <a:extLst>
                  <a:ext uri="{FF2B5EF4-FFF2-40B4-BE49-F238E27FC236}">
                    <a16:creationId xmlns:a16="http://schemas.microsoft.com/office/drawing/2014/main" id="{51238528-2C01-DDE8-7E52-5C7200B10C89}"/>
                  </a:ext>
                </a:extLst>
              </p:cNvPr>
              <p:cNvSpPr/>
              <p:nvPr/>
            </p:nvSpPr>
            <p:spPr>
              <a:xfrm>
                <a:off x="578388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15" name="Google Shape;259;p36">
                <a:extLst>
                  <a:ext uri="{FF2B5EF4-FFF2-40B4-BE49-F238E27FC236}">
                    <a16:creationId xmlns:a16="http://schemas.microsoft.com/office/drawing/2014/main" id="{810BA12F-8783-58FA-DBD6-B107A098FDA4}"/>
                  </a:ext>
                </a:extLst>
              </p:cNvPr>
              <p:cNvSpPr/>
              <p:nvPr/>
            </p:nvSpPr>
            <p:spPr>
              <a:xfrm>
                <a:off x="607708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</p:grpSp>
      <p:grpSp>
        <p:nvGrpSpPr>
          <p:cNvPr id="45" name="Vector">
            <a:extLst>
              <a:ext uri="{FF2B5EF4-FFF2-40B4-BE49-F238E27FC236}">
                <a16:creationId xmlns:a16="http://schemas.microsoft.com/office/drawing/2014/main" id="{34C0215C-9B52-3812-0D7E-07439EC14329}"/>
              </a:ext>
            </a:extLst>
          </p:cNvPr>
          <p:cNvGrpSpPr/>
          <p:nvPr/>
        </p:nvGrpSpPr>
        <p:grpSpPr>
          <a:xfrm>
            <a:off x="751238" y="3790063"/>
            <a:ext cx="1922623" cy="494665"/>
            <a:chOff x="2015135" y="3663853"/>
            <a:chExt cx="1922623" cy="494665"/>
          </a:xfrm>
        </p:grpSpPr>
        <p:sp>
          <p:nvSpPr>
            <p:cNvPr id="41" name="Google Shape;256;p36">
              <a:extLst>
                <a:ext uri="{FF2B5EF4-FFF2-40B4-BE49-F238E27FC236}">
                  <a16:creationId xmlns:a16="http://schemas.microsoft.com/office/drawing/2014/main" id="{8C0F0F8E-BE4B-7649-792A-839699B09728}"/>
                </a:ext>
              </a:extLst>
            </p:cNvPr>
            <p:cNvSpPr/>
            <p:nvPr/>
          </p:nvSpPr>
          <p:spPr>
            <a:xfrm>
              <a:off x="2015135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42" name="Google Shape;257;p36">
              <a:extLst>
                <a:ext uri="{FF2B5EF4-FFF2-40B4-BE49-F238E27FC236}">
                  <a16:creationId xmlns:a16="http://schemas.microsoft.com/office/drawing/2014/main" id="{7C6F29CA-4B40-B14E-6967-A3D05302801D}"/>
                </a:ext>
              </a:extLst>
            </p:cNvPr>
            <p:cNvSpPr/>
            <p:nvPr/>
          </p:nvSpPr>
          <p:spPr>
            <a:xfrm>
              <a:off x="2475534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43" name="Google Shape;258;p36">
              <a:extLst>
                <a:ext uri="{FF2B5EF4-FFF2-40B4-BE49-F238E27FC236}">
                  <a16:creationId xmlns:a16="http://schemas.microsoft.com/office/drawing/2014/main" id="{3A435624-7649-D79C-DF21-028955F67066}"/>
                </a:ext>
              </a:extLst>
            </p:cNvPr>
            <p:cNvSpPr/>
            <p:nvPr/>
          </p:nvSpPr>
          <p:spPr>
            <a:xfrm>
              <a:off x="2946784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44" name="Google Shape;259;p36">
              <a:extLst>
                <a:ext uri="{FF2B5EF4-FFF2-40B4-BE49-F238E27FC236}">
                  <a16:creationId xmlns:a16="http://schemas.microsoft.com/office/drawing/2014/main" id="{E6FE9EF4-8FFA-422A-860D-E45EB88700BF}"/>
                </a:ext>
              </a:extLst>
            </p:cNvPr>
            <p:cNvSpPr/>
            <p:nvPr/>
          </p:nvSpPr>
          <p:spPr>
            <a:xfrm>
              <a:off x="3443122" y="3663853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A02C738-23E2-DA8D-D9B5-FFDB70911A90}"/>
              </a:ext>
            </a:extLst>
          </p:cNvPr>
          <p:cNvSpPr txBox="1">
            <a:spLocks/>
          </p:cNvSpPr>
          <p:nvPr/>
        </p:nvSpPr>
        <p:spPr>
          <a:xfrm>
            <a:off x="367922" y="2693521"/>
            <a:ext cx="2676701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1 tensor (vector)</a:t>
            </a:r>
          </a:p>
          <a:p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5BB0BEFB-DC1F-A656-023B-2B3F2BD2A1B4}"/>
              </a:ext>
            </a:extLst>
          </p:cNvPr>
          <p:cNvSpPr txBox="1">
            <a:spLocks/>
          </p:cNvSpPr>
          <p:nvPr/>
        </p:nvSpPr>
        <p:spPr>
          <a:xfrm>
            <a:off x="3233649" y="2693521"/>
            <a:ext cx="2676701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2 tensor (matrix)</a:t>
            </a:r>
          </a:p>
          <a:p>
            <a:endParaRPr lang="en-US" dirty="0"/>
          </a:p>
        </p:txBody>
      </p:sp>
      <p:grpSp>
        <p:nvGrpSpPr>
          <p:cNvPr id="56" name="Matrix">
            <a:extLst>
              <a:ext uri="{FF2B5EF4-FFF2-40B4-BE49-F238E27FC236}">
                <a16:creationId xmlns:a16="http://schemas.microsoft.com/office/drawing/2014/main" id="{88F55EFF-43AE-14F7-1EF9-5FE6E2C2C321}"/>
              </a:ext>
            </a:extLst>
          </p:cNvPr>
          <p:cNvGrpSpPr/>
          <p:nvPr/>
        </p:nvGrpSpPr>
        <p:grpSpPr>
          <a:xfrm>
            <a:off x="3421824" y="3603292"/>
            <a:ext cx="1926475" cy="928769"/>
            <a:chOff x="3421824" y="3603292"/>
            <a:chExt cx="1926475" cy="928769"/>
          </a:xfrm>
        </p:grpSpPr>
        <p:sp>
          <p:nvSpPr>
            <p:cNvPr id="48" name="Google Shape;241;p36">
              <a:extLst>
                <a:ext uri="{FF2B5EF4-FFF2-40B4-BE49-F238E27FC236}">
                  <a16:creationId xmlns:a16="http://schemas.microsoft.com/office/drawing/2014/main" id="{07EC708E-8E73-BB44-5357-0BAE8FF2BD71}"/>
                </a:ext>
              </a:extLst>
            </p:cNvPr>
            <p:cNvSpPr/>
            <p:nvPr/>
          </p:nvSpPr>
          <p:spPr>
            <a:xfrm>
              <a:off x="3421824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49" name="Google Shape;242;p36">
              <a:extLst>
                <a:ext uri="{FF2B5EF4-FFF2-40B4-BE49-F238E27FC236}">
                  <a16:creationId xmlns:a16="http://schemas.microsoft.com/office/drawing/2014/main" id="{F0E1AD76-D864-BAFF-4D46-7B3866F41904}"/>
                </a:ext>
              </a:extLst>
            </p:cNvPr>
            <p:cNvSpPr/>
            <p:nvPr/>
          </p:nvSpPr>
          <p:spPr>
            <a:xfrm>
              <a:off x="3882223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50" name="Google Shape;243;p36">
              <a:extLst>
                <a:ext uri="{FF2B5EF4-FFF2-40B4-BE49-F238E27FC236}">
                  <a16:creationId xmlns:a16="http://schemas.microsoft.com/office/drawing/2014/main" id="{A8A35A9B-AA02-3E72-C253-14C300D6BDF2}"/>
                </a:ext>
              </a:extLst>
            </p:cNvPr>
            <p:cNvSpPr/>
            <p:nvPr/>
          </p:nvSpPr>
          <p:spPr>
            <a:xfrm>
              <a:off x="4353473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51" name="Google Shape;244;p36">
              <a:extLst>
                <a:ext uri="{FF2B5EF4-FFF2-40B4-BE49-F238E27FC236}">
                  <a16:creationId xmlns:a16="http://schemas.microsoft.com/office/drawing/2014/main" id="{07D4926A-60DB-29E7-62EC-261351AF31E3}"/>
                </a:ext>
              </a:extLst>
            </p:cNvPr>
            <p:cNvSpPr/>
            <p:nvPr/>
          </p:nvSpPr>
          <p:spPr>
            <a:xfrm>
              <a:off x="4849811" y="4037396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206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  <p:sp>
          <p:nvSpPr>
            <p:cNvPr id="52" name="Google Shape;256;p36">
              <a:extLst>
                <a:ext uri="{FF2B5EF4-FFF2-40B4-BE49-F238E27FC236}">
                  <a16:creationId xmlns:a16="http://schemas.microsoft.com/office/drawing/2014/main" id="{9B38D970-766D-5755-3512-651ACF6D9F14}"/>
                </a:ext>
              </a:extLst>
            </p:cNvPr>
            <p:cNvSpPr/>
            <p:nvPr/>
          </p:nvSpPr>
          <p:spPr>
            <a:xfrm>
              <a:off x="3425676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53" name="Google Shape;257;p36">
              <a:extLst>
                <a:ext uri="{FF2B5EF4-FFF2-40B4-BE49-F238E27FC236}">
                  <a16:creationId xmlns:a16="http://schemas.microsoft.com/office/drawing/2014/main" id="{ECA33577-091E-C2C4-7D00-6F6150A487B5}"/>
                </a:ext>
              </a:extLst>
            </p:cNvPr>
            <p:cNvSpPr/>
            <p:nvPr/>
          </p:nvSpPr>
          <p:spPr>
            <a:xfrm>
              <a:off x="3886075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54" name="Google Shape;258;p36">
              <a:extLst>
                <a:ext uri="{FF2B5EF4-FFF2-40B4-BE49-F238E27FC236}">
                  <a16:creationId xmlns:a16="http://schemas.microsoft.com/office/drawing/2014/main" id="{B6BCA865-0A45-B75A-F05B-299EDB49D2CE}"/>
                </a:ext>
              </a:extLst>
            </p:cNvPr>
            <p:cNvSpPr/>
            <p:nvPr/>
          </p:nvSpPr>
          <p:spPr>
            <a:xfrm>
              <a:off x="4357325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55" name="Google Shape;259;p36">
              <a:extLst>
                <a:ext uri="{FF2B5EF4-FFF2-40B4-BE49-F238E27FC236}">
                  <a16:creationId xmlns:a16="http://schemas.microsoft.com/office/drawing/2014/main" id="{790D91E0-1102-2799-1F43-8BB52B427CD8}"/>
                </a:ext>
              </a:extLst>
            </p:cNvPr>
            <p:cNvSpPr/>
            <p:nvPr/>
          </p:nvSpPr>
          <p:spPr>
            <a:xfrm>
              <a:off x="4853663" y="3603292"/>
              <a:ext cx="494636" cy="494665"/>
            </a:xfrm>
            <a:prstGeom prst="cube">
              <a:avLst>
                <a:gd name="adj" fmla="val 25000"/>
              </a:avLst>
            </a:prstGeom>
            <a:solidFill>
              <a:srgbClr val="00B0F0"/>
            </a:solidFill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A2477809-A70A-3387-A38D-0D28AB3AA5BC}"/>
              </a:ext>
            </a:extLst>
          </p:cNvPr>
          <p:cNvSpPr txBox="1">
            <a:spLocks/>
          </p:cNvSpPr>
          <p:nvPr/>
        </p:nvSpPr>
        <p:spPr>
          <a:xfrm>
            <a:off x="6421586" y="2693520"/>
            <a:ext cx="1940726" cy="45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900" dirty="0"/>
              <a:t>Order 3 tensor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3592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>
            <p:custDataLst>
              <p:tags r:id="rId5"/>
            </p:custDataLst>
          </p:nvPr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grpSp>
        <p:nvGrpSpPr>
          <p:cNvPr id="250" name="B12"/>
          <p:cNvGrpSpPr/>
          <p:nvPr>
            <p:custDataLst>
              <p:tags r:id="rId6"/>
            </p:custDataLst>
          </p:nvPr>
        </p:nvGrpSpPr>
        <p:grpSpPr>
          <a:xfrm>
            <a:off x="1046704" y="3378743"/>
            <a:ext cx="1922623" cy="494665"/>
            <a:chOff x="5337250" y="3548750"/>
            <a:chExt cx="1135765" cy="292200"/>
          </a:xfrm>
          <a:solidFill>
            <a:srgbClr val="31EBFF"/>
          </a:solidFill>
        </p:grpSpPr>
        <p:sp>
          <p:nvSpPr>
            <p:cNvPr id="251" name="Google Shape;251;p36"/>
            <p:cNvSpPr/>
            <p:nvPr/>
          </p:nvSpPr>
          <p:spPr>
            <a:xfrm>
              <a:off x="533725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560922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588761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618081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grpSp>
        <p:nvGrpSpPr>
          <p:cNvPr id="255" name="B11"/>
          <p:cNvGrpSpPr/>
          <p:nvPr>
            <p:custDataLst>
              <p:tags r:id="rId7"/>
            </p:custDataLst>
          </p:nvPr>
        </p:nvGrpSpPr>
        <p:grpSpPr>
          <a:xfrm>
            <a:off x="871115" y="3554277"/>
            <a:ext cx="1922623" cy="494665"/>
            <a:chOff x="5233523" y="3652439"/>
            <a:chExt cx="1135765" cy="292200"/>
          </a:xfrm>
          <a:solidFill>
            <a:srgbClr val="00B0F0"/>
          </a:solidFill>
        </p:grpSpPr>
        <p:sp>
          <p:nvSpPr>
            <p:cNvPr id="256" name="Google Shape;256;p36"/>
            <p:cNvSpPr/>
            <p:nvPr/>
          </p:nvSpPr>
          <p:spPr>
            <a:xfrm>
              <a:off x="523352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7" name="Google Shape;257;p36"/>
            <p:cNvSpPr/>
            <p:nvPr/>
          </p:nvSpPr>
          <p:spPr>
            <a:xfrm>
              <a:off x="550549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8" name="Google Shape;258;p36"/>
            <p:cNvSpPr/>
            <p:nvPr/>
          </p:nvSpPr>
          <p:spPr>
            <a:xfrm>
              <a:off x="578388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9" name="Google Shape;259;p36"/>
            <p:cNvSpPr/>
            <p:nvPr/>
          </p:nvSpPr>
          <p:spPr>
            <a:xfrm>
              <a:off x="607708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grpSp>
        <p:nvGrpSpPr>
          <p:cNvPr id="273" name="R"/>
          <p:cNvGrpSpPr/>
          <p:nvPr>
            <p:custDataLst>
              <p:tags r:id="rId10"/>
            </p:custDataLst>
          </p:nvPr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599942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>
            <p:custDataLst>
              <p:tags r:id="rId5"/>
            </p:custDataLst>
          </p:nvPr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grpSp>
        <p:nvGrpSpPr>
          <p:cNvPr id="250" name="B12"/>
          <p:cNvGrpSpPr/>
          <p:nvPr>
            <p:custDataLst>
              <p:tags r:id="rId6"/>
            </p:custDataLst>
          </p:nvPr>
        </p:nvGrpSpPr>
        <p:grpSpPr>
          <a:xfrm>
            <a:off x="1046704" y="3378743"/>
            <a:ext cx="1922623" cy="494665"/>
            <a:chOff x="5337250" y="3548750"/>
            <a:chExt cx="1135765" cy="292200"/>
          </a:xfrm>
          <a:solidFill>
            <a:srgbClr val="31EBFF"/>
          </a:solidFill>
        </p:grpSpPr>
        <p:sp>
          <p:nvSpPr>
            <p:cNvPr id="251" name="Google Shape;251;p36"/>
            <p:cNvSpPr/>
            <p:nvPr/>
          </p:nvSpPr>
          <p:spPr>
            <a:xfrm>
              <a:off x="533725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560922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588761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618081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grpSp>
        <p:nvGrpSpPr>
          <p:cNvPr id="255" name="B11"/>
          <p:cNvGrpSpPr/>
          <p:nvPr>
            <p:custDataLst>
              <p:tags r:id="rId7"/>
            </p:custDataLst>
          </p:nvPr>
        </p:nvGrpSpPr>
        <p:grpSpPr>
          <a:xfrm>
            <a:off x="3577739" y="3143106"/>
            <a:ext cx="1922623" cy="494665"/>
            <a:chOff x="5233523" y="3652439"/>
            <a:chExt cx="1135765" cy="292200"/>
          </a:xfrm>
          <a:solidFill>
            <a:srgbClr val="00B0F0"/>
          </a:solidFill>
        </p:grpSpPr>
        <p:sp>
          <p:nvSpPr>
            <p:cNvPr id="256" name="Google Shape;256;p36"/>
            <p:cNvSpPr/>
            <p:nvPr/>
          </p:nvSpPr>
          <p:spPr>
            <a:xfrm>
              <a:off x="523352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7" name="Google Shape;257;p36"/>
            <p:cNvSpPr/>
            <p:nvPr/>
          </p:nvSpPr>
          <p:spPr>
            <a:xfrm>
              <a:off x="550549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8" name="Google Shape;258;p36"/>
            <p:cNvSpPr/>
            <p:nvPr/>
          </p:nvSpPr>
          <p:spPr>
            <a:xfrm>
              <a:off x="5783883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9" name="Google Shape;259;p36"/>
            <p:cNvSpPr/>
            <p:nvPr/>
          </p:nvSpPr>
          <p:spPr>
            <a:xfrm>
              <a:off x="6077088" y="36524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grpSp>
        <p:nvGrpSpPr>
          <p:cNvPr id="273" name="R"/>
          <p:cNvGrpSpPr/>
          <p:nvPr>
            <p:custDataLst>
              <p:tags r:id="rId10"/>
            </p:custDataLst>
          </p:nvPr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51897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>
            <p:custDataLst>
              <p:tags r:id="rId5"/>
            </p:custDataLst>
          </p:nvPr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grpSp>
        <p:nvGrpSpPr>
          <p:cNvPr id="250" name="B12"/>
          <p:cNvGrpSpPr/>
          <p:nvPr>
            <p:custDataLst>
              <p:tags r:id="rId6"/>
            </p:custDataLst>
          </p:nvPr>
        </p:nvGrpSpPr>
        <p:grpSpPr>
          <a:xfrm>
            <a:off x="1046704" y="3378743"/>
            <a:ext cx="1922623" cy="494665"/>
            <a:chOff x="5337250" y="3548750"/>
            <a:chExt cx="1135765" cy="292200"/>
          </a:xfrm>
          <a:solidFill>
            <a:srgbClr val="31EBFF"/>
          </a:solidFill>
        </p:grpSpPr>
        <p:sp>
          <p:nvSpPr>
            <p:cNvPr id="251" name="Google Shape;251;p36"/>
            <p:cNvSpPr/>
            <p:nvPr/>
          </p:nvSpPr>
          <p:spPr>
            <a:xfrm>
              <a:off x="533725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560922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588761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618081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5455674" y="3122097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28336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>
            <p:custDataLst>
              <p:tags r:id="rId5"/>
            </p:custDataLst>
          </p:nvPr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grpSp>
        <p:nvGrpSpPr>
          <p:cNvPr id="250" name="B12"/>
          <p:cNvGrpSpPr/>
          <p:nvPr>
            <p:custDataLst>
              <p:tags r:id="rId6"/>
            </p:custDataLst>
          </p:nvPr>
        </p:nvGrpSpPr>
        <p:grpSpPr>
          <a:xfrm>
            <a:off x="1046704" y="3378743"/>
            <a:ext cx="1922623" cy="494665"/>
            <a:chOff x="5337250" y="3548750"/>
            <a:chExt cx="1135765" cy="292200"/>
          </a:xfrm>
          <a:solidFill>
            <a:srgbClr val="31EBFF"/>
          </a:solidFill>
        </p:grpSpPr>
        <p:sp>
          <p:nvSpPr>
            <p:cNvPr id="251" name="Google Shape;251;p36"/>
            <p:cNvSpPr/>
            <p:nvPr/>
          </p:nvSpPr>
          <p:spPr>
            <a:xfrm>
              <a:off x="533725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560922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588761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618081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7311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>
            <p:custDataLst>
              <p:tags r:id="rId5"/>
            </p:custDataLst>
          </p:nvPr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grpSp>
        <p:nvGrpSpPr>
          <p:cNvPr id="250" name="B12"/>
          <p:cNvGrpSpPr/>
          <p:nvPr>
            <p:custDataLst>
              <p:tags r:id="rId6"/>
            </p:custDataLst>
          </p:nvPr>
        </p:nvGrpSpPr>
        <p:grpSpPr>
          <a:xfrm>
            <a:off x="3604189" y="3151709"/>
            <a:ext cx="1922623" cy="494665"/>
            <a:chOff x="5337250" y="3548750"/>
            <a:chExt cx="1135765" cy="292200"/>
          </a:xfrm>
          <a:solidFill>
            <a:srgbClr val="31EBFF"/>
          </a:solidFill>
        </p:grpSpPr>
        <p:sp>
          <p:nvSpPr>
            <p:cNvPr id="251" name="Google Shape;251;p36"/>
            <p:cNvSpPr/>
            <p:nvPr/>
          </p:nvSpPr>
          <p:spPr>
            <a:xfrm>
              <a:off x="533725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560922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5887610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6180815" y="35487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</p:grp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grpSp>
        <p:nvGrpSpPr>
          <p:cNvPr id="273" name="R"/>
          <p:cNvGrpSpPr/>
          <p:nvPr>
            <p:custDataLst>
              <p:tags r:id="rId10"/>
            </p:custDataLst>
          </p:nvPr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03000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>
            <p:custDataLst>
              <p:tags r:id="rId5"/>
            </p:custDataLst>
          </p:nvPr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459739" y="3095306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370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>
            <p:custDataLst>
              <p:tags r:id="rId5"/>
            </p:custDataLst>
          </p:nvPr>
        </p:nvGrpSpPr>
        <p:grpSpPr>
          <a:xfrm>
            <a:off x="1230015" y="3201092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73951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grpSp>
        <p:nvGrpSpPr>
          <p:cNvPr id="245" name="B13"/>
          <p:cNvGrpSpPr/>
          <p:nvPr>
            <p:custDataLst>
              <p:tags r:id="rId5"/>
            </p:custDataLst>
          </p:nvPr>
        </p:nvGrpSpPr>
        <p:grpSpPr>
          <a:xfrm>
            <a:off x="3546190" y="3143948"/>
            <a:ext cx="1922623" cy="494665"/>
            <a:chOff x="5445539" y="3443811"/>
            <a:chExt cx="1135765" cy="292200"/>
          </a:xfrm>
          <a:solidFill>
            <a:srgbClr val="76F2FF"/>
          </a:solidFill>
        </p:grpSpPr>
        <p:sp>
          <p:nvSpPr>
            <p:cNvPr id="246" name="Google Shape;246;p36"/>
            <p:cNvSpPr/>
            <p:nvPr/>
          </p:nvSpPr>
          <p:spPr>
            <a:xfrm>
              <a:off x="544553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5717514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5995899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0</a:t>
              </a:r>
              <a:endParaRPr sz="2370" dirty="0"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6289103" y="34438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</a:t>
              </a:r>
              <a:endParaRPr sz="2370" dirty="0"/>
            </a:p>
          </p:txBody>
        </p:sp>
      </p:grp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grpSp>
        <p:nvGrpSpPr>
          <p:cNvPr id="273" name="R"/>
          <p:cNvGrpSpPr/>
          <p:nvPr>
            <p:custDataLst>
              <p:tags r:id="rId10"/>
            </p:custDataLst>
          </p:nvPr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16835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453459" y="3124593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0809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867263" y="3988381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22104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grpSp>
        <p:nvGrpSpPr>
          <p:cNvPr id="240" name="B21"/>
          <p:cNvGrpSpPr/>
          <p:nvPr>
            <p:custDataLst>
              <p:tags r:id="rId4"/>
            </p:custDataLst>
          </p:nvPr>
        </p:nvGrpSpPr>
        <p:grpSpPr>
          <a:xfrm>
            <a:off x="3542157" y="3132708"/>
            <a:ext cx="1922623" cy="494665"/>
            <a:chOff x="5233523" y="3944739"/>
            <a:chExt cx="1135765" cy="292200"/>
          </a:xfrm>
          <a:solidFill>
            <a:srgbClr val="002060"/>
          </a:solidFill>
        </p:grpSpPr>
        <p:sp>
          <p:nvSpPr>
            <p:cNvPr id="241" name="Google Shape;241;p36"/>
            <p:cNvSpPr/>
            <p:nvPr/>
          </p:nvSpPr>
          <p:spPr>
            <a:xfrm>
              <a:off x="523352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1	</a:t>
              </a:r>
              <a:endParaRPr sz="2370" dirty="0"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550549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2</a:t>
              </a:r>
              <a:endParaRPr sz="2370" dirty="0"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5783883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3</a:t>
              </a:r>
              <a:endParaRPr sz="2370" dirty="0"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6077088" y="3944739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4</a:t>
              </a:r>
              <a:endParaRPr sz="2370" dirty="0"/>
            </a:p>
          </p:txBody>
        </p:sp>
      </p:grp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grpSp>
        <p:nvGrpSpPr>
          <p:cNvPr id="273" name="R"/>
          <p:cNvGrpSpPr/>
          <p:nvPr>
            <p:custDataLst>
              <p:tags r:id="rId10"/>
            </p:custDataLst>
          </p:nvPr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33811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44717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4946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1042853" y="3812847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464" y="3972750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42979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grpSp>
        <p:nvGrpSpPr>
          <p:cNvPr id="235" name="B22"/>
          <p:cNvGrpSpPr/>
          <p:nvPr>
            <p:custDataLst>
              <p:tags r:id="rId3"/>
            </p:custDataLst>
          </p:nvPr>
        </p:nvGrpSpPr>
        <p:grpSpPr>
          <a:xfrm>
            <a:off x="3571718" y="3142906"/>
            <a:ext cx="1922623" cy="494665"/>
            <a:chOff x="5337250" y="3841050"/>
            <a:chExt cx="1135765" cy="292200"/>
          </a:xfrm>
          <a:solidFill>
            <a:srgbClr val="0D5BDC"/>
          </a:solidFill>
        </p:grpSpPr>
        <p:sp>
          <p:nvSpPr>
            <p:cNvPr id="236" name="Google Shape;236;p36"/>
            <p:cNvSpPr/>
            <p:nvPr/>
          </p:nvSpPr>
          <p:spPr>
            <a:xfrm>
              <a:off x="533725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-1</a:t>
              </a:r>
              <a:endParaRPr sz="2370" dirty="0"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60922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-2</a:t>
              </a:r>
              <a:endParaRPr sz="2370" dirty="0"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887610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-3</a:t>
              </a:r>
              <a:endParaRPr sz="2370" dirty="0"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6180815" y="3841050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-4</a:t>
              </a:r>
              <a:endParaRPr sz="2370" dirty="0"/>
            </a:p>
          </p:txBody>
        </p:sp>
      </p:grp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464" y="3972750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grpSp>
        <p:nvGrpSpPr>
          <p:cNvPr id="273" name="R"/>
          <p:cNvGrpSpPr/>
          <p:nvPr>
            <p:custDataLst>
              <p:tags r:id="rId10"/>
            </p:custDataLst>
          </p:nvPr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811463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sp>
        <p:nvSpPr>
          <p:cNvPr id="10" name="P22">
            <a:extLst>
              <a:ext uri="{FF2B5EF4-FFF2-40B4-BE49-F238E27FC236}">
                <a16:creationId xmlns:a16="http://schemas.microsoft.com/office/drawing/2014/main" id="{74053CAF-BB94-ACFB-5694-1382FA99CF1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45345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6600CC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-70</a:t>
            </a:r>
            <a:endParaRPr sz="1600" dirty="0"/>
          </a:p>
        </p:txBody>
      </p: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464" y="3972750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58867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1226164" y="3635196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sp>
        <p:nvSpPr>
          <p:cNvPr id="10" name="P22">
            <a:extLst>
              <a:ext uri="{FF2B5EF4-FFF2-40B4-BE49-F238E27FC236}">
                <a16:creationId xmlns:a16="http://schemas.microsoft.com/office/drawing/2014/main" id="{74053CAF-BB94-ACFB-5694-1382FA99CF1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029793" y="3799722"/>
            <a:ext cx="494700" cy="494700"/>
          </a:xfrm>
          <a:prstGeom prst="cube">
            <a:avLst>
              <a:gd name="adj" fmla="val 25000"/>
            </a:avLst>
          </a:prstGeom>
          <a:solidFill>
            <a:srgbClr val="6600CC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-70</a:t>
            </a:r>
            <a:endParaRPr sz="1600" dirty="0"/>
          </a:p>
        </p:txBody>
      </p: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464" y="3972750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87107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B23"/>
          <p:cNvGrpSpPr/>
          <p:nvPr>
            <p:custDataLst>
              <p:tags r:id="rId2"/>
            </p:custDataLst>
          </p:nvPr>
        </p:nvGrpSpPr>
        <p:grpSpPr>
          <a:xfrm>
            <a:off x="3542339" y="3139877"/>
            <a:ext cx="1922623" cy="494665"/>
            <a:chOff x="5445539" y="3736111"/>
            <a:chExt cx="1135765" cy="292200"/>
          </a:xfrm>
          <a:solidFill>
            <a:srgbClr val="4285F4"/>
          </a:solidFill>
        </p:grpSpPr>
        <p:sp>
          <p:nvSpPr>
            <p:cNvPr id="231" name="Google Shape;231;p36"/>
            <p:cNvSpPr/>
            <p:nvPr/>
          </p:nvSpPr>
          <p:spPr>
            <a:xfrm>
              <a:off x="544553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5</a:t>
              </a:r>
              <a:endParaRPr sz="2370" dirty="0"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5717514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-6</a:t>
              </a:r>
              <a:endParaRPr sz="2370" dirty="0"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5995899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-7</a:t>
              </a:r>
              <a:endParaRPr sz="2370" dirty="0"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289103" y="3736111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6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54775" tIns="154775" rIns="154775" bIns="154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0" dirty="0"/>
                <a:t>8</a:t>
              </a:r>
              <a:endParaRPr sz="2370" dirty="0"/>
            </a:p>
          </p:txBody>
        </p:sp>
      </p:grpSp>
      <p:sp>
        <p:nvSpPr>
          <p:cNvPr id="10" name="P22">
            <a:extLst>
              <a:ext uri="{FF2B5EF4-FFF2-40B4-BE49-F238E27FC236}">
                <a16:creationId xmlns:a16="http://schemas.microsoft.com/office/drawing/2014/main" id="{74053CAF-BB94-ACFB-5694-1382FA99CF1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029793" y="3799722"/>
            <a:ext cx="494700" cy="494700"/>
          </a:xfrm>
          <a:prstGeom prst="cube">
            <a:avLst>
              <a:gd name="adj" fmla="val 25000"/>
            </a:avLst>
          </a:prstGeom>
          <a:solidFill>
            <a:srgbClr val="6600CC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-70</a:t>
            </a:r>
            <a:endParaRPr sz="1600" dirty="0"/>
          </a:p>
        </p:txBody>
      </p: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464" y="3972750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grpSp>
        <p:nvGrpSpPr>
          <p:cNvPr id="273" name="R"/>
          <p:cNvGrpSpPr/>
          <p:nvPr>
            <p:custDataLst>
              <p:tags r:id="rId10"/>
            </p:custDataLst>
          </p:nvPr>
        </p:nvGrpSpPr>
        <p:grpSpPr>
          <a:xfrm>
            <a:off x="5482849" y="1338104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019851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23">
            <a:extLst>
              <a:ext uri="{FF2B5EF4-FFF2-40B4-BE49-F238E27FC236}">
                <a16:creationId xmlns:a16="http://schemas.microsoft.com/office/drawing/2014/main" id="{A94BC2B6-9373-7852-5232-3DAEB6C1EE7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53459" y="3131376"/>
            <a:ext cx="494700" cy="494700"/>
          </a:xfrm>
          <a:prstGeom prst="cube">
            <a:avLst>
              <a:gd name="adj" fmla="val 25000"/>
            </a:avLst>
          </a:prstGeom>
          <a:solidFill>
            <a:srgbClr val="A143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4</a:t>
            </a:r>
            <a:endParaRPr sz="2370" dirty="0"/>
          </a:p>
        </p:txBody>
      </p:sp>
      <p:sp>
        <p:nvSpPr>
          <p:cNvPr id="10" name="P22">
            <a:extLst>
              <a:ext uri="{FF2B5EF4-FFF2-40B4-BE49-F238E27FC236}">
                <a16:creationId xmlns:a16="http://schemas.microsoft.com/office/drawing/2014/main" id="{74053CAF-BB94-ACFB-5694-1382FA99CF1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029793" y="3799722"/>
            <a:ext cx="494700" cy="494700"/>
          </a:xfrm>
          <a:prstGeom prst="cube">
            <a:avLst>
              <a:gd name="adj" fmla="val 25000"/>
            </a:avLst>
          </a:prstGeom>
          <a:solidFill>
            <a:srgbClr val="6600CC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-70</a:t>
            </a:r>
            <a:endParaRPr sz="1600" dirty="0"/>
          </a:p>
        </p:txBody>
      </p: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464" y="3972750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35135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23">
            <a:extLst>
              <a:ext uri="{FF2B5EF4-FFF2-40B4-BE49-F238E27FC236}">
                <a16:creationId xmlns:a16="http://schemas.microsoft.com/office/drawing/2014/main" id="{A94BC2B6-9373-7852-5232-3DAEB6C1EE7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217154" y="3620317"/>
            <a:ext cx="494700" cy="494700"/>
          </a:xfrm>
          <a:prstGeom prst="cube">
            <a:avLst>
              <a:gd name="adj" fmla="val 25000"/>
            </a:avLst>
          </a:prstGeom>
          <a:solidFill>
            <a:srgbClr val="A143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4</a:t>
            </a:r>
            <a:endParaRPr sz="2370" dirty="0"/>
          </a:p>
        </p:txBody>
      </p:sp>
      <p:sp>
        <p:nvSpPr>
          <p:cNvPr id="10" name="P22">
            <a:extLst>
              <a:ext uri="{FF2B5EF4-FFF2-40B4-BE49-F238E27FC236}">
                <a16:creationId xmlns:a16="http://schemas.microsoft.com/office/drawing/2014/main" id="{74053CAF-BB94-ACFB-5694-1382FA99CF1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029793" y="3799722"/>
            <a:ext cx="494700" cy="494700"/>
          </a:xfrm>
          <a:prstGeom prst="cube">
            <a:avLst>
              <a:gd name="adj" fmla="val 25000"/>
            </a:avLst>
          </a:prstGeom>
          <a:solidFill>
            <a:srgbClr val="6600CC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-70</a:t>
            </a:r>
            <a:endParaRPr sz="1600" dirty="0"/>
          </a:p>
        </p:txBody>
      </p: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464" y="3972750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42703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23">
            <a:extLst>
              <a:ext uri="{FF2B5EF4-FFF2-40B4-BE49-F238E27FC236}">
                <a16:creationId xmlns:a16="http://schemas.microsoft.com/office/drawing/2014/main" id="{A94BC2B6-9373-7852-5232-3DAEB6C1EE7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217154" y="3620317"/>
            <a:ext cx="494700" cy="494700"/>
          </a:xfrm>
          <a:prstGeom prst="cube">
            <a:avLst>
              <a:gd name="adj" fmla="val 25000"/>
            </a:avLst>
          </a:prstGeom>
          <a:solidFill>
            <a:srgbClr val="A143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4</a:t>
            </a:r>
            <a:endParaRPr sz="2370" dirty="0"/>
          </a:p>
        </p:txBody>
      </p:sp>
      <p:sp>
        <p:nvSpPr>
          <p:cNvPr id="10" name="P22">
            <a:extLst>
              <a:ext uri="{FF2B5EF4-FFF2-40B4-BE49-F238E27FC236}">
                <a16:creationId xmlns:a16="http://schemas.microsoft.com/office/drawing/2014/main" id="{74053CAF-BB94-ACFB-5694-1382FA99CF1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029793" y="3799722"/>
            <a:ext cx="494700" cy="494700"/>
          </a:xfrm>
          <a:prstGeom prst="cube">
            <a:avLst>
              <a:gd name="adj" fmla="val 25000"/>
            </a:avLst>
          </a:prstGeom>
          <a:solidFill>
            <a:srgbClr val="6600CC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-70</a:t>
            </a:r>
            <a:endParaRPr sz="1600" dirty="0"/>
          </a:p>
        </p:txBody>
      </p:sp>
      <p:sp>
        <p:nvSpPr>
          <p:cNvPr id="9" name="P21">
            <a:extLst>
              <a:ext uri="{FF2B5EF4-FFF2-40B4-BE49-F238E27FC236}">
                <a16:creationId xmlns:a16="http://schemas.microsoft.com/office/drawing/2014/main" id="{B76386D2-B8EF-1EE5-2528-5C08AF45FF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58464" y="3972750"/>
            <a:ext cx="494700" cy="494700"/>
          </a:xfrm>
          <a:prstGeom prst="cube">
            <a:avLst>
              <a:gd name="adj" fmla="val 25000"/>
            </a:avLst>
          </a:prstGeom>
          <a:solidFill>
            <a:srgbClr val="801060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70</a:t>
            </a:r>
            <a:endParaRPr sz="1600" dirty="0"/>
          </a:p>
        </p:txBody>
      </p:sp>
      <p:sp>
        <p:nvSpPr>
          <p:cNvPr id="8" name="P13">
            <a:extLst>
              <a:ext uri="{FF2B5EF4-FFF2-40B4-BE49-F238E27FC236}">
                <a16:creationId xmlns:a16="http://schemas.microsoft.com/office/drawing/2014/main" id="{A2648998-9F83-2C36-50F2-B620E5D995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25109" y="3188064"/>
            <a:ext cx="494700" cy="494700"/>
          </a:xfrm>
          <a:prstGeom prst="cube">
            <a:avLst>
              <a:gd name="adj" fmla="val 25000"/>
            </a:avLst>
          </a:prstGeom>
          <a:solidFill>
            <a:srgbClr val="BB79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8</a:t>
            </a:r>
            <a:endParaRPr sz="2370" dirty="0"/>
          </a:p>
        </p:txBody>
      </p:sp>
      <p:sp>
        <p:nvSpPr>
          <p:cNvPr id="2" name="P12">
            <a:extLst>
              <a:ext uri="{FF2B5EF4-FFF2-40B4-BE49-F238E27FC236}">
                <a16:creationId xmlns:a16="http://schemas.microsoft.com/office/drawing/2014/main" id="{859C3D36-9D07-66C9-526A-4E00CA94F46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31410" y="3349292"/>
            <a:ext cx="494700" cy="494700"/>
          </a:xfrm>
          <a:prstGeom prst="cube">
            <a:avLst>
              <a:gd name="adj" fmla="val 25000"/>
            </a:avLst>
          </a:prstGeom>
          <a:solidFill>
            <a:srgbClr val="B658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/>
              <a:t>6</a:t>
            </a:r>
            <a:endParaRPr sz="2370" dirty="0"/>
          </a:p>
        </p:txBody>
      </p:sp>
      <p:sp>
        <p:nvSpPr>
          <p:cNvPr id="272" name="P11"/>
          <p:cNvSpPr/>
          <p:nvPr>
            <p:custDataLst>
              <p:tags r:id="rId7"/>
            </p:custDataLst>
          </p:nvPr>
        </p:nvSpPr>
        <p:spPr>
          <a:xfrm>
            <a:off x="6825720" y="3544378"/>
            <a:ext cx="494700" cy="494700"/>
          </a:xfrm>
          <a:prstGeom prst="cube">
            <a:avLst>
              <a:gd name="adj" fmla="val 25000"/>
            </a:avLst>
          </a:prstGeom>
          <a:solidFill>
            <a:srgbClr val="9642FF"/>
          </a:solidFill>
          <a:ln w="16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154800" tIns="154800" rIns="154800" bIns="154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0" dirty="0">
                <a:latin typeface="+mj-lt"/>
                <a:cs typeface="Times New Roman" panose="02020603050405020304" pitchFamily="18" charset="0"/>
              </a:rPr>
              <a:t>5</a:t>
            </a:r>
            <a:endParaRPr sz="237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Contraction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sldNum" idx="12"/>
            <p:custDataLst>
              <p:tags r:id="rId9"/>
            </p:custDataLst>
          </p:nvPr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grpSp>
        <p:nvGrpSpPr>
          <p:cNvPr id="273" name="R"/>
          <p:cNvGrpSpPr/>
          <p:nvPr>
            <p:custDataLst>
              <p:tags r:id="rId10"/>
            </p:custDataLst>
          </p:nvPr>
        </p:nvGrpSpPr>
        <p:grpSpPr>
          <a:xfrm>
            <a:off x="4711278" y="2962113"/>
            <a:ext cx="461822" cy="1824274"/>
            <a:chOff x="4129763" y="1446574"/>
            <a:chExt cx="292200" cy="1154239"/>
          </a:xfrm>
          <a:solidFill>
            <a:srgbClr val="FF0000"/>
          </a:solidFill>
        </p:grpSpPr>
        <p:sp>
          <p:nvSpPr>
            <p:cNvPr id="274" name="Google Shape;274;p36"/>
            <p:cNvSpPr/>
            <p:nvPr/>
          </p:nvSpPr>
          <p:spPr>
            <a:xfrm>
              <a:off x="4129763" y="230861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8</a:t>
              </a:r>
              <a:endParaRPr sz="2213" dirty="0"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4129763" y="20237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7</a:t>
              </a:r>
              <a:endParaRPr sz="2213" dirty="0"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4129763" y="1731463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6</a:t>
              </a:r>
              <a:endParaRPr sz="2213" dirty="0"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4129763" y="1446574"/>
              <a:ext cx="292200" cy="292200"/>
            </a:xfrm>
            <a:prstGeom prst="cube">
              <a:avLst>
                <a:gd name="adj" fmla="val 25000"/>
              </a:avLst>
            </a:prstGeom>
            <a:grpFill/>
            <a:ln w="15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none" lIns="144500" tIns="144500" rIns="144500" bIns="144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3" dirty="0"/>
                <a:t>5</a:t>
              </a:r>
              <a:endParaRPr sz="2213" dirty="0"/>
            </a:p>
          </p:txBody>
        </p:sp>
      </p:grpSp>
      <p:grpSp>
        <p:nvGrpSpPr>
          <p:cNvPr id="372" name="B">
            <a:extLst>
              <a:ext uri="{FF2B5EF4-FFF2-40B4-BE49-F238E27FC236}">
                <a16:creationId xmlns:a16="http://schemas.microsoft.com/office/drawing/2014/main" id="{9ED93B95-2A22-1666-A4E5-5DDF4089F4B0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861372" y="3201092"/>
            <a:ext cx="2285375" cy="1281954"/>
            <a:chOff x="1698839" y="1436484"/>
            <a:chExt cx="2285375" cy="1281954"/>
          </a:xfrm>
        </p:grpSpPr>
        <p:grpSp>
          <p:nvGrpSpPr>
            <p:cNvPr id="342" name="B23">
              <a:extLst>
                <a:ext uri="{FF2B5EF4-FFF2-40B4-BE49-F238E27FC236}">
                  <a16:creationId xmlns:a16="http://schemas.microsoft.com/office/drawing/2014/main" id="{E35F58A0-4CAE-C609-C4BA-B5505C09699A}"/>
                </a:ext>
              </a:extLst>
            </p:cNvPr>
            <p:cNvGrpSpPr/>
            <p:nvPr/>
          </p:nvGrpSpPr>
          <p:grpSpPr>
            <a:xfrm>
              <a:off x="2057740" y="1870588"/>
              <a:ext cx="1922623" cy="494665"/>
              <a:chOff x="5445539" y="3736111"/>
              <a:chExt cx="1135765" cy="292200"/>
            </a:xfrm>
            <a:solidFill>
              <a:srgbClr val="4285F4"/>
            </a:solidFill>
          </p:grpSpPr>
          <p:sp>
            <p:nvSpPr>
              <p:cNvPr id="343" name="Google Shape;231;p36">
                <a:extLst>
                  <a:ext uri="{FF2B5EF4-FFF2-40B4-BE49-F238E27FC236}">
                    <a16:creationId xmlns:a16="http://schemas.microsoft.com/office/drawing/2014/main" id="{B0983D9D-2F62-6313-6EE5-3D83D21AB171}"/>
                  </a:ext>
                </a:extLst>
              </p:cNvPr>
              <p:cNvSpPr/>
              <p:nvPr/>
            </p:nvSpPr>
            <p:spPr>
              <a:xfrm>
                <a:off x="544553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5</a:t>
                </a:r>
                <a:endParaRPr sz="2370" dirty="0"/>
              </a:p>
            </p:txBody>
          </p:sp>
          <p:sp>
            <p:nvSpPr>
              <p:cNvPr id="344" name="Google Shape;232;p36">
                <a:extLst>
                  <a:ext uri="{FF2B5EF4-FFF2-40B4-BE49-F238E27FC236}">
                    <a16:creationId xmlns:a16="http://schemas.microsoft.com/office/drawing/2014/main" id="{76ED0F81-8B17-5CC0-2CA3-46E92CC59368}"/>
                  </a:ext>
                </a:extLst>
              </p:cNvPr>
              <p:cNvSpPr/>
              <p:nvPr/>
            </p:nvSpPr>
            <p:spPr>
              <a:xfrm>
                <a:off x="5717514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-6</a:t>
                </a:r>
                <a:endParaRPr sz="2370" dirty="0"/>
              </a:p>
            </p:txBody>
          </p:sp>
          <p:sp>
            <p:nvSpPr>
              <p:cNvPr id="345" name="Google Shape;233;p36">
                <a:extLst>
                  <a:ext uri="{FF2B5EF4-FFF2-40B4-BE49-F238E27FC236}">
                    <a16:creationId xmlns:a16="http://schemas.microsoft.com/office/drawing/2014/main" id="{5F6670BB-BB90-5A8B-9A37-7E3B52EAD900}"/>
                  </a:ext>
                </a:extLst>
              </p:cNvPr>
              <p:cNvSpPr/>
              <p:nvPr/>
            </p:nvSpPr>
            <p:spPr>
              <a:xfrm>
                <a:off x="5995899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-7</a:t>
                </a:r>
                <a:endParaRPr sz="2370" dirty="0"/>
              </a:p>
            </p:txBody>
          </p:sp>
          <p:sp>
            <p:nvSpPr>
              <p:cNvPr id="346" name="Google Shape;234;p36">
                <a:extLst>
                  <a:ext uri="{FF2B5EF4-FFF2-40B4-BE49-F238E27FC236}">
                    <a16:creationId xmlns:a16="http://schemas.microsoft.com/office/drawing/2014/main" id="{91CD21E1-6790-579C-A204-BC74ADF10FB9}"/>
                  </a:ext>
                </a:extLst>
              </p:cNvPr>
              <p:cNvSpPr/>
              <p:nvPr/>
            </p:nvSpPr>
            <p:spPr>
              <a:xfrm>
                <a:off x="6289103" y="37361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8</a:t>
                </a:r>
                <a:endParaRPr sz="2370" dirty="0"/>
              </a:p>
            </p:txBody>
          </p:sp>
        </p:grpSp>
        <p:grpSp>
          <p:nvGrpSpPr>
            <p:cNvPr id="347" name="B22">
              <a:extLst>
                <a:ext uri="{FF2B5EF4-FFF2-40B4-BE49-F238E27FC236}">
                  <a16:creationId xmlns:a16="http://schemas.microsoft.com/office/drawing/2014/main" id="{224DEEC0-1821-42D1-39FC-D03F928C3FFC}"/>
                </a:ext>
              </a:extLst>
            </p:cNvPr>
            <p:cNvGrpSpPr/>
            <p:nvPr/>
          </p:nvGrpSpPr>
          <p:grpSpPr>
            <a:xfrm>
              <a:off x="1874429" y="2048239"/>
              <a:ext cx="1922623" cy="494665"/>
              <a:chOff x="5337250" y="3841050"/>
              <a:chExt cx="1135765" cy="292200"/>
            </a:xfrm>
            <a:solidFill>
              <a:srgbClr val="0D5BDC"/>
            </a:solidFill>
          </p:grpSpPr>
          <p:sp>
            <p:nvSpPr>
              <p:cNvPr id="348" name="Google Shape;236;p36">
                <a:extLst>
                  <a:ext uri="{FF2B5EF4-FFF2-40B4-BE49-F238E27FC236}">
                    <a16:creationId xmlns:a16="http://schemas.microsoft.com/office/drawing/2014/main" id="{269C4849-07D2-01BE-8859-A67AE1F8539C}"/>
                  </a:ext>
                </a:extLst>
              </p:cNvPr>
              <p:cNvSpPr/>
              <p:nvPr/>
            </p:nvSpPr>
            <p:spPr>
              <a:xfrm>
                <a:off x="533725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-1</a:t>
                </a:r>
                <a:endParaRPr sz="2370" dirty="0"/>
              </a:p>
            </p:txBody>
          </p:sp>
          <p:sp>
            <p:nvSpPr>
              <p:cNvPr id="349" name="Google Shape;237;p36">
                <a:extLst>
                  <a:ext uri="{FF2B5EF4-FFF2-40B4-BE49-F238E27FC236}">
                    <a16:creationId xmlns:a16="http://schemas.microsoft.com/office/drawing/2014/main" id="{B1877F1E-B8BF-AE79-4CAA-96854B81BB7E}"/>
                  </a:ext>
                </a:extLst>
              </p:cNvPr>
              <p:cNvSpPr/>
              <p:nvPr/>
            </p:nvSpPr>
            <p:spPr>
              <a:xfrm>
                <a:off x="560922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-2</a:t>
                </a:r>
                <a:endParaRPr sz="2370" dirty="0"/>
              </a:p>
            </p:txBody>
          </p:sp>
          <p:sp>
            <p:nvSpPr>
              <p:cNvPr id="350" name="Google Shape;238;p36">
                <a:extLst>
                  <a:ext uri="{FF2B5EF4-FFF2-40B4-BE49-F238E27FC236}">
                    <a16:creationId xmlns:a16="http://schemas.microsoft.com/office/drawing/2014/main" id="{17749859-CDD7-41E9-8585-FC5E12B597C1}"/>
                  </a:ext>
                </a:extLst>
              </p:cNvPr>
              <p:cNvSpPr/>
              <p:nvPr/>
            </p:nvSpPr>
            <p:spPr>
              <a:xfrm>
                <a:off x="5887610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-3</a:t>
                </a:r>
                <a:endParaRPr sz="2370" dirty="0"/>
              </a:p>
            </p:txBody>
          </p:sp>
          <p:sp>
            <p:nvSpPr>
              <p:cNvPr id="351" name="Google Shape;239;p36">
                <a:extLst>
                  <a:ext uri="{FF2B5EF4-FFF2-40B4-BE49-F238E27FC236}">
                    <a16:creationId xmlns:a16="http://schemas.microsoft.com/office/drawing/2014/main" id="{6FDBEE66-CF5C-BCCC-390C-80759EDE4C35}"/>
                  </a:ext>
                </a:extLst>
              </p:cNvPr>
              <p:cNvSpPr/>
              <p:nvPr/>
            </p:nvSpPr>
            <p:spPr>
              <a:xfrm>
                <a:off x="6180815" y="38410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-4</a:t>
                </a:r>
                <a:endParaRPr sz="2370" dirty="0"/>
              </a:p>
            </p:txBody>
          </p:sp>
        </p:grpSp>
        <p:grpSp>
          <p:nvGrpSpPr>
            <p:cNvPr id="352" name="B21">
              <a:extLst>
                <a:ext uri="{FF2B5EF4-FFF2-40B4-BE49-F238E27FC236}">
                  <a16:creationId xmlns:a16="http://schemas.microsoft.com/office/drawing/2014/main" id="{61A18F6F-998B-840E-44E0-1CF0AF58E087}"/>
                </a:ext>
              </a:extLst>
            </p:cNvPr>
            <p:cNvGrpSpPr/>
            <p:nvPr/>
          </p:nvGrpSpPr>
          <p:grpSpPr>
            <a:xfrm>
              <a:off x="1698839" y="2223773"/>
              <a:ext cx="1922623" cy="494665"/>
              <a:chOff x="5233523" y="3944739"/>
              <a:chExt cx="1135765" cy="292200"/>
            </a:xfrm>
            <a:solidFill>
              <a:srgbClr val="002060"/>
            </a:solidFill>
          </p:grpSpPr>
          <p:sp>
            <p:nvSpPr>
              <p:cNvPr id="353" name="Google Shape;241;p36">
                <a:extLst>
                  <a:ext uri="{FF2B5EF4-FFF2-40B4-BE49-F238E27FC236}">
                    <a16:creationId xmlns:a16="http://schemas.microsoft.com/office/drawing/2014/main" id="{9F82676D-27AA-524A-A2D9-4666FA929FC5}"/>
                  </a:ext>
                </a:extLst>
              </p:cNvPr>
              <p:cNvSpPr/>
              <p:nvPr/>
            </p:nvSpPr>
            <p:spPr>
              <a:xfrm>
                <a:off x="523352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	</a:t>
                </a:r>
                <a:endParaRPr sz="2370" dirty="0"/>
              </a:p>
            </p:txBody>
          </p:sp>
          <p:sp>
            <p:nvSpPr>
              <p:cNvPr id="354" name="Google Shape;242;p36">
                <a:extLst>
                  <a:ext uri="{FF2B5EF4-FFF2-40B4-BE49-F238E27FC236}">
                    <a16:creationId xmlns:a16="http://schemas.microsoft.com/office/drawing/2014/main" id="{F2DC7DFC-2D7F-14EF-3D7F-09831196A859}"/>
                  </a:ext>
                </a:extLst>
              </p:cNvPr>
              <p:cNvSpPr/>
              <p:nvPr/>
            </p:nvSpPr>
            <p:spPr>
              <a:xfrm>
                <a:off x="550549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2</a:t>
                </a:r>
                <a:endParaRPr sz="2370" dirty="0"/>
              </a:p>
            </p:txBody>
          </p:sp>
          <p:sp>
            <p:nvSpPr>
              <p:cNvPr id="355" name="Google Shape;243;p36">
                <a:extLst>
                  <a:ext uri="{FF2B5EF4-FFF2-40B4-BE49-F238E27FC236}">
                    <a16:creationId xmlns:a16="http://schemas.microsoft.com/office/drawing/2014/main" id="{BBEE3040-D651-832A-48CB-3E0B476D3D47}"/>
                  </a:ext>
                </a:extLst>
              </p:cNvPr>
              <p:cNvSpPr/>
              <p:nvPr/>
            </p:nvSpPr>
            <p:spPr>
              <a:xfrm>
                <a:off x="5783883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3</a:t>
                </a:r>
                <a:endParaRPr sz="2370" dirty="0"/>
              </a:p>
            </p:txBody>
          </p:sp>
          <p:sp>
            <p:nvSpPr>
              <p:cNvPr id="356" name="Google Shape;244;p36">
                <a:extLst>
                  <a:ext uri="{FF2B5EF4-FFF2-40B4-BE49-F238E27FC236}">
                    <a16:creationId xmlns:a16="http://schemas.microsoft.com/office/drawing/2014/main" id="{F3EACCC6-BC53-34B6-D63C-C78816B9F746}"/>
                  </a:ext>
                </a:extLst>
              </p:cNvPr>
              <p:cNvSpPr/>
              <p:nvPr/>
            </p:nvSpPr>
            <p:spPr>
              <a:xfrm>
                <a:off x="6077088" y="39447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4</a:t>
                </a:r>
                <a:endParaRPr sz="2370" dirty="0"/>
              </a:p>
            </p:txBody>
          </p:sp>
        </p:grpSp>
        <p:grpSp>
          <p:nvGrpSpPr>
            <p:cNvPr id="357" name="B13">
              <a:extLst>
                <a:ext uri="{FF2B5EF4-FFF2-40B4-BE49-F238E27FC236}">
                  <a16:creationId xmlns:a16="http://schemas.microsoft.com/office/drawing/2014/main" id="{A2C50FBE-1217-3464-9400-51118BC70EA6}"/>
                </a:ext>
              </a:extLst>
            </p:cNvPr>
            <p:cNvGrpSpPr/>
            <p:nvPr/>
          </p:nvGrpSpPr>
          <p:grpSpPr>
            <a:xfrm>
              <a:off x="2061591" y="1436484"/>
              <a:ext cx="1922623" cy="494665"/>
              <a:chOff x="5445539" y="3443811"/>
              <a:chExt cx="1135765" cy="292200"/>
            </a:xfrm>
            <a:solidFill>
              <a:srgbClr val="76F2FF"/>
            </a:solidFill>
          </p:grpSpPr>
          <p:sp>
            <p:nvSpPr>
              <p:cNvPr id="358" name="Google Shape;246;p36">
                <a:extLst>
                  <a:ext uri="{FF2B5EF4-FFF2-40B4-BE49-F238E27FC236}">
                    <a16:creationId xmlns:a16="http://schemas.microsoft.com/office/drawing/2014/main" id="{CE422C93-A6DF-4B3B-4C50-86162B855546}"/>
                  </a:ext>
                </a:extLst>
              </p:cNvPr>
              <p:cNvSpPr/>
              <p:nvPr/>
            </p:nvSpPr>
            <p:spPr>
              <a:xfrm>
                <a:off x="544553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59" name="Google Shape;247;p36">
                <a:extLst>
                  <a:ext uri="{FF2B5EF4-FFF2-40B4-BE49-F238E27FC236}">
                    <a16:creationId xmlns:a16="http://schemas.microsoft.com/office/drawing/2014/main" id="{BF09153C-79CB-74CB-D009-08823BF89D3D}"/>
                  </a:ext>
                </a:extLst>
              </p:cNvPr>
              <p:cNvSpPr/>
              <p:nvPr/>
            </p:nvSpPr>
            <p:spPr>
              <a:xfrm>
                <a:off x="5717514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0" name="Google Shape;248;p36">
                <a:extLst>
                  <a:ext uri="{FF2B5EF4-FFF2-40B4-BE49-F238E27FC236}">
                    <a16:creationId xmlns:a16="http://schemas.microsoft.com/office/drawing/2014/main" id="{CD53528E-C1F9-FEFA-3ACD-9A5334CA9171}"/>
                  </a:ext>
                </a:extLst>
              </p:cNvPr>
              <p:cNvSpPr/>
              <p:nvPr/>
            </p:nvSpPr>
            <p:spPr>
              <a:xfrm>
                <a:off x="5995899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1" name="Google Shape;249;p36">
                <a:extLst>
                  <a:ext uri="{FF2B5EF4-FFF2-40B4-BE49-F238E27FC236}">
                    <a16:creationId xmlns:a16="http://schemas.microsoft.com/office/drawing/2014/main" id="{4930D694-6688-FF7E-6597-C15E617D7073}"/>
                  </a:ext>
                </a:extLst>
              </p:cNvPr>
              <p:cNvSpPr/>
              <p:nvPr/>
            </p:nvSpPr>
            <p:spPr>
              <a:xfrm>
                <a:off x="6289103" y="3443811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</p:grpSp>
        <p:grpSp>
          <p:nvGrpSpPr>
            <p:cNvPr id="362" name="B12">
              <a:extLst>
                <a:ext uri="{FF2B5EF4-FFF2-40B4-BE49-F238E27FC236}">
                  <a16:creationId xmlns:a16="http://schemas.microsoft.com/office/drawing/2014/main" id="{09160C53-CDA3-8484-F655-6E7FE2788AC8}"/>
                </a:ext>
              </a:extLst>
            </p:cNvPr>
            <p:cNvGrpSpPr/>
            <p:nvPr/>
          </p:nvGrpSpPr>
          <p:grpSpPr>
            <a:xfrm>
              <a:off x="1878280" y="1614135"/>
              <a:ext cx="1922623" cy="494665"/>
              <a:chOff x="5337250" y="3548750"/>
              <a:chExt cx="1135765" cy="292200"/>
            </a:xfrm>
            <a:solidFill>
              <a:srgbClr val="31EBFF"/>
            </a:solidFill>
          </p:grpSpPr>
          <p:sp>
            <p:nvSpPr>
              <p:cNvPr id="363" name="Google Shape;251;p36">
                <a:extLst>
                  <a:ext uri="{FF2B5EF4-FFF2-40B4-BE49-F238E27FC236}">
                    <a16:creationId xmlns:a16="http://schemas.microsoft.com/office/drawing/2014/main" id="{05DCF5CB-9CDB-7448-FFD6-B8E649B248E0}"/>
                  </a:ext>
                </a:extLst>
              </p:cNvPr>
              <p:cNvSpPr/>
              <p:nvPr/>
            </p:nvSpPr>
            <p:spPr>
              <a:xfrm>
                <a:off x="533725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4" name="Google Shape;252;p36">
                <a:extLst>
                  <a:ext uri="{FF2B5EF4-FFF2-40B4-BE49-F238E27FC236}">
                    <a16:creationId xmlns:a16="http://schemas.microsoft.com/office/drawing/2014/main" id="{0DC07FCB-0B04-74D8-6F42-8E0779F66547}"/>
                  </a:ext>
                </a:extLst>
              </p:cNvPr>
              <p:cNvSpPr/>
              <p:nvPr/>
            </p:nvSpPr>
            <p:spPr>
              <a:xfrm>
                <a:off x="560922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365" name="Google Shape;253;p36">
                <a:extLst>
                  <a:ext uri="{FF2B5EF4-FFF2-40B4-BE49-F238E27FC236}">
                    <a16:creationId xmlns:a16="http://schemas.microsoft.com/office/drawing/2014/main" id="{61B47399-0ABD-A857-359A-42B9DBA79AD2}"/>
                  </a:ext>
                </a:extLst>
              </p:cNvPr>
              <p:cNvSpPr/>
              <p:nvPr/>
            </p:nvSpPr>
            <p:spPr>
              <a:xfrm>
                <a:off x="5887610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66" name="Google Shape;254;p36">
                <a:extLst>
                  <a:ext uri="{FF2B5EF4-FFF2-40B4-BE49-F238E27FC236}">
                    <a16:creationId xmlns:a16="http://schemas.microsoft.com/office/drawing/2014/main" id="{C3971B3A-A0FE-A630-F07E-EF7FE3D9B795}"/>
                  </a:ext>
                </a:extLst>
              </p:cNvPr>
              <p:cNvSpPr/>
              <p:nvPr/>
            </p:nvSpPr>
            <p:spPr>
              <a:xfrm>
                <a:off x="6180815" y="3548750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non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  <p:grpSp>
          <p:nvGrpSpPr>
            <p:cNvPr id="367" name="B11">
              <a:extLst>
                <a:ext uri="{FF2B5EF4-FFF2-40B4-BE49-F238E27FC236}">
                  <a16:creationId xmlns:a16="http://schemas.microsoft.com/office/drawing/2014/main" id="{938EB166-D348-2021-25F2-A3A9D2F93B13}"/>
                </a:ext>
              </a:extLst>
            </p:cNvPr>
            <p:cNvGrpSpPr/>
            <p:nvPr/>
          </p:nvGrpSpPr>
          <p:grpSpPr>
            <a:xfrm>
              <a:off x="1702691" y="1789669"/>
              <a:ext cx="1922623" cy="494665"/>
              <a:chOff x="5233523" y="3652439"/>
              <a:chExt cx="1135765" cy="292200"/>
            </a:xfrm>
            <a:solidFill>
              <a:srgbClr val="00B0F0"/>
            </a:solidFill>
          </p:grpSpPr>
          <p:sp>
            <p:nvSpPr>
              <p:cNvPr id="368" name="Google Shape;256;p36">
                <a:extLst>
                  <a:ext uri="{FF2B5EF4-FFF2-40B4-BE49-F238E27FC236}">
                    <a16:creationId xmlns:a16="http://schemas.microsoft.com/office/drawing/2014/main" id="{8237FB02-3070-409A-4AA8-81C21F1EBC03}"/>
                  </a:ext>
                </a:extLst>
              </p:cNvPr>
              <p:cNvSpPr/>
              <p:nvPr/>
            </p:nvSpPr>
            <p:spPr>
              <a:xfrm>
                <a:off x="523352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1</a:t>
                </a:r>
                <a:endParaRPr sz="2370" dirty="0"/>
              </a:p>
            </p:txBody>
          </p:sp>
          <p:sp>
            <p:nvSpPr>
              <p:cNvPr id="369" name="Google Shape;257;p36">
                <a:extLst>
                  <a:ext uri="{FF2B5EF4-FFF2-40B4-BE49-F238E27FC236}">
                    <a16:creationId xmlns:a16="http://schemas.microsoft.com/office/drawing/2014/main" id="{33958F51-BE9D-6445-DE50-D663810804E9}"/>
                  </a:ext>
                </a:extLst>
              </p:cNvPr>
              <p:cNvSpPr/>
              <p:nvPr/>
            </p:nvSpPr>
            <p:spPr>
              <a:xfrm>
                <a:off x="550549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70" name="Google Shape;258;p36">
                <a:extLst>
                  <a:ext uri="{FF2B5EF4-FFF2-40B4-BE49-F238E27FC236}">
                    <a16:creationId xmlns:a16="http://schemas.microsoft.com/office/drawing/2014/main" id="{7B6B8248-E37D-4C83-B943-659BCD2E1F2A}"/>
                  </a:ext>
                </a:extLst>
              </p:cNvPr>
              <p:cNvSpPr/>
              <p:nvPr/>
            </p:nvSpPr>
            <p:spPr>
              <a:xfrm>
                <a:off x="5783883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  <p:sp>
            <p:nvSpPr>
              <p:cNvPr id="371" name="Google Shape;259;p36">
                <a:extLst>
                  <a:ext uri="{FF2B5EF4-FFF2-40B4-BE49-F238E27FC236}">
                    <a16:creationId xmlns:a16="http://schemas.microsoft.com/office/drawing/2014/main" id="{A50C1C26-B8C4-2E0B-072A-091A407F30E8}"/>
                  </a:ext>
                </a:extLst>
              </p:cNvPr>
              <p:cNvSpPr/>
              <p:nvPr/>
            </p:nvSpPr>
            <p:spPr>
              <a:xfrm>
                <a:off x="6077088" y="3652439"/>
                <a:ext cx="292200" cy="292200"/>
              </a:xfrm>
              <a:prstGeom prst="cube">
                <a:avLst>
                  <a:gd name="adj" fmla="val 25000"/>
                </a:avLst>
              </a:prstGeom>
              <a:grpFill/>
              <a:ln w="161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54775" tIns="154775" rIns="154775" bIns="1547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70" dirty="0"/>
                  <a:t>0</a:t>
                </a:r>
                <a:endParaRPr sz="2370" dirty="0"/>
              </a:p>
            </p:txBody>
          </p:sp>
        </p:grpSp>
      </p:grpSp>
      <p:grpSp>
        <p:nvGrpSpPr>
          <p:cNvPr id="383" name="VectorSpaces">
            <a:extLst>
              <a:ext uri="{FF2B5EF4-FFF2-40B4-BE49-F238E27FC236}">
                <a16:creationId xmlns:a16="http://schemas.microsoft.com/office/drawing/2014/main" id="{531C37E1-0517-938D-FDF6-7C5057260B3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921116" y="1995617"/>
            <a:ext cx="7318915" cy="1158341"/>
            <a:chOff x="921116" y="1995617"/>
            <a:chExt cx="7318915" cy="115834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B32F3549-CF72-ED3F-7335-CAED55F419A0}"/>
                    </a:ext>
                  </a:extLst>
                </p:cNvPr>
                <p:cNvSpPr txBox="1"/>
                <p:nvPr/>
              </p:nvSpPr>
              <p:spPr>
                <a:xfrm rot="16200000">
                  <a:off x="2075627" y="2643852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B32F3549-CF72-ED3F-7335-CAED55F41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075627" y="2643852"/>
                  <a:ext cx="351058" cy="6463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A539B97E-CE81-1C60-B519-253E4378AC79}"/>
                    </a:ext>
                  </a:extLst>
                </p:cNvPr>
                <p:cNvSpPr txBox="1"/>
                <p:nvPr/>
              </p:nvSpPr>
              <p:spPr>
                <a:xfrm rot="16200000">
                  <a:off x="4832809" y="2307748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A539B97E-CE81-1C60-B519-253E4378A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832809" y="2307748"/>
                  <a:ext cx="351058" cy="6463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D44396BA-4893-2B0F-0295-F973E08CD786}"/>
                    </a:ext>
                  </a:extLst>
                </p:cNvPr>
                <p:cNvSpPr txBox="1"/>
                <p:nvPr/>
              </p:nvSpPr>
              <p:spPr>
                <a:xfrm rot="16200000">
                  <a:off x="7323057" y="2655263"/>
                  <a:ext cx="351058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sz="2800" b="0" dirty="0"/>
                </a:p>
                <a:p>
                  <a:endParaRPr lang="en-US" dirty="0"/>
                </a:p>
              </p:txBody>
            </p:sp>
          </mc:Choice>
          <mc:Fallback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D44396BA-4893-2B0F-0295-F973E08CD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323057" y="2655263"/>
                  <a:ext cx="351058" cy="6463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2774A76-5C6D-B234-DC26-6ABBD66998EC}"/>
                    </a:ext>
                  </a:extLst>
                </p:cNvPr>
                <p:cNvSpPr txBox="1"/>
                <p:nvPr/>
              </p:nvSpPr>
              <p:spPr>
                <a:xfrm>
                  <a:off x="921116" y="2294361"/>
                  <a:ext cx="258962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en-US" sz="28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2774A76-5C6D-B234-DC26-6ABBD6699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116" y="2294361"/>
                  <a:ext cx="2589625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2217CA33-23C0-32B4-63FC-34C1766DAFCF}"/>
                    </a:ext>
                  </a:extLst>
                </p:cNvPr>
                <p:cNvSpPr txBox="1"/>
                <p:nvPr/>
              </p:nvSpPr>
              <p:spPr>
                <a:xfrm>
                  <a:off x="4655587" y="1995617"/>
                  <a:ext cx="6463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2217CA33-23C0-32B4-63FC-34C1766DA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587" y="1995617"/>
                  <a:ext cx="646332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8CA59F55-2429-7320-8C79-CCFF32F5DB95}"/>
                    </a:ext>
                  </a:extLst>
                </p:cNvPr>
                <p:cNvSpPr txBox="1"/>
                <p:nvPr/>
              </p:nvSpPr>
              <p:spPr>
                <a:xfrm>
                  <a:off x="6557346" y="2294361"/>
                  <a:ext cx="168268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8CA59F55-2429-7320-8C79-CCFF32F5DB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7346" y="2294361"/>
                  <a:ext cx="1682685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0663618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79738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58133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86770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3766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00"/>
            </a:pPr>
            <a:r>
              <a:rPr lang="en-US" sz="3200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blipFill>
                <a:blip r:embed="rId18"/>
                <a:stretch>
                  <a:fillRect t="-25926" r="-551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2B2040-9B6F-A82E-6D50-CB5111E68040}"/>
              </a:ext>
            </a:extLst>
          </p:cNvPr>
          <p:cNvCxnSpPr>
            <a:cxnSpLocks/>
            <a:stCxn id="29" idx="0"/>
            <a:endCxn id="30" idx="2"/>
          </p:cNvCxnSpPr>
          <p:nvPr>
            <p:custDataLst>
              <p:tags r:id="rId14"/>
            </p:custDataLst>
          </p:nvPr>
        </p:nvCxnSpPr>
        <p:spPr>
          <a:xfrm flipV="1">
            <a:off x="5245573" y="1086720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63716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12B64-2470-0678-833F-297EF057CDC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289271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08BD6-0858-1C08-E863-79DE61EEB3F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188506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blipFill>
                <a:blip r:embed="rId20"/>
                <a:stretch>
                  <a:fillRect t="-25926" r="-551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2B2040-9B6F-A82E-6D50-CB5111E68040}"/>
              </a:ext>
            </a:extLst>
          </p:cNvPr>
          <p:cNvCxnSpPr>
            <a:cxnSpLocks/>
            <a:stCxn id="29" idx="0"/>
            <a:endCxn id="30" idx="2"/>
          </p:cNvCxnSpPr>
          <p:nvPr>
            <p:custDataLst>
              <p:tags r:id="rId16"/>
            </p:custDataLst>
          </p:nvPr>
        </p:nvCxnSpPr>
        <p:spPr>
          <a:xfrm flipV="1">
            <a:off x="5245573" y="1086720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692107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12B64-2470-0678-833F-297EF057CDC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289271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08BD6-0858-1C08-E863-79DE61EEB3F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188506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B81673-BBD6-05EB-75E8-97215A045642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487147" y="2714286"/>
            <a:ext cx="589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blipFill>
                <a:blip r:embed="rId21"/>
                <a:stretch>
                  <a:fillRect t="-25926" r="-551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2B2040-9B6F-A82E-6D50-CB5111E68040}"/>
              </a:ext>
            </a:extLst>
          </p:cNvPr>
          <p:cNvCxnSpPr>
            <a:cxnSpLocks/>
            <a:stCxn id="29" idx="0"/>
            <a:endCxn id="30" idx="2"/>
          </p:cNvCxnSpPr>
          <p:nvPr>
            <p:custDataLst>
              <p:tags r:id="rId17"/>
            </p:custDataLst>
          </p:nvPr>
        </p:nvCxnSpPr>
        <p:spPr>
          <a:xfrm flipV="1">
            <a:off x="5245573" y="1086720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213688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12B64-2470-0678-833F-297EF057CDC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289271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08BD6-0858-1C08-E863-79DE61EEB3F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188506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lang="en" sz="32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𝗗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blipFill>
                <a:blip r:embed="rId22"/>
                <a:stretch>
                  <a:fillRect t="-14583" r="-12707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0B81673-BBD6-05EB-75E8-97215A045642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487147" y="2714286"/>
            <a:ext cx="589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blipFill>
                <a:blip r:embed="rId23"/>
                <a:stretch>
                  <a:fillRect t="-25926" r="-551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2B2040-9B6F-A82E-6D50-CB5111E68040}"/>
              </a:ext>
            </a:extLst>
          </p:cNvPr>
          <p:cNvCxnSpPr>
            <a:cxnSpLocks/>
            <a:stCxn id="29" idx="0"/>
            <a:endCxn id="30" idx="2"/>
          </p:cNvCxnSpPr>
          <p:nvPr>
            <p:custDataLst>
              <p:tags r:id="rId18"/>
            </p:custDataLst>
          </p:nvPr>
        </p:nvCxnSpPr>
        <p:spPr>
          <a:xfrm flipV="1">
            <a:off x="5245573" y="1086720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513720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12B64-2470-0678-833F-297EF057CDC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289271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08BD6-0858-1C08-E863-79DE61EEB3F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188506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lang="en" sz="32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𝗗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blipFill>
                <a:blip r:embed="rId23"/>
                <a:stretch>
                  <a:fillRect t="-14583" r="-12707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0B81673-BBD6-05EB-75E8-97215A045642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487147" y="2714286"/>
            <a:ext cx="589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blipFill>
                <a:blip r:embed="rId24"/>
                <a:stretch>
                  <a:fillRect t="-25926" r="-551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2B2040-9B6F-A82E-6D50-CB5111E68040}"/>
              </a:ext>
            </a:extLst>
          </p:cNvPr>
          <p:cNvCxnSpPr>
            <a:cxnSpLocks/>
            <a:stCxn id="29" idx="0"/>
            <a:endCxn id="30" idx="2"/>
          </p:cNvCxnSpPr>
          <p:nvPr>
            <p:custDataLst>
              <p:tags r:id="rId18"/>
            </p:custDataLst>
          </p:nvPr>
        </p:nvCxnSpPr>
        <p:spPr>
          <a:xfrm flipV="1">
            <a:off x="5245573" y="1086720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A189B18-7658-2D6E-DF43-437756752483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913590" y="3760482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69263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Tensor Semantics for MGs</a:t>
            </a:r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ldNum" idx="12"/>
            <p:custDataLst>
              <p:tags r:id="rId3"/>
            </p:custDataLst>
          </p:nvPr>
        </p:nvSpPr>
        <p:spPr>
          <a:xfrm>
            <a:off x="8588848" y="47423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37"/>
          <p:cNvGraphicFramePr/>
          <p:nvPr>
            <p:custDataLst>
              <p:tags r:id="rId4"/>
            </p:custDataLst>
          </p:nvPr>
        </p:nvGraphicFramePr>
        <p:xfrm>
          <a:off x="311700" y="1462250"/>
          <a:ext cx="3249700" cy="259062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Selectee Features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our MG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Corresponding Vector Space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79AAB2-DBC0-C2B4-42DE-7E4EE5FC5B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89271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0A37-F0BE-A416-1F60-449777F56EC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738589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D25D-48C5-6AAD-6350-042D1B5B256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12566" y="1633324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200" baseline="3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9075-BF75-3F72-43B1-BB73299B843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323024" y="1633324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88EC9-B503-837C-47B3-B1DE109A01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70719" y="563195"/>
            <a:ext cx="780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12B64-2470-0678-833F-297EF057CDC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289271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711DC-AC9B-5CB7-6C53-C038FD65DF8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621150" y="3821310"/>
            <a:ext cx="796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B827A-9204-530E-EF33-3EC8ECA91A5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7502707" y="3821310"/>
            <a:ext cx="91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08BD6-0858-1C08-E863-79DE61EEB3F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188506" y="3821310"/>
            <a:ext cx="44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lang="en" sz="32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𝗗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1A89D7-F4F7-C3B8-4885-10CEA2EF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7085726" y="2703453"/>
                <a:ext cx="1101977" cy="584775"/>
              </a:xfrm>
              <a:prstGeom prst="rect">
                <a:avLst/>
              </a:prstGeom>
              <a:blipFill>
                <a:blip r:embed="rId26"/>
                <a:stretch>
                  <a:fillRect t="-14583" r="-12707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0B81673-BBD6-05EB-75E8-97215A045642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487147" y="2714286"/>
            <a:ext cx="589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737F8-C616-4EC5-FB6F-BCAA89221A4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754092" y="1618241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CA073A-FA8A-FD4B-0F85-4027504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4471858" y="594277"/>
                <a:ext cx="1549562" cy="492443"/>
              </a:xfrm>
              <a:prstGeom prst="rect">
                <a:avLst/>
              </a:prstGeom>
              <a:blipFill>
                <a:blip r:embed="rId27"/>
                <a:stretch>
                  <a:fillRect t="-25926" r="-551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2B2040-9B6F-A82E-6D50-CB5111E68040}"/>
              </a:ext>
            </a:extLst>
          </p:cNvPr>
          <p:cNvCxnSpPr>
            <a:cxnSpLocks/>
            <a:stCxn id="29" idx="0"/>
            <a:endCxn id="30" idx="2"/>
          </p:cNvCxnSpPr>
          <p:nvPr>
            <p:custDataLst>
              <p:tags r:id="rId18"/>
            </p:custDataLst>
          </p:nvPr>
        </p:nvCxnSpPr>
        <p:spPr>
          <a:xfrm flipV="1">
            <a:off x="5245573" y="1086720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B5DAAE-5DA7-8F3E-E9B9-BEA9C0E7D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6104124" y="609360"/>
                <a:ext cx="370294" cy="4924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A189B18-7658-2D6E-DF43-437756752483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913590" y="3760482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3C717B-127C-01C3-13B7-0C24D1F477AE}"/>
                  </a:ext>
                </a:extLst>
              </p:cNvPr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692724" y="2757560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3C717B-127C-01C3-13B7-0C24D1F47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4692724" y="2757560"/>
                <a:ext cx="1105696" cy="492443"/>
              </a:xfrm>
              <a:prstGeom prst="rect">
                <a:avLst/>
              </a:prstGeom>
              <a:blipFill>
                <a:blip r:embed="rId29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580B097-446F-AF66-3CE6-3DC6759A918D}"/>
              </a:ext>
            </a:extLst>
          </p:cNvPr>
          <p:cNvCxnSpPr>
            <a:cxnSpLocks/>
            <a:stCxn id="38" idx="0"/>
            <a:endCxn id="39" idx="2"/>
          </p:cNvCxnSpPr>
          <p:nvPr>
            <p:custDataLst>
              <p:tags r:id="rId22"/>
            </p:custDataLst>
          </p:nvPr>
        </p:nvCxnSpPr>
        <p:spPr>
          <a:xfrm flipH="1" flipV="1">
            <a:off x="5245572" y="3250003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ACC31C-0FA1-8CF1-4AD0-83CC7E1ED79F}"/>
                  </a:ext>
                </a:extLst>
              </p:cNvPr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6104124" y="2764703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ACC31C-0FA1-8CF1-4AD0-83CC7E1ED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6104124" y="2764703"/>
                <a:ext cx="370294" cy="49244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190498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1C11-DDE4-D22E-669C-FBBD4D51C54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8F96E-5803-B7C3-D6D8-AF826CE54823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386B03-34A9-0963-9DB0-CE0C1B432B2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589039" y="3735798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blipFill>
                <a:blip r:embed="rId15"/>
                <a:stretch>
                  <a:fillRect t="-27160" r="-5490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3EEA1F-DA0C-1FB2-DCF8-8E62C0DF55C9}"/>
              </a:ext>
            </a:extLst>
          </p:cNvPr>
          <p:cNvCxnSpPr>
            <a:cxnSpLocks/>
            <a:stCxn id="17" idx="0"/>
            <a:endCxn id="18" idx="2"/>
          </p:cNvCxnSpPr>
          <p:nvPr>
            <p:custDataLst>
              <p:tags r:id="rId6"/>
            </p:custDataLst>
          </p:nvPr>
        </p:nvCxnSpPr>
        <p:spPr>
          <a:xfrm flipV="1">
            <a:off x="4080520" y="3204277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4D8C42-FEB0-2001-5004-CAF21A6046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482270" y="3735798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blipFill>
                <a:blip r:embed="rId16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DE5DBD5-0F25-9181-BC83-C5FC78783FCD}"/>
              </a:ext>
            </a:extLst>
          </p:cNvPr>
          <p:cNvCxnSpPr>
            <a:cxnSpLocks/>
            <a:stCxn id="20" idx="0"/>
            <a:endCxn id="21" idx="2"/>
          </p:cNvCxnSpPr>
          <p:nvPr>
            <p:custDataLst>
              <p:tags r:id="rId9"/>
            </p:custDataLst>
          </p:nvPr>
        </p:nvCxnSpPr>
        <p:spPr>
          <a:xfrm flipH="1" flipV="1">
            <a:off x="1814252" y="3225319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𝗩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𝗗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blipFill>
                <a:blip r:embed="rId18"/>
                <a:stretch>
                  <a:fillRect l="-8658" t="-14583" r="-7792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9B271DB-37FE-F6DC-3812-CC2C1222F11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834297" y="1435045"/>
            <a:ext cx="492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  <a:endParaRPr 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92884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1C11-DDE4-D22E-669C-FBBD4D51C54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8F96E-5803-B7C3-D6D8-AF826CE54823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386B03-34A9-0963-9DB0-CE0C1B432B2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589039" y="3735798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blipFill>
                <a:blip r:embed="rId16"/>
                <a:stretch>
                  <a:fillRect t="-27160" r="-5490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3EEA1F-DA0C-1FB2-DCF8-8E62C0DF55C9}"/>
              </a:ext>
            </a:extLst>
          </p:cNvPr>
          <p:cNvCxnSpPr>
            <a:cxnSpLocks/>
            <a:stCxn id="17" idx="0"/>
            <a:endCxn id="18" idx="2"/>
          </p:cNvCxnSpPr>
          <p:nvPr>
            <p:custDataLst>
              <p:tags r:id="rId6"/>
            </p:custDataLst>
          </p:nvPr>
        </p:nvCxnSpPr>
        <p:spPr>
          <a:xfrm flipV="1">
            <a:off x="4080520" y="3204277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4D8C42-FEB0-2001-5004-CAF21A6046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482270" y="3735798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blipFill>
                <a:blip r:embed="rId17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DE5DBD5-0F25-9181-BC83-C5FC78783FCD}"/>
              </a:ext>
            </a:extLst>
          </p:cNvPr>
          <p:cNvCxnSpPr>
            <a:cxnSpLocks/>
            <a:stCxn id="20" idx="0"/>
            <a:endCxn id="21" idx="2"/>
          </p:cNvCxnSpPr>
          <p:nvPr>
            <p:custDataLst>
              <p:tags r:id="rId9"/>
            </p:custDataLst>
          </p:nvPr>
        </p:nvCxnSpPr>
        <p:spPr>
          <a:xfrm flipH="1" flipV="1">
            <a:off x="1814252" y="3225319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𝗩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𝗗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blipFill>
                <a:blip r:embed="rId19"/>
                <a:stretch>
                  <a:fillRect l="-8658" t="-14583" r="-7792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9B271DB-37FE-F6DC-3812-CC2C1222F11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834297" y="1435045"/>
            <a:ext cx="492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  <a:endParaRPr lang="en-US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DF672-E59D-B0F3-F84A-5197A01A2A0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579568" y="3735797"/>
            <a:ext cx="2988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45158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1C11-DDE4-D22E-669C-FBBD4D51C54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8F96E-5803-B7C3-D6D8-AF826CE54823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386B03-34A9-0963-9DB0-CE0C1B432B2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589039" y="3735798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blipFill>
                <a:blip r:embed="rId18"/>
                <a:stretch>
                  <a:fillRect t="-27160" r="-5490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3EEA1F-DA0C-1FB2-DCF8-8E62C0DF55C9}"/>
              </a:ext>
            </a:extLst>
          </p:cNvPr>
          <p:cNvCxnSpPr>
            <a:cxnSpLocks/>
            <a:stCxn id="17" idx="0"/>
            <a:endCxn id="18" idx="2"/>
          </p:cNvCxnSpPr>
          <p:nvPr>
            <p:custDataLst>
              <p:tags r:id="rId6"/>
            </p:custDataLst>
          </p:nvPr>
        </p:nvCxnSpPr>
        <p:spPr>
          <a:xfrm flipV="1">
            <a:off x="4080520" y="3204277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4D8C42-FEB0-2001-5004-CAF21A6046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482270" y="3735798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blipFill>
                <a:blip r:embed="rId19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DE5DBD5-0F25-9181-BC83-C5FC78783FCD}"/>
              </a:ext>
            </a:extLst>
          </p:cNvPr>
          <p:cNvCxnSpPr>
            <a:cxnSpLocks/>
            <a:stCxn id="20" idx="0"/>
            <a:endCxn id="21" idx="2"/>
          </p:cNvCxnSpPr>
          <p:nvPr>
            <p:custDataLst>
              <p:tags r:id="rId9"/>
            </p:custDataLst>
          </p:nvPr>
        </p:nvCxnSpPr>
        <p:spPr>
          <a:xfrm flipH="1" flipV="1">
            <a:off x="1814252" y="3225319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𝗩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𝗗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blipFill>
                <a:blip r:embed="rId21"/>
                <a:stretch>
                  <a:fillRect l="-8658" t="-14583" r="-7792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9B271DB-37FE-F6DC-3812-CC2C1222F11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834297" y="1435045"/>
            <a:ext cx="492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  <a:endParaRPr lang="en-US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DF672-E59D-B0F3-F84A-5197A01A2A0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579568" y="3735797"/>
            <a:ext cx="2988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974D8931-F860-3720-82AE-38E0C9F0A28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816282" y="1435045"/>
            <a:ext cx="579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37491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1C11-DDE4-D22E-669C-FBBD4D51C54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8F96E-5803-B7C3-D6D8-AF826CE54823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386B03-34A9-0963-9DB0-CE0C1B432B2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589039" y="3735798"/>
            <a:ext cx="982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A379C-2A0F-07B5-25F2-C456DB784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306805" y="2711834"/>
                <a:ext cx="1549562" cy="492443"/>
              </a:xfrm>
              <a:prstGeom prst="rect">
                <a:avLst/>
              </a:prstGeom>
              <a:blipFill>
                <a:blip r:embed="rId20"/>
                <a:stretch>
                  <a:fillRect t="-27160" r="-5490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3EEA1F-DA0C-1FB2-DCF8-8E62C0DF55C9}"/>
              </a:ext>
            </a:extLst>
          </p:cNvPr>
          <p:cNvCxnSpPr>
            <a:cxnSpLocks/>
            <a:stCxn id="17" idx="0"/>
            <a:endCxn id="18" idx="2"/>
          </p:cNvCxnSpPr>
          <p:nvPr>
            <p:custDataLst>
              <p:tags r:id="rId6"/>
            </p:custDataLst>
          </p:nvPr>
        </p:nvCxnSpPr>
        <p:spPr>
          <a:xfrm flipV="1">
            <a:off x="4080520" y="3204277"/>
            <a:ext cx="1066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4D8C42-FEB0-2001-5004-CAF21A6046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482270" y="3735798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105BF7-AEBF-801C-380E-5976CBC3B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261404" y="2732876"/>
                <a:ext cx="1105696" cy="492443"/>
              </a:xfrm>
              <a:prstGeom prst="rect">
                <a:avLst/>
              </a:prstGeom>
              <a:blipFill>
                <a:blip r:embed="rId21"/>
                <a:stretch>
                  <a:fillRect t="-25926" r="-2099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DE5DBD5-0F25-9181-BC83-C5FC78783FCD}"/>
              </a:ext>
            </a:extLst>
          </p:cNvPr>
          <p:cNvCxnSpPr>
            <a:cxnSpLocks/>
            <a:stCxn id="20" idx="0"/>
            <a:endCxn id="21" idx="2"/>
          </p:cNvCxnSpPr>
          <p:nvPr>
            <p:custDataLst>
              <p:tags r:id="rId9"/>
            </p:custDataLst>
          </p:nvPr>
        </p:nvCxnSpPr>
        <p:spPr>
          <a:xfrm flipH="1" flipV="1">
            <a:off x="1814252" y="3225319"/>
            <a:ext cx="11221" cy="51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6B4FF-28CB-9540-E45D-9C2C07F0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 rot="16200000">
                <a:off x="1629104" y="2131411"/>
                <a:ext cx="370294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𝗩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⊗</m:t>
                    </m:r>
                  </m:oMath>
                </a14:m>
                <a:r>
                  <a:rPr lang="en" sz="3200" dirty="0">
                    <a:solidFill>
                      <a:schemeClr val="bg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𝗗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D90BE9-41EC-66F1-EF7D-BD384614E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1120383" y="1437614"/>
                <a:ext cx="1410179" cy="584775"/>
              </a:xfrm>
              <a:prstGeom prst="rect">
                <a:avLst/>
              </a:prstGeom>
              <a:blipFill>
                <a:blip r:embed="rId23"/>
                <a:stretch>
                  <a:fillRect l="-8658" t="-14583" r="-7792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B845C9-BADD-9A9F-52D5-DD5E5580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 rot="16200000">
                <a:off x="3879330" y="2065986"/>
                <a:ext cx="370294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9B271DB-37FE-F6DC-3812-CC2C1222F11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834297" y="1435045"/>
            <a:ext cx="492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𝗗</a:t>
            </a:r>
            <a:endParaRPr lang="en-US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DF672-E59D-B0F3-F84A-5197A01A2A0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579568" y="3735797"/>
            <a:ext cx="2988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978763-E93D-0229-916F-047F1075EB5C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5579567" y="2711833"/>
                <a:ext cx="298831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l-GR" sz="3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978763-E93D-0229-916F-047F1075E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5579567" y="2711833"/>
                <a:ext cx="2988319" cy="492443"/>
              </a:xfrm>
              <a:prstGeom prst="rect">
                <a:avLst/>
              </a:prstGeom>
              <a:blipFill>
                <a:blip r:embed="rId25"/>
                <a:stretch>
                  <a:fillRect t="-27160" r="-1429" b="-46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3F0805-E8FF-90FC-E661-C113B30A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 rot="16200000">
                <a:off x="6877358" y="2128842"/>
                <a:ext cx="370294" cy="4924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974D8931-F860-3720-82AE-38E0C9F0A281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816282" y="1435045"/>
            <a:ext cx="579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32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𝗩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94B318-9576-1030-B394-4B918C68A9E6}"/>
              </a:ext>
            </a:extLst>
          </p:cNvPr>
          <p:cNvCxnSpPr>
            <a:stCxn id="29" idx="0"/>
            <a:endCxn id="30" idx="2"/>
          </p:cNvCxnSpPr>
          <p:nvPr>
            <p:custDataLst>
              <p:tags r:id="rId18"/>
            </p:custDataLst>
          </p:nvPr>
        </p:nvCxnSpPr>
        <p:spPr>
          <a:xfrm flipH="1" flipV="1">
            <a:off x="7073727" y="3204276"/>
            <a:ext cx="1" cy="53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872285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A1A7C-A79F-4E31-6261-95DD8800536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2EBE2-3039-DD97-E1A8-50214D1E8189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110CC-2B3F-3B1A-9D09-AF84787DB4E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24462" y="3060064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blipFill>
                <a:blip r:embed="rId8"/>
                <a:stretch>
                  <a:fillRect t="-25926" r="-22047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690FEE-78A2-B151-21A8-E69DD46E90AC}"/>
              </a:ext>
            </a:extLst>
          </p:cNvPr>
          <p:cNvCxnSpPr>
            <a:cxnSpLocks/>
            <a:stCxn id="4" idx="0"/>
            <a:endCxn id="5" idx="2"/>
          </p:cNvCxnSpPr>
          <p:nvPr>
            <p:custDataLst>
              <p:tags r:id="rId6"/>
            </p:custDataLst>
          </p:nvPr>
        </p:nvCxnSpPr>
        <p:spPr>
          <a:xfrm flipV="1">
            <a:off x="2673702" y="2528542"/>
            <a:ext cx="0" cy="531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591767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A1A7C-A79F-4E31-6261-95DD8800536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2EBE2-3039-DD97-E1A8-50214D1E8189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110CC-2B3F-3B1A-9D09-AF84787DB4E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24462" y="3060064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blipFill>
                <a:blip r:embed="rId9"/>
                <a:stretch>
                  <a:fillRect t="-25926" r="-22047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690FEE-78A2-B151-21A8-E69DD46E90AC}"/>
              </a:ext>
            </a:extLst>
          </p:cNvPr>
          <p:cNvCxnSpPr>
            <a:cxnSpLocks/>
            <a:stCxn id="4" idx="0"/>
            <a:endCxn id="5" idx="2"/>
          </p:cNvCxnSpPr>
          <p:nvPr>
            <p:custDataLst>
              <p:tags r:id="rId6"/>
            </p:custDataLst>
          </p:nvPr>
        </p:nvCxnSpPr>
        <p:spPr>
          <a:xfrm flipV="1">
            <a:off x="2673702" y="2528542"/>
            <a:ext cx="0" cy="531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6FD6B1-86D4-ED08-50FF-DBDDAF20469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927765" y="3060064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45423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A1A7C-A79F-4E31-6261-95DD8800536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2EBE2-3039-DD97-E1A8-50214D1E8189}"/>
              </a:ext>
            </a:extLst>
          </p:cNvPr>
          <p:cNvSpPr>
            <a:spLocks noGrp="1"/>
          </p:cNvSpPr>
          <p:nvPr>
            <p:ph type="sldNum" idx="12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110CC-2B3F-3B1A-9D09-AF84787DB4E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24462" y="3060064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651D4C-8D82-3B72-15D6-6A072183C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2284401" y="2036099"/>
                <a:ext cx="778602" cy="492443"/>
              </a:xfrm>
              <a:prstGeom prst="rect">
                <a:avLst/>
              </a:prstGeom>
              <a:blipFill>
                <a:blip r:embed="rId10"/>
                <a:stretch>
                  <a:fillRect t="-25926" r="-22047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690FEE-78A2-B151-21A8-E69DD46E90AC}"/>
              </a:ext>
            </a:extLst>
          </p:cNvPr>
          <p:cNvCxnSpPr>
            <a:cxnSpLocks/>
            <a:stCxn id="4" idx="0"/>
            <a:endCxn id="5" idx="2"/>
          </p:cNvCxnSpPr>
          <p:nvPr>
            <p:custDataLst>
              <p:tags r:id="rId6"/>
            </p:custDataLst>
          </p:nvPr>
        </p:nvCxnSpPr>
        <p:spPr>
          <a:xfrm flipV="1">
            <a:off x="2673702" y="2528542"/>
            <a:ext cx="0" cy="531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6FD6B1-86D4-ED08-50FF-DBDDAF20469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927765" y="3060064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move(</a:t>
            </a:r>
            <a:r>
              <a:rPr lang="en-US" sz="32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FEC139-3518-6046-310B-8316F66D0C5C}"/>
              </a:ext>
            </a:extLst>
          </p:cNvPr>
          <p:cNvCxnSpPr>
            <a:cxnSpLocks/>
            <a:stCxn id="7" idx="0"/>
            <a:endCxn id="5" idx="3"/>
          </p:cNvCxnSpPr>
          <p:nvPr>
            <p:custDataLst>
              <p:tags r:id="rId8"/>
            </p:custDataLst>
          </p:nvPr>
        </p:nvCxnSpPr>
        <p:spPr>
          <a:xfrm flipH="1" flipV="1">
            <a:off x="3063003" y="2282321"/>
            <a:ext cx="2606311" cy="777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396570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480B-3551-3410-77C6-55C84063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DA81-8A28-4C10-5AE4-D88D09FD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Tensor Semantics for MGs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1D4622-2FC9-7F65-E307-E9F3E830F8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0E5A3F-5E41-5C47-496C-843F4A03238D}"/>
                  </a:ext>
                </a:extLst>
              </p:cNvPr>
              <p:cNvSpPr txBox="1"/>
              <p:nvPr/>
            </p:nvSpPr>
            <p:spPr>
              <a:xfrm>
                <a:off x="524818" y="1569168"/>
                <a:ext cx="8094363" cy="2005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4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merge</m:t>
                          </m:r>
                          <m:d>
                            <m:dPr>
                              <m:ctrlPr>
                                <a:rPr lang="en-US" sz="4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40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40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400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0" b="0" i="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4000" b="0" i="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move</m:t>
                          </m:r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d>
                      <m:r>
                        <a:rPr lang="en-US" sz="40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4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sz="4000" b="0" dirty="0">
                  <a:solidFill>
                    <a:schemeClr val="bg2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0E5A3F-5E41-5C47-496C-843F4A032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18" y="1569168"/>
                <a:ext cx="8094363" cy="20051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020987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</a:t>
            </a:r>
            <a:endParaRPr dirty="0"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2" name="Google Shape;382;p45"/>
          <p:cNvGraphicFramePr/>
          <p:nvPr>
            <p:extLst>
              <p:ext uri="{D42A27DB-BD31-4B8C-83A1-F6EECF244321}">
                <p14:modId xmlns:p14="http://schemas.microsoft.com/office/powerpoint/2010/main" val="165831392"/>
              </p:ext>
            </p:extLst>
          </p:nvPr>
        </p:nvGraphicFramePr>
        <p:xfrm>
          <a:off x="1994162" y="1141667"/>
          <a:ext cx="5155675" cy="3718350"/>
        </p:xfrm>
        <a:graphic>
          <a:graphicData uri="http://schemas.openxmlformats.org/drawingml/2006/table">
            <a:tbl>
              <a:tblPr>
                <a:noFill/>
                <a:tableStyleId>{957C3E7A-245C-4847-85F8-382FA85EA222}</a:tableStyleId>
              </a:tblPr>
              <a:tblGrid>
                <a:gridCol w="191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Lexical Item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Feature String</a:t>
                      </a:r>
                      <a:endParaRPr sz="20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Space of Tensor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eat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𝗩⨂𝗗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(little v)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=D, v]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𝗨⨂𝗗⨂𝗩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𝗗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∅</a:t>
                      </a:r>
                      <a:r>
                        <a:rPr lang="en" sz="2000" i="1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 head)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[=v, nom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T]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𝗧⨂𝗨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[=T, wh</a:t>
                      </a:r>
                      <a:r>
                        <a:rPr lang="en" sz="200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C]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𝗖⨂𝗧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C965-04BF-B4C2-C472-7FC51AC2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14034-B571-06B3-C7F1-871EEBE1E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E8573-9964-89C1-CDFB-FB7B98D1F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345" y="1459153"/>
            <a:ext cx="3238952" cy="2762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85150-AE2D-9274-B6AA-D31ABDBB9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98" y="1459153"/>
            <a:ext cx="3432559" cy="27626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6414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E40E-23EB-E2E6-B7B9-7FE62B9A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393CC-A6E4-5980-D934-11ED344E0F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2632F-60A2-1061-C16D-38B4D081C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81457"/>
            <a:ext cx="3750374" cy="3285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D07ADF-191E-E3D7-F0CE-683FC20A6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130" y="1281457"/>
            <a:ext cx="4473170" cy="32856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07554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D470-C079-3EA6-0CEF-08EC5409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795C27-CDBC-9C41-DEBF-B58EDA8A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11AA1-A9E4-75DF-920F-3AF65DC85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080" y="1206286"/>
            <a:ext cx="4315078" cy="3456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F0AC0-6F8F-7C8E-F264-1555A6E32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2" y="1206286"/>
            <a:ext cx="3713117" cy="32683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69954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30F5-7454-0261-AAF3-5ED17DB9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808F-3898-3D02-0C8E-C15B331A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013CA4-96D0-1ABC-0E3A-F7FD427AD6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91538C-D2F3-EF01-3FBC-745F16932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1" y="1125772"/>
            <a:ext cx="4290149" cy="3674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E4CF1-245D-0F84-9C53-300DE3E1D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640" y="1125772"/>
            <a:ext cx="4492027" cy="36748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88235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9F23-A6C4-7DA6-2E2F-8CF1ADAA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4F0B-4D91-E9F7-8131-1763B2A0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83EB6-50EF-3AB3-BB9D-1E84999A0C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D0C9C-B99A-01C3-BC37-0181E33C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93" y="1017725"/>
            <a:ext cx="3514328" cy="350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64EC57-8BEC-554E-16F9-F60912302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881" y="1017725"/>
            <a:ext cx="3558163" cy="3505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58168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ED76-973E-E620-5993-0827BA48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F0C6-F54B-5F1A-31FB-EDB6407D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415C7-F711-EFA5-FB3D-6DA601C8DA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0455D-DAC5-F39E-9D44-6DADD1B14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04" y="1287283"/>
            <a:ext cx="3101371" cy="3265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D3509-8476-0BD2-B878-68D9DE83D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527" y="1290847"/>
            <a:ext cx="3370386" cy="32658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03231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C346-7182-C021-F4D0-447CA91C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3008-DA88-71F8-4165-2398D6DA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A8FDD4-3FD3-6933-41C0-C35BE0384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46C881-DF1E-FC52-48A0-922FC89C0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239" y="1017726"/>
            <a:ext cx="3078995" cy="3695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13909A-AAA6-AFA5-0E45-7326C740E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767" y="1017725"/>
            <a:ext cx="3363089" cy="36957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867741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" dirty="0">
                <a:noFill/>
              </a:rPr>
              <a:t>We have constructed a </a:t>
            </a:r>
            <a:r>
              <a:rPr lang="en" b="1" dirty="0">
                <a:noFill/>
              </a:rPr>
              <a:t>tensor semantics for MGs</a:t>
            </a:r>
            <a:r>
              <a:rPr lang="en" dirty="0">
                <a:noFill/>
              </a:rPr>
              <a:t>, showing how their combinatory operations can be used to incorporate </a:t>
            </a:r>
            <a:r>
              <a:rPr lang="en" b="1" dirty="0">
                <a:noFill/>
              </a:rPr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" dirty="0">
                <a:noFill/>
              </a:rPr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" dirty="0">
                <a:noFill/>
              </a:rPr>
              <a:t>Ideas for future work</a:t>
            </a:r>
            <a:endParaRPr dirty="0">
              <a:noFill/>
            </a:endParaRPr>
          </a:p>
          <a:p>
            <a:pPr lvl="1" indent="-342900">
              <a:buSzPts val="100"/>
              <a:buChar char="●"/>
            </a:pPr>
            <a:r>
              <a:rPr lang="en" dirty="0">
                <a:noFill/>
              </a:rPr>
              <a:t>See how the tensor embeddings can be learned from data</a:t>
            </a:r>
          </a:p>
          <a:p>
            <a:pPr lvl="1" indent="-342900">
              <a:buSzPts val="100"/>
              <a:buChar char="●"/>
            </a:pPr>
            <a:r>
              <a:rPr lang="en" dirty="0">
                <a:noFill/>
              </a:rPr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82720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constructed a </a:t>
            </a:r>
            <a:r>
              <a:rPr lang="en" b="1" dirty="0"/>
              <a:t>tensor semantics for MGs</a:t>
            </a:r>
            <a:r>
              <a:rPr lang="en" dirty="0"/>
              <a:t>, showing how their combinatory operations can be used to incorporate </a:t>
            </a:r>
            <a:r>
              <a:rPr lang="en" b="1" dirty="0"/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" dirty="0">
                <a:noFill/>
              </a:rPr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" dirty="0">
                <a:noFill/>
              </a:rPr>
              <a:t>Ideas for future work</a:t>
            </a:r>
            <a:endParaRPr dirty="0">
              <a:noFill/>
            </a:endParaRPr>
          </a:p>
          <a:p>
            <a:pPr lvl="1" indent="-342900">
              <a:buSzPts val="100"/>
              <a:buChar char="●"/>
            </a:pPr>
            <a:r>
              <a:rPr lang="en" dirty="0">
                <a:noFill/>
              </a:rPr>
              <a:t>See how the tensor embeddings can be learned from data</a:t>
            </a:r>
          </a:p>
          <a:p>
            <a:pPr lvl="1" indent="-342900">
              <a:buSzPts val="100"/>
              <a:buChar char="●"/>
            </a:pPr>
            <a:r>
              <a:rPr lang="en" dirty="0">
                <a:noFill/>
              </a:rPr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83350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constructed a </a:t>
            </a:r>
            <a:r>
              <a:rPr lang="en" b="1" dirty="0"/>
              <a:t>tensor semantics for MGs</a:t>
            </a:r>
            <a:r>
              <a:rPr lang="en" dirty="0"/>
              <a:t>, showing how their combinatory operations can be used to incorporate </a:t>
            </a:r>
            <a:r>
              <a:rPr lang="en" b="1" dirty="0"/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en" dirty="0">
                <a:noFill/>
              </a:rPr>
              <a:t>Ideas for future work</a:t>
            </a:r>
            <a:endParaRPr dirty="0">
              <a:noFill/>
            </a:endParaRPr>
          </a:p>
          <a:p>
            <a:pPr lvl="1" indent="-342900">
              <a:buSzPts val="100"/>
              <a:buChar char="●"/>
            </a:pPr>
            <a:r>
              <a:rPr lang="en" dirty="0">
                <a:noFill/>
              </a:rPr>
              <a:t>See how the tensor embeddings can be learned from data</a:t>
            </a:r>
          </a:p>
          <a:p>
            <a:pPr lvl="1" indent="-342900">
              <a:buSzPts val="100"/>
              <a:buChar char="●"/>
            </a:pPr>
            <a:r>
              <a:rPr lang="en" dirty="0">
                <a:noFill/>
              </a:rPr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52537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constructed a </a:t>
            </a:r>
            <a:r>
              <a:rPr lang="en" b="1" dirty="0"/>
              <a:t>tensor semantics for MGs</a:t>
            </a:r>
            <a:r>
              <a:rPr lang="en" dirty="0"/>
              <a:t>, showing how their combinatory operations can be used to incorporate </a:t>
            </a:r>
            <a:r>
              <a:rPr lang="en" b="1" dirty="0"/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Ideas for future work</a:t>
            </a:r>
            <a:endParaRPr dirty="0"/>
          </a:p>
          <a:p>
            <a:pPr lvl="1" indent="-342900">
              <a:buSzPts val="100"/>
              <a:buChar char="●"/>
            </a:pPr>
            <a:r>
              <a:rPr lang="en" dirty="0">
                <a:noFill/>
              </a:rPr>
              <a:t>See how the tensor embeddings can be learned from data</a:t>
            </a:r>
          </a:p>
          <a:p>
            <a:pPr lvl="1" indent="-342900">
              <a:buSzPts val="100"/>
              <a:buChar char="●"/>
            </a:pPr>
            <a:r>
              <a:rPr lang="en" dirty="0">
                <a:noFill/>
              </a:rPr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7333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constructed a </a:t>
            </a:r>
            <a:r>
              <a:rPr lang="en" b="1" dirty="0"/>
              <a:t>tensor semantics for MGs</a:t>
            </a:r>
            <a:r>
              <a:rPr lang="en" dirty="0"/>
              <a:t>, showing how their combinatory operations can be used to incorporate </a:t>
            </a:r>
            <a:r>
              <a:rPr lang="en" b="1" dirty="0"/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Ideas for future work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See how the tensor embeddings can be learned from data</a:t>
            </a:r>
          </a:p>
          <a:p>
            <a:pPr lvl="1" indent="-342900">
              <a:buSzPts val="100"/>
              <a:buChar char="●"/>
            </a:pPr>
            <a:r>
              <a:rPr lang="en" dirty="0">
                <a:noFill/>
              </a:rPr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34347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constructed a </a:t>
            </a:r>
            <a:r>
              <a:rPr lang="en" b="1" dirty="0"/>
              <a:t>tensor semantics for MGs</a:t>
            </a:r>
            <a:r>
              <a:rPr lang="en" dirty="0"/>
              <a:t>, showing how their combinatory operations can be used to incorporate </a:t>
            </a:r>
            <a:r>
              <a:rPr lang="en" b="1" dirty="0"/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Ideas for future work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See how the tensor embeddings can be learned from data</a:t>
            </a:r>
          </a:p>
          <a:p>
            <a:pPr lvl="1" indent="-342900">
              <a:buSzPts val="1800"/>
              <a:buChar char="●"/>
            </a:pPr>
            <a:r>
              <a:rPr lang="en" dirty="0"/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239464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Discussion and Conclusion</a:t>
            </a:r>
            <a:endParaRPr dirty="0"/>
          </a:p>
        </p:txBody>
      </p:sp>
      <p:sp>
        <p:nvSpPr>
          <p:cNvPr id="464" name="Google Shape;464;p56"/>
          <p:cNvSpPr txBox="1"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11700" y="1152475"/>
            <a:ext cx="8520600" cy="308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constructed a </a:t>
            </a:r>
            <a:r>
              <a:rPr lang="en" b="1" dirty="0"/>
              <a:t>tensor semantics for MGs</a:t>
            </a:r>
            <a:r>
              <a:rPr lang="en" dirty="0"/>
              <a:t>, showing how their combinatory operations can be used to incorporate </a:t>
            </a:r>
            <a:r>
              <a:rPr lang="en" b="1" dirty="0"/>
              <a:t>compositionality into distributional semantics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Our approach is directly compatible with existing tensor-based approaches to MG syntax (beim Graben &amp; Gerth, 2012)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Ideas for future work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See how the tensor embeddings can be learned from data</a:t>
            </a:r>
          </a:p>
          <a:p>
            <a:pPr lvl="1" indent="-342900">
              <a:buSzPts val="1800"/>
              <a:buChar char="●"/>
            </a:pPr>
            <a:r>
              <a:rPr lang="en" dirty="0"/>
              <a:t>Versions of Move which are not semantically inert and incorporate semantic ideas such as variable binding, etc.</a:t>
            </a:r>
          </a:p>
          <a:p>
            <a:pPr lvl="1" indent="-342900">
              <a:buSzPts val="1800"/>
              <a:buChar char="●"/>
            </a:pPr>
            <a:endParaRPr lang="en" dirty="0"/>
          </a:p>
        </p:txBody>
      </p:sp>
      <p:sp>
        <p:nvSpPr>
          <p:cNvPr id="465" name="Google Shape;465;p56"/>
          <p:cNvSpPr txBox="1">
            <a:spLocks noGrp="1"/>
          </p:cNvSpPr>
          <p:nvPr>
            <p:ph type="sldNum" idx="12"/>
            <p:custDataLst>
              <p:tags r:id="rId4"/>
            </p:custDataLst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817A8F-2064-BA12-EFF9-CD3DDAA804F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11700" y="3879182"/>
            <a:ext cx="852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Overall, this is a step towards unifying connectionist and symbolic approaches to linguistic representations.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22804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very much!</a:t>
            </a:r>
            <a:endParaRPr/>
          </a:p>
        </p:txBody>
      </p:sp>
      <p:sp>
        <p:nvSpPr>
          <p:cNvPr id="471" name="Google Shape;471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AE59-238A-475E-B864-941585B6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1C14C-422D-8582-8A03-6370E752A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546001"/>
          </a:xfrm>
        </p:spPr>
        <p:txBody>
          <a:bodyPr>
            <a:normAutofit fontScale="92500" lnSpcReduction="10000"/>
          </a:bodyPr>
          <a:lstStyle/>
          <a:p>
            <a:r>
              <a:rPr lang="en-US" sz="1200" dirty="0"/>
              <a:t>Peter </a:t>
            </a:r>
            <a:r>
              <a:rPr lang="en-US" sz="1200" dirty="0" err="1"/>
              <a:t>beim</a:t>
            </a:r>
            <a:r>
              <a:rPr lang="en-US" sz="1200" dirty="0"/>
              <a:t> Graben and Sabrina Gerth. 2012. Geometric representations for minimalist grammars. Journal of logic, language, and information, 21(4):393–432.</a:t>
            </a:r>
          </a:p>
          <a:p>
            <a:r>
              <a:rPr lang="en-US" sz="1200" dirty="0"/>
              <a:t>Bob Coecke, Mehrnoosh </a:t>
            </a:r>
            <a:r>
              <a:rPr lang="en-US" sz="1200" dirty="0" err="1"/>
              <a:t>Sadrzadeh</a:t>
            </a:r>
            <a:r>
              <a:rPr lang="en-US" sz="1200" dirty="0"/>
              <a:t>, and Stephen Clark. 2010. Mathematical foundations for a compositional distributional model of meaning. Linguistic Analysis, 36:345–384.</a:t>
            </a:r>
          </a:p>
          <a:p>
            <a:r>
              <a:rPr lang="en-US" sz="1200" dirty="0"/>
              <a:t>Aniello De Santo. 2020. Structure and memory: A computational model of storage, gradience, and priming. Ph.D. thesis, State University of New York at Stony Brook.</a:t>
            </a:r>
          </a:p>
          <a:p>
            <a:r>
              <a:rPr lang="en-US" sz="1200" dirty="0"/>
              <a:t>Aniello De Santo. 2025. Capturing online SRC/ORC effort with memory measures from a minimalist parser. In Proceedings of the Workshop on Cognitive Modeling and Computational Linguistics, pages 24–35, Albuquerque, New Mexico, USA. Association for Computational Linguistics.</a:t>
            </a:r>
          </a:p>
          <a:p>
            <a:r>
              <a:rPr lang="en-US" sz="1200" dirty="0"/>
              <a:t>Gregory M. </a:t>
            </a:r>
            <a:r>
              <a:rPr lang="en-US" sz="1200" dirty="0" err="1"/>
              <a:t>Kobele</a:t>
            </a:r>
            <a:r>
              <a:rPr lang="en-US" sz="1200" dirty="0"/>
              <a:t>, Sabrina Gerth, and John Hale. 2012. Memory resource allocation in top-down minimalist parsing. In Formal Grammar - 17th and 18th International Conferences, FG 2012, Opole, Poland, August 2012, Revised Selected Papers, FG 2013, Düsseldorf, Germany, August 2013. Proceedings, Lecture Notes in Computer Science, pages 32–51. Springer.</a:t>
            </a:r>
          </a:p>
          <a:p>
            <a:r>
              <a:rPr lang="en-US" sz="1200" dirty="0"/>
              <a:t>Jean Maillard, Stephen Clark, and Edward </a:t>
            </a:r>
            <a:r>
              <a:rPr lang="en-US" sz="1200" dirty="0" err="1"/>
              <a:t>Grefenstette</a:t>
            </a:r>
            <a:r>
              <a:rPr lang="en-US" sz="1200" dirty="0"/>
              <a:t>. 2014. A type-driven tensor-based semantics for CCG. In Proceedings of the EACL 2014 Workshop on Type Theory and Natural Language Semantics (TTNLS), pages 46–54, Gothenburg, Sweden. Association for Computational Linguistics.</a:t>
            </a:r>
          </a:p>
          <a:p>
            <a:r>
              <a:rPr lang="en-US" sz="1200" dirty="0"/>
              <a:t>Mark Steedman. 2001. The syntactic process. MIT press.</a:t>
            </a:r>
          </a:p>
          <a:p>
            <a:r>
              <a:rPr lang="en-US" sz="1200" dirty="0"/>
              <a:t>Mark Steedman and Jason Baldridge. 2011. Combinatory categorial grammar. In Robert D. </a:t>
            </a:r>
            <a:r>
              <a:rPr lang="en-US" sz="1200" dirty="0" err="1"/>
              <a:t>Borsley</a:t>
            </a:r>
            <a:r>
              <a:rPr lang="en-US" sz="1200" dirty="0"/>
              <a:t> and Kersti </a:t>
            </a:r>
            <a:r>
              <a:rPr lang="en-US" sz="1200" dirty="0" err="1"/>
              <a:t>Börjars</a:t>
            </a:r>
            <a:r>
              <a:rPr lang="en-US" sz="1200" dirty="0"/>
              <a:t>, editors, Non-Transformational Syntax, chapter 5, pages 181–224. John Wiley &amp; Sons, Ltd.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A0F11-E481-D671-EF70-FA89B271F7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81425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  <p:tag name="PPSPLIT_DON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  <p:tag name="PPSPLIT_DON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8"/>
  <p:tag name="PPSPLIT_DON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8"/>
  <p:tag name="PPSPLIT_DONE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9"/>
  <p:tag name="PPSPLIT_DON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9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0"/>
  <p:tag name="PPSPLIT_DON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2"/>
  <p:tag name="PPSPLIT_DON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2"/>
  <p:tag name="PPSPLIT_DON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5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5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5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5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3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5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5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5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3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3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3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8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9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3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2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3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5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6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7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  <p:tag name="PPSPLIT_DONE" val="1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  <p:tag name="PPSPLIT_DONE" val="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  <p:tag name="PPSPLIT_DONE" val="1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9"/>
  <p:tag name="PPSPLIT_DONE" val="1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9"/>
  <p:tag name="PPSPLIT_DONE" val="1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9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0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1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3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4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5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6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7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9"/>
  <p:tag name="PPSPLIT_DONE" val="1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3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4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5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9"/>
  <p:tag name="PPSPLIT_DONE" val="1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3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4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5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9"/>
  <p:tag name="PPSPLIT_DONE" val="1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3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4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5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9"/>
  <p:tag name="PPSPLIT_DONE" val="1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3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4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5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9"/>
  <p:tag name="PPSPLIT_DONE" val="1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3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4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5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9"/>
  <p:tag name="PPSPLIT_DONE" val="1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3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4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5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9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3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4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65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0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70051ed-867f-4092-a6af-8a42e27b7e09}" enabled="1" method="Standard" siteId="{5217e0e7-539d-4563-b1bf-7c6dcf074f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3331</TotalTime>
  <Words>4040</Words>
  <Application>Microsoft Office PowerPoint</Application>
  <PresentationFormat>On-screen Show (16:9)</PresentationFormat>
  <Paragraphs>1040</Paragraphs>
  <Slides>91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5" baseType="lpstr">
      <vt:lpstr>Arial</vt:lpstr>
      <vt:lpstr>Cambria Math</vt:lpstr>
      <vt:lpstr>Times New Roman</vt:lpstr>
      <vt:lpstr>Simple Light</vt:lpstr>
      <vt:lpstr>A Feature-Driven Tensor Semantics for Minimalist Grammars</vt:lpstr>
      <vt:lpstr>Talk in one slide</vt:lpstr>
      <vt:lpstr>Distributionality and Compositionality</vt:lpstr>
      <vt:lpstr>Distributionality and Compositionality</vt:lpstr>
      <vt:lpstr>Distributionality and Compositionality</vt:lpstr>
      <vt:lpstr>Distributionality and Compositionality</vt:lpstr>
      <vt:lpstr>Distributionality and Compositionality</vt:lpstr>
      <vt:lpstr>Formal Grammars and Distributional Semantics</vt:lpstr>
      <vt:lpstr>Formal Grammars and Distributional Semantics</vt:lpstr>
      <vt:lpstr>Formal Grammars and Distributional Semantics</vt:lpstr>
      <vt:lpstr>Why MGs?</vt:lpstr>
      <vt:lpstr>Why MGs?</vt:lpstr>
      <vt:lpstr>Why MGs?</vt:lpstr>
      <vt:lpstr>Why MGs?</vt:lpstr>
      <vt:lpstr>Why MGs?</vt:lpstr>
      <vt:lpstr>Why MGs?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Minimalist Grammars</vt:lpstr>
      <vt:lpstr>Tensor Semantics for MGs</vt:lpstr>
      <vt:lpstr>Tensors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Contraction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Tensor Semantics for MGs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Discussion and Conclusion</vt:lpstr>
      <vt:lpstr>Discussion and Conclusion</vt:lpstr>
      <vt:lpstr>Discussion and Conclusion</vt:lpstr>
      <vt:lpstr>Discussion and Conclusion</vt:lpstr>
      <vt:lpstr>Discussion and Conclusion</vt:lpstr>
      <vt:lpstr>Discussion and Conclusion</vt:lpstr>
      <vt:lpstr>Discussion and Conclusion</vt:lpstr>
      <vt:lpstr>Thank you very much!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JP Paulson</dc:creator>
  <cp:lastModifiedBy>JP Paulson</cp:lastModifiedBy>
  <cp:revision>7</cp:revision>
  <dcterms:modified xsi:type="dcterms:W3CDTF">2026-06-26T22:32:46Z</dcterms:modified>
</cp:coreProperties>
</file>