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324" r:id="rId6"/>
    <p:sldId id="264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278" r:id="rId15"/>
    <p:sldId id="303" r:id="rId16"/>
    <p:sldId id="279" r:id="rId17"/>
    <p:sldId id="280" r:id="rId18"/>
    <p:sldId id="304" r:id="rId19"/>
    <p:sldId id="305" r:id="rId20"/>
    <p:sldId id="307" r:id="rId21"/>
    <p:sldId id="288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299" r:id="rId30"/>
    <p:sldId id="300" r:id="rId31"/>
    <p:sldId id="325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CF2573B-7734-4E7B-92D2-E2CF8A476ABB}">
          <p14:sldIdLst>
            <p14:sldId id="256"/>
            <p14:sldId id="257"/>
            <p14:sldId id="259"/>
            <p14:sldId id="260"/>
            <p14:sldId id="324"/>
            <p14:sldId id="264"/>
            <p14:sldId id="309"/>
            <p14:sldId id="310"/>
            <p14:sldId id="311"/>
            <p14:sldId id="312"/>
            <p14:sldId id="313"/>
            <p14:sldId id="314"/>
            <p14:sldId id="315"/>
            <p14:sldId id="278"/>
            <p14:sldId id="303"/>
            <p14:sldId id="279"/>
            <p14:sldId id="280"/>
            <p14:sldId id="304"/>
            <p14:sldId id="305"/>
            <p14:sldId id="307"/>
            <p14:sldId id="288"/>
            <p14:sldId id="317"/>
            <p14:sldId id="318"/>
            <p14:sldId id="319"/>
            <p14:sldId id="320"/>
            <p14:sldId id="321"/>
            <p14:sldId id="322"/>
            <p14:sldId id="323"/>
            <p14:sldId id="299"/>
            <p14:sldId id="300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 Paulson" initials="JP" lastIdx="1" clrIdx="0">
    <p:extLst>
      <p:ext uri="{19B8F6BF-5375-455C-9EA6-DF929625EA0E}">
        <p15:presenceInfo xmlns:p15="http://schemas.microsoft.com/office/powerpoint/2012/main" userId="S::u1533955@umail.utah.edu::5439c0a2-a136-4ea4-a256-16594d9c65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A143FF"/>
    <a:srgbClr val="FFFFFF"/>
    <a:srgbClr val="872EDC"/>
    <a:srgbClr val="0D5BDC"/>
    <a:srgbClr val="801060"/>
    <a:srgbClr val="002060"/>
    <a:srgbClr val="9642FF"/>
    <a:srgbClr val="B658FF"/>
    <a:srgbClr val="BB7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7C3E7A-245C-4847-85F8-382FA85EA222}">
  <a:tblStyle styleId="{957C3E7A-245C-4847-85F8-382FA85EA2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P Paulson" userId="460546f63f696f4c" providerId="LiveId" clId="{957F310B-9F73-4E82-8F26-768C6CA2EEB2}"/>
    <pc:docChg chg="undo custSel addSld delSld modSld sldOrd modSection">
      <pc:chgData name="JP Paulson" userId="460546f63f696f4c" providerId="LiveId" clId="{957F310B-9F73-4E82-8F26-768C6CA2EEB2}" dt="2026-06-26T21:46:56.010" v="3474" actId="207"/>
      <pc:docMkLst>
        <pc:docMk/>
      </pc:docMkLst>
      <pc:sldChg chg="ord modNotes">
        <pc:chgData name="JP Paulson" userId="460546f63f696f4c" providerId="LiveId" clId="{957F310B-9F73-4E82-8F26-768C6CA2EEB2}" dt="2026-06-24T19:08:35.544" v="1"/>
        <pc:sldMkLst>
          <pc:docMk/>
          <pc:sldMk cId="0" sldId="256"/>
        </pc:sldMkLst>
      </pc:sldChg>
      <pc:sldChg chg="modSp mod">
        <pc:chgData name="JP Paulson" userId="460546f63f696f4c" providerId="LiveId" clId="{957F310B-9F73-4E82-8F26-768C6CA2EEB2}" dt="2026-06-26T21:45:54.942" v="3472" actId="20577"/>
        <pc:sldMkLst>
          <pc:docMk/>
          <pc:sldMk cId="0" sldId="257"/>
        </pc:sldMkLst>
        <pc:spChg chg="mod">
          <ac:chgData name="JP Paulson" userId="460546f63f696f4c" providerId="LiveId" clId="{957F310B-9F73-4E82-8F26-768C6CA2EEB2}" dt="2026-06-24T21:54:18.324" v="1138" actId="20577"/>
          <ac:spMkLst>
            <pc:docMk/>
            <pc:sldMk cId="0" sldId="257"/>
            <ac:spMk id="2" creationId="{0B3C9E32-C15D-5A6C-0BC4-2672D753C2B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2" actId="20577"/>
          <ac:spMkLst>
            <pc:docMk/>
            <pc:sldMk cId="0" sldId="257"/>
            <ac:spMk id="63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42" v="3471" actId="20577"/>
        <pc:sldMkLst>
          <pc:docMk/>
          <pc:sldMk cId="0" sldId="259"/>
        </pc:sldMkLst>
        <pc:spChg chg="mod">
          <ac:chgData name="JP Paulson" userId="460546f63f696f4c" providerId="LiveId" clId="{957F310B-9F73-4E82-8F26-768C6CA2EEB2}" dt="2026-06-24T20:28:56.937" v="633"/>
          <ac:spMkLst>
            <pc:docMk/>
            <pc:sldMk cId="0" sldId="259"/>
            <ac:spMk id="74" creationId="{00000000-0000-0000-0000-000000000000}"/>
          </ac:spMkLst>
        </pc:spChg>
        <pc:spChg chg="mod">
          <ac:chgData name="JP Paulson" userId="460546f63f696f4c" providerId="LiveId" clId="{957F310B-9F73-4E82-8F26-768C6CA2EEB2}" dt="2026-06-24T20:27:32.255" v="594" actId="113"/>
          <ac:spMkLst>
            <pc:docMk/>
            <pc:sldMk cId="0" sldId="259"/>
            <ac:spMk id="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1" actId="20577"/>
          <ac:spMkLst>
            <pc:docMk/>
            <pc:sldMk cId="0" sldId="259"/>
            <ac:spMk id="76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42" v="3470" actId="20577"/>
        <pc:sldMkLst>
          <pc:docMk/>
          <pc:sldMk cId="0" sldId="260"/>
        </pc:sldMkLst>
        <pc:spChg chg="mod">
          <ac:chgData name="JP Paulson" userId="460546f63f696f4c" providerId="LiveId" clId="{957F310B-9F73-4E82-8F26-768C6CA2EEB2}" dt="2026-06-24T20:29:11.594" v="677" actId="20577"/>
          <ac:spMkLst>
            <pc:docMk/>
            <pc:sldMk cId="0" sldId="260"/>
            <ac:spMk id="81" creationId="{00000000-0000-0000-0000-00000000000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0"/>
            <ac:spMk id="8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42" v="3470" actId="20577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8" v="3468" actId="20577"/>
        <pc:sldMkLst>
          <pc:docMk/>
          <pc:sldMk cId="0" sldId="26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4"/>
            <ac:spMk id="10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8" v="3468" actId="20577"/>
          <ac:spMkLst>
            <pc:docMk/>
            <pc:sldMk cId="0" sldId="264"/>
            <ac:spMk id="110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0" v="3460" actId="20577"/>
        <pc:sldMkLst>
          <pc:docMk/>
          <pc:sldMk cId="0" sldId="27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8"/>
            <ac:spMk id="21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0" v="3460" actId="20577"/>
          <ac:spMkLst>
            <pc:docMk/>
            <pc:sldMk cId="0" sldId="278"/>
            <ac:spMk id="220" creationId="{00000000-0000-0000-0000-000000000000}"/>
          </ac:spMkLst>
        </pc:spChg>
      </pc:sldChg>
      <pc:sldChg chg="modSp add del mod modAnim">
        <pc:chgData name="JP Paulson" userId="460546f63f696f4c" providerId="LiveId" clId="{957F310B-9F73-4E82-8F26-768C6CA2EEB2}" dt="2026-06-26T21:45:54.930" v="3458" actId="20577"/>
        <pc:sldMkLst>
          <pc:docMk/>
          <pc:sldMk cId="0" sldId="27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9"/>
            <ac:spMk id="22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30" v="3458" actId="20577"/>
          <ac:spMkLst>
            <pc:docMk/>
            <pc:sldMk cId="0" sldId="279"/>
            <ac:spMk id="229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45:54.925" v="3457" actId="20577"/>
        <pc:sldMkLst>
          <pc:docMk/>
          <pc:sldMk cId="0" sldId="28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0"/>
            <ac:spMk id="31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25" v="3457" actId="20577"/>
          <ac:spMkLst>
            <pc:docMk/>
            <pc:sldMk cId="0" sldId="280"/>
            <ac:spMk id="316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21" v="3453" actId="20577"/>
        <pc:sldMkLst>
          <pc:docMk/>
          <pc:sldMk cId="0" sldId="28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8"/>
            <ac:spMk id="38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21" v="3453" actId="20577"/>
          <ac:spMkLst>
            <pc:docMk/>
            <pc:sldMk cId="0" sldId="288"/>
            <ac:spMk id="381" creationId="{00000000-0000-0000-0000-000000000000}"/>
          </ac:spMkLst>
        </pc:spChg>
      </pc:sldChg>
      <pc:sldChg chg="addSp delSp modSp add del mod addAnim delAnim modAnim">
        <pc:chgData name="JP Paulson" userId="460546f63f696f4c" providerId="LiveId" clId="{957F310B-9F73-4E82-8F26-768C6CA2EEB2}" dt="2026-06-26T21:45:54.912" v="3445" actId="20577"/>
        <pc:sldMkLst>
          <pc:docMk/>
          <pc:sldMk cId="0" sldId="299"/>
        </pc:sldMkLst>
        <pc:spChg chg="add del mod">
          <ac:chgData name="JP Paulson" userId="460546f63f696f4c" providerId="LiveId" clId="{957F310B-9F73-4E82-8F26-768C6CA2EEB2}" dt="2026-06-24T21:12:17.536" v="1125" actId="20577"/>
          <ac:spMkLst>
            <pc:docMk/>
            <pc:sldMk cId="0" sldId="299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99"/>
            <ac:spMk id="463" creationId="{00000000-0000-0000-0000-000000000000}"/>
          </ac:spMkLst>
        </pc:spChg>
        <pc:spChg chg="mod">
          <ac:chgData name="JP Paulson" userId="460546f63f696f4c" providerId="LiveId" clId="{957F310B-9F73-4E82-8F26-768C6CA2EEB2}" dt="2026-06-24T21:09:24.765" v="985" actId="20577"/>
          <ac:spMkLst>
            <pc:docMk/>
            <pc:sldMk cId="0" sldId="299"/>
            <ac:spMk id="46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12" v="3445" actId="20577"/>
          <ac:spMkLst>
            <pc:docMk/>
            <pc:sldMk cId="0" sldId="299"/>
            <ac:spMk id="465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08" v="3444" actId="20577"/>
        <pc:sldMkLst>
          <pc:docMk/>
          <pc:sldMk cId="0" sldId="30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300"/>
            <ac:spMk id="47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54.908" v="3444" actId="20577"/>
          <ac:spMkLst>
            <pc:docMk/>
            <pc:sldMk cId="0" sldId="300"/>
            <ac:spMk id="471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45:54.930" v="3459" actId="20577"/>
        <pc:sldMkLst>
          <pc:docMk/>
          <pc:sldMk cId="813592296" sldId="30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813592296" sldId="303"/>
            <ac:spMk id="2" creationId="{05F91256-9B64-C3F5-DAF8-A2C508634761}"/>
          </ac:spMkLst>
        </pc:spChg>
        <pc:spChg chg="mod">
          <ac:chgData name="JP Paulson" userId="460546f63f696f4c" providerId="LiveId" clId="{957F310B-9F73-4E82-8F26-768C6CA2EEB2}" dt="2026-06-26T21:45:54.930" v="3459" actId="20577"/>
          <ac:spMkLst>
            <pc:docMk/>
            <pc:sldMk cId="813592296" sldId="303"/>
            <ac:spMk id="3" creationId="{6FB1BAFB-71FD-043E-2ADF-33D126F25531}"/>
          </ac:spMkLst>
        </pc:spChg>
      </pc:sldChg>
      <pc:sldChg chg="modSp add del mod">
        <pc:chgData name="JP Paulson" userId="460546f63f696f4c" providerId="LiveId" clId="{957F310B-9F73-4E82-8F26-768C6CA2EEB2}" dt="2026-06-26T21:45:54.925" v="3456" actId="20577"/>
        <pc:sldMkLst>
          <pc:docMk/>
          <pc:sldMk cId="2583976806" sldId="30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83976806" sldId="304"/>
            <ac:spMk id="2" creationId="{0CD51C11-DDE4-D22E-669C-FBBD4D51C542}"/>
          </ac:spMkLst>
        </pc:spChg>
        <pc:spChg chg="mod">
          <ac:chgData name="JP Paulson" userId="460546f63f696f4c" providerId="LiveId" clId="{957F310B-9F73-4E82-8F26-768C6CA2EEB2}" dt="2026-06-26T21:45:54.925" v="3456" actId="20577"/>
          <ac:spMkLst>
            <pc:docMk/>
            <pc:sldMk cId="2583976806" sldId="304"/>
            <ac:spMk id="3" creationId="{2F48F96E-5803-B7C3-D6D8-AF826CE54823}"/>
          </ac:spMkLst>
        </pc:spChg>
      </pc:sldChg>
      <pc:sldChg chg="delSp modSp add del mod addAnim delAnim modAnim">
        <pc:chgData name="JP Paulson" userId="460546f63f696f4c" providerId="LiveId" clId="{957F310B-9F73-4E82-8F26-768C6CA2EEB2}" dt="2026-06-26T21:45:54.925" v="3455" actId="20577"/>
        <pc:sldMkLst>
          <pc:docMk/>
          <pc:sldMk cId="404271650" sldId="30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04271650" sldId="305"/>
            <ac:spMk id="2" creationId="{644A1A7C-A79F-4E31-6261-95DD88005360}"/>
          </ac:spMkLst>
        </pc:spChg>
        <pc:spChg chg="mod">
          <ac:chgData name="JP Paulson" userId="460546f63f696f4c" providerId="LiveId" clId="{957F310B-9F73-4E82-8F26-768C6CA2EEB2}" dt="2026-06-26T21:45:54.925" v="3455" actId="20577"/>
          <ac:spMkLst>
            <pc:docMk/>
            <pc:sldMk cId="404271650" sldId="305"/>
            <ac:spMk id="3" creationId="{CAC2EBE2-3039-DD97-E1A8-50214D1E8189}"/>
          </ac:spMkLst>
        </pc:spChg>
        <pc:spChg chg="mod">
          <ac:chgData name="JP Paulson" userId="460546f63f696f4c" providerId="LiveId" clId="{957F310B-9F73-4E82-8F26-768C6CA2EEB2}" dt="2026-06-24T20:45:14.240" v="688" actId="1076"/>
          <ac:spMkLst>
            <pc:docMk/>
            <pc:sldMk cId="404271650" sldId="305"/>
            <ac:spMk id="4" creationId="{9EE110CC-2B3F-3B1A-9D09-AF84787DB4EE}"/>
          </ac:spMkLst>
        </pc:spChg>
        <pc:spChg chg="mod">
          <ac:chgData name="JP Paulson" userId="460546f63f696f4c" providerId="LiveId" clId="{957F310B-9F73-4E82-8F26-768C6CA2EEB2}" dt="2026-06-24T20:45:17.462" v="690" actId="20577"/>
          <ac:spMkLst>
            <pc:docMk/>
            <pc:sldMk cId="404271650" sldId="305"/>
            <ac:spMk id="5" creationId="{F6651D4C-8D82-3B72-15D6-6A072183CC90}"/>
          </ac:spMkLst>
        </pc:spChg>
        <pc:spChg chg="mod">
          <ac:chgData name="JP Paulson" userId="460546f63f696f4c" providerId="LiveId" clId="{957F310B-9F73-4E82-8F26-768C6CA2EEB2}" dt="2026-06-24T20:45:19.523" v="692" actId="20577"/>
          <ac:spMkLst>
            <pc:docMk/>
            <pc:sldMk cId="404271650" sldId="305"/>
            <ac:spMk id="7" creationId="{156FD6B1-86D4-ED08-50FF-DBDDAF204692}"/>
          </ac:spMkLst>
        </pc:spChg>
        <pc:cxnChg chg="mod">
          <ac:chgData name="JP Paulson" userId="460546f63f696f4c" providerId="LiveId" clId="{957F310B-9F73-4E82-8F26-768C6CA2EEB2}" dt="2026-06-24T20:45:14.240" v="688" actId="1076"/>
          <ac:cxnSpMkLst>
            <pc:docMk/>
            <pc:sldMk cId="404271650" sldId="305"/>
            <ac:cxnSpMk id="6" creationId="{71690FEE-78A2-B151-21A8-E69DD46E90AC}"/>
          </ac:cxnSpMkLst>
        </pc:cxnChg>
        <pc:cxnChg chg="mod">
          <ac:chgData name="JP Paulson" userId="460546f63f696f4c" providerId="LiveId" clId="{957F310B-9F73-4E82-8F26-768C6CA2EEB2}" dt="2026-06-24T20:45:19.523" v="692" actId="20577"/>
          <ac:cxnSpMkLst>
            <pc:docMk/>
            <pc:sldMk cId="404271650" sldId="305"/>
            <ac:cxnSpMk id="9" creationId="{D4FEC139-3518-6046-310B-8316F66D0C5C}"/>
          </ac:cxnSpMkLst>
        </pc:cxnChg>
      </pc:sldChg>
      <pc:sldChg chg="modSp del mod">
        <pc:chgData name="JP Paulson" userId="460546f63f696f4c" providerId="LiveId" clId="{957F310B-9F73-4E82-8F26-768C6CA2EEB2}" dt="2026-06-26T20:46:20.597" v="1149" actId="47"/>
        <pc:sldMkLst>
          <pc:docMk/>
          <pc:sldMk cId="3118961555" sldId="306"/>
        </pc:sldMkLst>
      </pc:sldChg>
      <pc:sldChg chg="addSp delSp modSp mod">
        <pc:chgData name="JP Paulson" userId="460546f63f696f4c" providerId="LiveId" clId="{957F310B-9F73-4E82-8F26-768C6CA2EEB2}" dt="2026-06-26T21:45:54.921" v="3454" actId="20577"/>
        <pc:sldMkLst>
          <pc:docMk/>
          <pc:sldMk cId="502098778" sldId="30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502098778" sldId="307"/>
            <ac:spMk id="2" creationId="{0818DA81-8A28-4C10-5AE4-D88D09FD97F9}"/>
          </ac:spMkLst>
        </pc:spChg>
        <pc:spChg chg="mod">
          <ac:chgData name="JP Paulson" userId="460546f63f696f4c" providerId="LiveId" clId="{957F310B-9F73-4E82-8F26-768C6CA2EEB2}" dt="2026-06-26T21:45:54.921" v="3454" actId="20577"/>
          <ac:spMkLst>
            <pc:docMk/>
            <pc:sldMk cId="502098778" sldId="307"/>
            <ac:spMk id="3" creationId="{291D4622-2FC9-7F65-E307-E9F3E830F8F9}"/>
          </ac:spMkLst>
        </pc:spChg>
        <pc:spChg chg="add del mod">
          <ac:chgData name="JP Paulson" userId="460546f63f696f4c" providerId="LiveId" clId="{957F310B-9F73-4E82-8F26-768C6CA2EEB2}" dt="2026-06-26T20:43:47.606" v="1144" actId="478"/>
          <ac:spMkLst>
            <pc:docMk/>
            <pc:sldMk cId="502098778" sldId="307"/>
            <ac:spMk id="4" creationId="{2CC2DE34-E228-CF88-6893-500A868D523E}"/>
          </ac:spMkLst>
        </pc:spChg>
        <pc:spChg chg="mod">
          <ac:chgData name="JP Paulson" userId="460546f63f696f4c" providerId="LiveId" clId="{957F310B-9F73-4E82-8F26-768C6CA2EEB2}" dt="2026-06-26T20:44:04.410" v="1148" actId="1076"/>
          <ac:spMkLst>
            <pc:docMk/>
            <pc:sldMk cId="502098778" sldId="307"/>
            <ac:spMk id="35" creationId="{350E5A3F-5E41-5C47-496C-843F4A03238D}"/>
          </ac:spMkLst>
        </pc:spChg>
      </pc:sldChg>
      <pc:sldChg chg="modSp mod">
        <pc:chgData name="JP Paulson" userId="460546f63f696f4c" providerId="LiveId" clId="{957F310B-9F73-4E82-8F26-768C6CA2EEB2}" dt="2026-06-26T21:45:54.938" v="3467" actId="20577"/>
        <pc:sldMkLst>
          <pc:docMk/>
          <pc:sldMk cId="618672336" sldId="30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618672336" sldId="309"/>
            <ac:spMk id="2" creationId="{65F9A353-E4E7-6F9B-C8BF-C6B360F2DBBD}"/>
          </ac:spMkLst>
        </pc:spChg>
        <pc:spChg chg="mod">
          <ac:chgData name="JP Paulson" userId="460546f63f696f4c" providerId="LiveId" clId="{957F310B-9F73-4E82-8F26-768C6CA2EEB2}" dt="2026-06-26T21:45:54.938" v="3467" actId="20577"/>
          <ac:spMkLst>
            <pc:docMk/>
            <pc:sldMk cId="618672336" sldId="309"/>
            <ac:spMk id="4" creationId="{00336D17-02CD-7294-ADB8-6D74331CBEE6}"/>
          </ac:spMkLst>
        </pc:spChg>
      </pc:sldChg>
      <pc:sldChg chg="modSp add del mod">
        <pc:chgData name="JP Paulson" userId="460546f63f696f4c" providerId="LiveId" clId="{957F310B-9F73-4E82-8F26-768C6CA2EEB2}" dt="2026-06-26T21:45:54.938" v="3466" actId="20577"/>
        <pc:sldMkLst>
          <pc:docMk/>
          <pc:sldMk cId="3197818359" sldId="31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197818359" sldId="310"/>
            <ac:spMk id="2" creationId="{08D92459-1E0D-C028-298B-E13FA6AC3753}"/>
          </ac:spMkLst>
        </pc:spChg>
        <pc:spChg chg="mod">
          <ac:chgData name="JP Paulson" userId="460546f63f696f4c" providerId="LiveId" clId="{957F310B-9F73-4E82-8F26-768C6CA2EEB2}" dt="2026-06-26T21:45:54.938" v="3466" actId="20577"/>
          <ac:spMkLst>
            <pc:docMk/>
            <pc:sldMk cId="3197818359" sldId="310"/>
            <ac:spMk id="4" creationId="{B30186DC-5CEC-BEE4-BA76-E22A083D3C59}"/>
          </ac:spMkLst>
        </pc:spChg>
      </pc:sldChg>
      <pc:sldChg chg="modSp add del mod modAnim">
        <pc:chgData name="JP Paulson" userId="460546f63f696f4c" providerId="LiveId" clId="{957F310B-9F73-4E82-8F26-768C6CA2EEB2}" dt="2026-06-26T21:45:54.938" v="3465" actId="20577"/>
        <pc:sldMkLst>
          <pc:docMk/>
          <pc:sldMk cId="3293698668" sldId="31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93698668" sldId="311"/>
            <ac:spMk id="2" creationId="{0C6188AF-BA9B-91B2-50B6-D37E3BBAE9F6}"/>
          </ac:spMkLst>
        </pc:spChg>
        <pc:spChg chg="mod">
          <ac:chgData name="JP Paulson" userId="460546f63f696f4c" providerId="LiveId" clId="{957F310B-9F73-4E82-8F26-768C6CA2EEB2}" dt="2026-06-26T21:45:54.938" v="3465" actId="20577"/>
          <ac:spMkLst>
            <pc:docMk/>
            <pc:sldMk cId="3293698668" sldId="311"/>
            <ac:spMk id="3" creationId="{35B40FE8-299E-996E-D470-8A0EFD5ACB39}"/>
          </ac:spMkLst>
        </pc:spChg>
      </pc:sldChg>
      <pc:sldChg chg="modSp add del mod modAnim">
        <pc:chgData name="JP Paulson" userId="460546f63f696f4c" providerId="LiveId" clId="{957F310B-9F73-4E82-8F26-768C6CA2EEB2}" dt="2026-06-26T21:45:54.938" v="3464" actId="20577"/>
        <pc:sldMkLst>
          <pc:docMk/>
          <pc:sldMk cId="754461063" sldId="31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754461063" sldId="312"/>
            <ac:spMk id="2" creationId="{59F74249-29AB-B6DF-90F5-4BC19D049AD7}"/>
          </ac:spMkLst>
        </pc:spChg>
        <pc:spChg chg="mod">
          <ac:chgData name="JP Paulson" userId="460546f63f696f4c" providerId="LiveId" clId="{957F310B-9F73-4E82-8F26-768C6CA2EEB2}" dt="2026-06-26T21:45:54.938" v="3464" actId="20577"/>
          <ac:spMkLst>
            <pc:docMk/>
            <pc:sldMk cId="754461063" sldId="312"/>
            <ac:spMk id="3" creationId="{D2BEC4DE-8141-2EC4-462C-2686A41679A3}"/>
          </ac:spMkLst>
        </pc:spChg>
      </pc:sldChg>
      <pc:sldChg chg="modSp add del mod modAnim">
        <pc:chgData name="JP Paulson" userId="460546f63f696f4c" providerId="LiveId" clId="{957F310B-9F73-4E82-8F26-768C6CA2EEB2}" dt="2026-06-26T21:45:54.936" v="3463" actId="20577"/>
        <pc:sldMkLst>
          <pc:docMk/>
          <pc:sldMk cId="1218725544" sldId="31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218725544" sldId="313"/>
            <ac:spMk id="2" creationId="{1224E2E6-38DC-68B0-10AE-1D725FB25FBF}"/>
          </ac:spMkLst>
        </pc:spChg>
        <pc:spChg chg="mod">
          <ac:chgData name="JP Paulson" userId="460546f63f696f4c" providerId="LiveId" clId="{957F310B-9F73-4E82-8F26-768C6CA2EEB2}" dt="2026-06-26T21:45:54.936" v="3463" actId="20577"/>
          <ac:spMkLst>
            <pc:docMk/>
            <pc:sldMk cId="1218725544" sldId="313"/>
            <ac:spMk id="3" creationId="{9ED00C34-AA3F-9A86-19A2-FDAB280F8026}"/>
          </ac:spMkLst>
        </pc:spChg>
      </pc:sldChg>
      <pc:sldChg chg="modSp add del mod">
        <pc:chgData name="JP Paulson" userId="460546f63f696f4c" providerId="LiveId" clId="{957F310B-9F73-4E82-8F26-768C6CA2EEB2}" dt="2026-06-26T21:45:54.934" v="3462" actId="20577"/>
        <pc:sldMkLst>
          <pc:docMk/>
          <pc:sldMk cId="949054014" sldId="31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949054014" sldId="314"/>
            <ac:spMk id="2" creationId="{F71542BC-0590-6EC7-FABE-E865637CFC5A}"/>
          </ac:spMkLst>
        </pc:spChg>
        <pc:spChg chg="mod">
          <ac:chgData name="JP Paulson" userId="460546f63f696f4c" providerId="LiveId" clId="{957F310B-9F73-4E82-8F26-768C6CA2EEB2}" dt="2026-06-26T21:45:54.934" v="3462" actId="20577"/>
          <ac:spMkLst>
            <pc:docMk/>
            <pc:sldMk cId="949054014" sldId="314"/>
            <ac:spMk id="4" creationId="{E7E3B27B-4FAE-0EDB-F73F-305DDA2D1917}"/>
          </ac:spMkLst>
        </pc:spChg>
      </pc:sldChg>
      <pc:sldChg chg="modSp add del mod modAnim">
        <pc:chgData name="JP Paulson" userId="460546f63f696f4c" providerId="LiveId" clId="{957F310B-9F73-4E82-8F26-768C6CA2EEB2}" dt="2026-06-26T21:46:56.010" v="3474" actId="207"/>
        <pc:sldMkLst>
          <pc:docMk/>
          <pc:sldMk cId="3465190158" sldId="31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65190158" sldId="315"/>
            <ac:spMk id="2" creationId="{09438649-312C-DCE5-E5D9-9A33B48AC237}"/>
          </ac:spMkLst>
        </pc:spChg>
        <pc:spChg chg="mod">
          <ac:chgData name="JP Paulson" userId="460546f63f696f4c" providerId="LiveId" clId="{957F310B-9F73-4E82-8F26-768C6CA2EEB2}" dt="2026-06-26T21:45:54.934" v="3461" actId="20577"/>
          <ac:spMkLst>
            <pc:docMk/>
            <pc:sldMk cId="3465190158" sldId="315"/>
            <ac:spMk id="3" creationId="{5F4E4830-B451-7451-1CF5-919849B45CE6}"/>
          </ac:spMkLst>
        </pc:spChg>
        <pc:spChg chg="mod">
          <ac:chgData name="JP Paulson" userId="460546f63f696f4c" providerId="LiveId" clId="{957F310B-9F73-4E82-8F26-768C6CA2EEB2}" dt="2026-06-26T21:46:56.010" v="3474" actId="207"/>
          <ac:spMkLst>
            <pc:docMk/>
            <pc:sldMk cId="3465190158" sldId="315"/>
            <ac:spMk id="11" creationId="{3D170A25-2618-881A-8A1F-FEC50CCB6EDB}"/>
          </ac:spMkLst>
        </pc:spChg>
      </pc:sldChg>
      <pc:sldChg chg="modSp mod">
        <pc:chgData name="JP Paulson" userId="460546f63f696f4c" providerId="LiveId" clId="{957F310B-9F73-4E82-8F26-768C6CA2EEB2}" dt="2026-06-26T21:45:54.921" v="3452" actId="20577"/>
        <pc:sldMkLst>
          <pc:docMk/>
          <pc:sldMk cId="429641491" sldId="31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9641491" sldId="317"/>
            <ac:spMk id="2" creationId="{DE2FC965-04BF-B4C2-C472-7FC51AC29AD2}"/>
          </ac:spMkLst>
        </pc:spChg>
        <pc:spChg chg="mod">
          <ac:chgData name="JP Paulson" userId="460546f63f696f4c" providerId="LiveId" clId="{957F310B-9F73-4E82-8F26-768C6CA2EEB2}" dt="2026-06-26T21:45:54.921" v="3452" actId="20577"/>
          <ac:spMkLst>
            <pc:docMk/>
            <pc:sldMk cId="429641491" sldId="317"/>
            <ac:spMk id="3" creationId="{64314034-B571-06B3-C7F1-871EEBE1E396}"/>
          </ac:spMkLst>
        </pc:spChg>
      </pc:sldChg>
      <pc:sldChg chg="modSp mod">
        <pc:chgData name="JP Paulson" userId="460546f63f696f4c" providerId="LiveId" clId="{957F310B-9F73-4E82-8F26-768C6CA2EEB2}" dt="2026-06-26T21:45:54.917" v="3451" actId="20577"/>
        <pc:sldMkLst>
          <pc:docMk/>
          <pc:sldMk cId="4270755423" sldId="31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70755423" sldId="318"/>
            <ac:spMk id="2" creationId="{4485E40E-23EB-E2E6-B7B9-7FE62B9A80A6}"/>
          </ac:spMkLst>
        </pc:spChg>
        <pc:spChg chg="mod">
          <ac:chgData name="JP Paulson" userId="460546f63f696f4c" providerId="LiveId" clId="{957F310B-9F73-4E82-8F26-768C6CA2EEB2}" dt="2026-06-26T21:45:54.917" v="3451" actId="20577"/>
          <ac:spMkLst>
            <pc:docMk/>
            <pc:sldMk cId="4270755423" sldId="318"/>
            <ac:spMk id="3" creationId="{DE3393CC-A6E4-5980-D934-11ED344E0F4F}"/>
          </ac:spMkLst>
        </pc:spChg>
      </pc:sldChg>
      <pc:sldChg chg="modSp mod">
        <pc:chgData name="JP Paulson" userId="460546f63f696f4c" providerId="LiveId" clId="{957F310B-9F73-4E82-8F26-768C6CA2EEB2}" dt="2026-06-26T21:45:54.917" v="3450" actId="20577"/>
        <pc:sldMkLst>
          <pc:docMk/>
          <pc:sldMk cId="1516995466" sldId="31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516995466" sldId="319"/>
            <ac:spMk id="2" creationId="{E690D470-C079-3EA6-0CEF-08EC5409DE18}"/>
          </ac:spMkLst>
        </pc:spChg>
        <pc:spChg chg="mod">
          <ac:chgData name="JP Paulson" userId="460546f63f696f4c" providerId="LiveId" clId="{957F310B-9F73-4E82-8F26-768C6CA2EEB2}" dt="2026-06-26T21:45:54.917" v="3450" actId="20577"/>
          <ac:spMkLst>
            <pc:docMk/>
            <pc:sldMk cId="1516995466" sldId="319"/>
            <ac:spMk id="3" creationId="{24795C27-CDBC-9C41-DEBF-B58EDA8A9A16}"/>
          </ac:spMkLst>
        </pc:spChg>
      </pc:sldChg>
      <pc:sldChg chg="modSp mod">
        <pc:chgData name="JP Paulson" userId="460546f63f696f4c" providerId="LiveId" clId="{957F310B-9F73-4E82-8F26-768C6CA2EEB2}" dt="2026-06-26T21:45:54.917" v="3449" actId="20577"/>
        <pc:sldMkLst>
          <pc:docMk/>
          <pc:sldMk cId="2478823530" sldId="32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478823530" sldId="320"/>
            <ac:spMk id="2" creationId="{45BD808F-3898-3D02-0C8E-C15B331A6C9C}"/>
          </ac:spMkLst>
        </pc:spChg>
        <pc:spChg chg="mod">
          <ac:chgData name="JP Paulson" userId="460546f63f696f4c" providerId="LiveId" clId="{957F310B-9F73-4E82-8F26-768C6CA2EEB2}" dt="2026-06-26T21:45:54.917" v="3449" actId="20577"/>
          <ac:spMkLst>
            <pc:docMk/>
            <pc:sldMk cId="2478823530" sldId="320"/>
            <ac:spMk id="3" creationId="{E7013CA4-96D0-1ABC-0E3A-F7FD427AD6CC}"/>
          </ac:spMkLst>
        </pc:spChg>
      </pc:sldChg>
      <pc:sldChg chg="modSp mod">
        <pc:chgData name="JP Paulson" userId="460546f63f696f4c" providerId="LiveId" clId="{957F310B-9F73-4E82-8F26-768C6CA2EEB2}" dt="2026-06-26T21:45:54.912" v="3448" actId="20577"/>
        <pc:sldMkLst>
          <pc:docMk/>
          <pc:sldMk cId="2515816884" sldId="32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15816884" sldId="321"/>
            <ac:spMk id="2" creationId="{D7CD4F0B-4D91-E9F7-8131-1763B2A0FF13}"/>
          </ac:spMkLst>
        </pc:spChg>
        <pc:spChg chg="mod">
          <ac:chgData name="JP Paulson" userId="460546f63f696f4c" providerId="LiveId" clId="{957F310B-9F73-4E82-8F26-768C6CA2EEB2}" dt="2026-06-26T21:45:54.912" v="3448" actId="20577"/>
          <ac:spMkLst>
            <pc:docMk/>
            <pc:sldMk cId="2515816884" sldId="321"/>
            <ac:spMk id="3" creationId="{D0983EB6-50EF-3AB3-BB9D-1E84999A0C03}"/>
          </ac:spMkLst>
        </pc:spChg>
      </pc:sldChg>
      <pc:sldChg chg="modSp mod">
        <pc:chgData name="JP Paulson" userId="460546f63f696f4c" providerId="LiveId" clId="{957F310B-9F73-4E82-8F26-768C6CA2EEB2}" dt="2026-06-26T21:45:54.912" v="3447" actId="20577"/>
        <pc:sldMkLst>
          <pc:docMk/>
          <pc:sldMk cId="3260323113" sldId="32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60323113" sldId="322"/>
            <ac:spMk id="2" creationId="{F54DF0C6-F54B-5F1A-31FB-EDB6407D951B}"/>
          </ac:spMkLst>
        </pc:spChg>
        <pc:spChg chg="mod">
          <ac:chgData name="JP Paulson" userId="460546f63f696f4c" providerId="LiveId" clId="{957F310B-9F73-4E82-8F26-768C6CA2EEB2}" dt="2026-06-26T21:45:54.912" v="3447" actId="20577"/>
          <ac:spMkLst>
            <pc:docMk/>
            <pc:sldMk cId="3260323113" sldId="322"/>
            <ac:spMk id="3" creationId="{545415C7-F711-EFA5-FB3D-6DA601C8DAD0}"/>
          </ac:spMkLst>
        </pc:spChg>
      </pc:sldChg>
      <pc:sldChg chg="modSp mod">
        <pc:chgData name="JP Paulson" userId="460546f63f696f4c" providerId="LiveId" clId="{957F310B-9F73-4E82-8F26-768C6CA2EEB2}" dt="2026-06-26T21:45:54.912" v="3446" actId="20577"/>
        <pc:sldMkLst>
          <pc:docMk/>
          <pc:sldMk cId="3486774122" sldId="32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86774122" sldId="323"/>
            <ac:spMk id="2" creationId="{C24A3008-DA88-71F8-4165-2398D6DA94A1}"/>
          </ac:spMkLst>
        </pc:spChg>
        <pc:spChg chg="mod">
          <ac:chgData name="JP Paulson" userId="460546f63f696f4c" providerId="LiveId" clId="{957F310B-9F73-4E82-8F26-768C6CA2EEB2}" dt="2026-06-26T21:45:54.912" v="3446" actId="20577"/>
          <ac:spMkLst>
            <pc:docMk/>
            <pc:sldMk cId="3486774122" sldId="323"/>
            <ac:spMk id="3" creationId="{79A8FDD4-3FD3-6933-41C0-C35BE0384B39}"/>
          </ac:spMkLst>
        </pc:spChg>
      </pc:sldChg>
      <pc:sldChg chg="modSp add del mod">
        <pc:chgData name="JP Paulson" userId="460546f63f696f4c" providerId="LiveId" clId="{957F310B-9F73-4E82-8F26-768C6CA2EEB2}" dt="2026-06-26T21:45:54.942" v="3469" actId="20577"/>
        <pc:sldMkLst>
          <pc:docMk/>
          <pc:sldMk cId="2900031684" sldId="32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900031684" sldId="324"/>
            <ac:spMk id="2" creationId="{0AE67F57-8F93-9664-0BC8-1374D63C459E}"/>
          </ac:spMkLst>
        </pc:spChg>
        <pc:spChg chg="mod">
          <ac:chgData name="JP Paulson" userId="460546f63f696f4c" providerId="LiveId" clId="{957F310B-9F73-4E82-8F26-768C6CA2EEB2}" dt="2026-06-26T20:49:19.924" v="1187" actId="20577"/>
          <ac:spMkLst>
            <pc:docMk/>
            <pc:sldMk cId="2900031684" sldId="324"/>
            <ac:spMk id="3" creationId="{B205CECB-C1B0-093E-D480-94BA197F274E}"/>
          </ac:spMkLst>
        </pc:spChg>
        <pc:spChg chg="mod">
          <ac:chgData name="JP Paulson" userId="460546f63f696f4c" providerId="LiveId" clId="{957F310B-9F73-4E82-8F26-768C6CA2EEB2}" dt="2026-06-26T21:45:54.942" v="3469" actId="20577"/>
          <ac:spMkLst>
            <pc:docMk/>
            <pc:sldMk cId="2900031684" sldId="324"/>
            <ac:spMk id="4" creationId="{0418EC05-3047-CAB2-F49C-6B1D5D30AC78}"/>
          </ac:spMkLst>
        </pc:spChg>
      </pc:sldChg>
      <pc:sldChg chg="modSp mod">
        <pc:chgData name="JP Paulson" userId="460546f63f696f4c" providerId="LiveId" clId="{957F310B-9F73-4E82-8F26-768C6CA2EEB2}" dt="2026-06-26T21:45:54.908" v="3443" actId="20577"/>
        <pc:sldMkLst>
          <pc:docMk/>
          <pc:sldMk cId="1198142596" sldId="32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2" creationId="{BD85AE59-238A-475E-B864-941585B64635}"/>
          </ac:spMkLst>
        </pc:spChg>
        <pc:spChg chg="mod">
          <ac:chgData name="JP Paulson" userId="460546f63f696f4c" providerId="LiveId" clId="{957F310B-9F73-4E82-8F26-768C6CA2EEB2}" dt="2026-06-26T20:48:44.769" v="1182" actId="27636"/>
          <ac:spMkLst>
            <pc:docMk/>
            <pc:sldMk cId="1198142596" sldId="325"/>
            <ac:spMk id="3" creationId="{F611C14C-422D-8582-8A03-6370E752AF0E}"/>
          </ac:spMkLst>
        </pc:spChg>
        <pc:spChg chg="mod">
          <ac:chgData name="JP Paulson" userId="460546f63f696f4c" providerId="LiveId" clId="{957F310B-9F73-4E82-8F26-768C6CA2EEB2}" dt="2026-06-26T21:45:54.908" v="3443" actId="20577"/>
          <ac:spMkLst>
            <pc:docMk/>
            <pc:sldMk cId="1198142596" sldId="325"/>
            <ac:spMk id="4" creationId="{C77A0F11-E481-D671-EF70-FA89B271F7F0}"/>
          </ac:spMkLst>
        </pc:spChg>
      </pc:sldChg>
      <pc:sldChg chg="addSp delSp modSp new del mod">
        <pc:chgData name="JP Paulson" userId="460546f63f696f4c" providerId="LiveId" clId="{957F310B-9F73-4E82-8F26-768C6CA2EEB2}" dt="2026-06-26T21:46:09.461" v="3473" actId="47"/>
        <pc:sldMkLst>
          <pc:docMk/>
          <pc:sldMk cId="956672400" sldId="326"/>
        </pc:sldMkLst>
        <pc:spChg chg="mod">
          <ac:chgData name="JP Paulson" userId="460546f63f696f4c" providerId="LiveId" clId="{957F310B-9F73-4E82-8F26-768C6CA2EEB2}" dt="2026-06-26T21:45:54.908" v="3442" actId="20577"/>
          <ac:spMkLst>
            <pc:docMk/>
            <pc:sldMk cId="956672400" sldId="326"/>
            <ac:spMk id="3" creationId="{D66E460E-32D2-7C32-6710-CC8C051B561D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9" v="3441" actId="2890"/>
        <pc:sldMkLst>
          <pc:docMk/>
          <pc:sldMk cId="2465100651" sldId="327"/>
        </pc:sldMkLst>
        <pc:spChg chg="mod">
          <ac:chgData name="JP Paulson" userId="460546f63f696f4c" providerId="LiveId" clId="{957F310B-9F73-4E82-8F26-768C6CA2EEB2}" dt="2026-06-26T21:45:26.845" v="1263"/>
          <ac:spMkLst>
            <pc:docMk/>
            <pc:sldMk cId="2465100651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5" v="3440" actId="2890"/>
        <pc:sldMkLst>
          <pc:docMk/>
          <pc:sldMk cId="2056468259" sldId="328"/>
        </pc:sldMkLst>
        <pc:spChg chg="mod">
          <ac:chgData name="JP Paulson" userId="460546f63f696f4c" providerId="LiveId" clId="{957F310B-9F73-4E82-8F26-768C6CA2EEB2}" dt="2026-06-26T21:45:26.875" v="1277"/>
          <ac:spMkLst>
            <pc:docMk/>
            <pc:sldMk cId="2056468259" sldId="328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0" v="3439" actId="2890"/>
        <pc:sldMkLst>
          <pc:docMk/>
          <pc:sldMk cId="1033912527" sldId="329"/>
        </pc:sldMkLst>
        <pc:spChg chg="mod">
          <ac:chgData name="JP Paulson" userId="460546f63f696f4c" providerId="LiveId" clId="{957F310B-9F73-4E82-8F26-768C6CA2EEB2}" dt="2026-06-26T21:45:26.888" v="1288"/>
          <ac:spMkLst>
            <pc:docMk/>
            <pc:sldMk cId="1033912527" sldId="329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46" v="3438" actId="2890"/>
        <pc:sldMkLst>
          <pc:docMk/>
          <pc:sldMk cId="23001679" sldId="330"/>
        </pc:sldMkLst>
        <pc:spChg chg="mod">
          <ac:chgData name="JP Paulson" userId="460546f63f696f4c" providerId="LiveId" clId="{957F310B-9F73-4E82-8F26-768C6CA2EEB2}" dt="2026-06-26T21:45:26.925" v="1296"/>
          <ac:spMkLst>
            <pc:docMk/>
            <pc:sldMk cId="23001679" sldId="330"/>
            <ac:spMk id="75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4.838" v="3437" actId="2890"/>
        <pc:sldMkLst>
          <pc:docMk/>
          <pc:sldMk cId="1873425046" sldId="331"/>
        </pc:sldMkLst>
      </pc:sldChg>
      <pc:sldChg chg="modSp add del modTransition modAnim">
        <pc:chgData name="JP Paulson" userId="460546f63f696f4c" providerId="LiveId" clId="{957F310B-9F73-4E82-8F26-768C6CA2EEB2}" dt="2026-06-26T21:45:54.825" v="3435" actId="2890"/>
        <pc:sldMkLst>
          <pc:docMk/>
          <pc:sldMk cId="3961077081" sldId="332"/>
        </pc:sldMkLst>
        <pc:spChg chg="mod">
          <ac:chgData name="JP Paulson" userId="460546f63f696f4c" providerId="LiveId" clId="{957F310B-9F73-4E82-8F26-768C6CA2EEB2}" dt="2026-06-26T21:45:26.980" v="1319"/>
          <ac:spMkLst>
            <pc:docMk/>
            <pc:sldMk cId="3961077081" sldId="332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21" v="3434" actId="2890"/>
        <pc:sldMkLst>
          <pc:docMk/>
          <pc:sldMk cId="1632099336" sldId="333"/>
        </pc:sldMkLst>
        <pc:spChg chg="mod">
          <ac:chgData name="JP Paulson" userId="460546f63f696f4c" providerId="LiveId" clId="{957F310B-9F73-4E82-8F26-768C6CA2EEB2}" dt="2026-06-26T21:45:26.984" v="1325"/>
          <ac:spMkLst>
            <pc:docMk/>
            <pc:sldMk cId="1632099336" sldId="333"/>
            <ac:spMk id="82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4.819" v="3433" actId="2890"/>
        <pc:sldMkLst>
          <pc:docMk/>
          <pc:sldMk cId="2896537495" sldId="334"/>
        </pc:sldMkLst>
      </pc:sldChg>
      <pc:sldChg chg="modSp add del modTransition modAnim">
        <pc:chgData name="JP Paulson" userId="460546f63f696f4c" providerId="LiveId" clId="{957F310B-9F73-4E82-8F26-768C6CA2EEB2}" dt="2026-06-26T21:45:54.805" v="3431" actId="2890"/>
        <pc:sldMkLst>
          <pc:docMk/>
          <pc:sldMk cId="2714363671" sldId="335"/>
        </pc:sldMkLst>
        <pc:spChg chg="mod">
          <ac:chgData name="JP Paulson" userId="460546f63f696f4c" providerId="LiveId" clId="{957F310B-9F73-4E82-8F26-768C6CA2EEB2}" dt="2026-06-26T21:45:27.072" v="1362"/>
          <ac:spMkLst>
            <pc:docMk/>
            <pc:sldMk cId="2714363671" sldId="335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01" v="3430" actId="2890"/>
        <pc:sldMkLst>
          <pc:docMk/>
          <pc:sldMk cId="4266775441" sldId="336"/>
        </pc:sldMkLst>
        <pc:spChg chg="mod">
          <ac:chgData name="JP Paulson" userId="460546f63f696f4c" providerId="LiveId" clId="{957F310B-9F73-4E82-8F26-768C6CA2EEB2}" dt="2026-06-26T21:45:27.122" v="1384"/>
          <ac:spMkLst>
            <pc:docMk/>
            <pc:sldMk cId="4266775441" sldId="336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7" v="3429" actId="2890"/>
        <pc:sldMkLst>
          <pc:docMk/>
          <pc:sldMk cId="3624682391" sldId="337"/>
        </pc:sldMkLst>
        <pc:spChg chg="mod">
          <ac:chgData name="JP Paulson" userId="460546f63f696f4c" providerId="LiveId" clId="{957F310B-9F73-4E82-8F26-768C6CA2EEB2}" dt="2026-06-26T21:45:27.157" v="1400"/>
          <ac:spMkLst>
            <pc:docMk/>
            <pc:sldMk cId="3624682391" sldId="337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3" v="3428" actId="2890"/>
        <pc:sldMkLst>
          <pc:docMk/>
          <pc:sldMk cId="298729410" sldId="338"/>
        </pc:sldMkLst>
        <pc:spChg chg="mod">
          <ac:chgData name="JP Paulson" userId="460546f63f696f4c" providerId="LiveId" clId="{957F310B-9F73-4E82-8F26-768C6CA2EEB2}" dt="2026-06-26T21:45:27.194" v="1413"/>
          <ac:spMkLst>
            <pc:docMk/>
            <pc:sldMk cId="298729410" sldId="338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89" v="3427" actId="2890"/>
        <pc:sldMkLst>
          <pc:docMk/>
          <pc:sldMk cId="3463252759" sldId="339"/>
        </pc:sldMkLst>
        <pc:spChg chg="mod">
          <ac:chgData name="JP Paulson" userId="460546f63f696f4c" providerId="LiveId" clId="{957F310B-9F73-4E82-8F26-768C6CA2EEB2}" dt="2026-06-26T21:45:27.202" v="1423"/>
          <ac:spMkLst>
            <pc:docMk/>
            <pc:sldMk cId="3463252759" sldId="339"/>
            <ac:spMk id="3" creationId="{B205CECB-C1B0-093E-D480-94BA197F274E}"/>
          </ac:spMkLst>
        </pc:spChg>
      </pc:sldChg>
      <pc:sldChg chg="add del modTransition modAnim">
        <pc:chgData name="JP Paulson" userId="460546f63f696f4c" providerId="LiveId" clId="{957F310B-9F73-4E82-8F26-768C6CA2EEB2}" dt="2026-06-26T21:45:54.784" v="3426" actId="2890"/>
        <pc:sldMkLst>
          <pc:docMk/>
          <pc:sldMk cId="1549218930" sldId="340"/>
        </pc:sldMkLst>
      </pc:sldChg>
      <pc:sldChg chg="addSp delSp add del mod modTransition addAnim delAnim modAnim">
        <pc:chgData name="JP Paulson" userId="460546f63f696f4c" providerId="LiveId" clId="{957F310B-9F73-4E82-8F26-768C6CA2EEB2}" dt="2026-06-26T21:45:54.764" v="3424" actId="2890"/>
        <pc:sldMkLst>
          <pc:docMk/>
          <pc:sldMk cId="4273123298" sldId="341"/>
        </pc:sldMkLst>
        <pc:picChg chg="add del">
          <ac:chgData name="JP Paulson" userId="460546f63f696f4c" providerId="LiveId" clId="{957F310B-9F73-4E82-8F26-768C6CA2EEB2}" dt="2026-06-26T21:45:54.751" v="3419" actId="478"/>
          <ac:picMkLst>
            <pc:docMk/>
            <pc:sldMk cId="4273123298" sldId="341"/>
            <ac:picMk id="16" creationId="{546608ED-A186-320F-8A3B-0344CA12B87E}"/>
          </ac:picMkLst>
        </pc:picChg>
        <pc:picChg chg="add del">
          <ac:chgData name="JP Paulson" userId="460546f63f696f4c" providerId="LiveId" clId="{957F310B-9F73-4E82-8F26-768C6CA2EEB2}" dt="2026-06-26T21:45:54.751" v="3420" actId="478"/>
          <ac:picMkLst>
            <pc:docMk/>
            <pc:sldMk cId="4273123298" sldId="341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56" v="3421" actId="478"/>
          <ac:picMkLst>
            <pc:docMk/>
            <pc:sldMk cId="4273123298" sldId="341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3" actId="2890"/>
        <pc:sldMkLst>
          <pc:docMk/>
          <pc:sldMk cId="1840482115" sldId="342"/>
        </pc:sldMkLst>
        <pc:picChg chg="add del">
          <ac:chgData name="JP Paulson" userId="460546f63f696f4c" providerId="LiveId" clId="{957F310B-9F73-4E82-8F26-768C6CA2EEB2}" dt="2026-06-26T21:45:54.751" v="3418" actId="478"/>
          <ac:picMkLst>
            <pc:docMk/>
            <pc:sldMk cId="1840482115" sldId="342"/>
            <ac:picMk id="16" creationId="{546608ED-A186-320F-8A3B-0344CA12B87E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2" actId="2890"/>
        <pc:sldMkLst>
          <pc:docMk/>
          <pc:sldMk cId="434039116" sldId="343"/>
        </pc:sldMkLst>
        <pc:picChg chg="add del">
          <ac:chgData name="JP Paulson" userId="460546f63f696f4c" providerId="LiveId" clId="{957F310B-9F73-4E82-8F26-768C6CA2EEB2}" dt="2026-06-26T21:45:54.747" v="3416" actId="478"/>
          <ac:picMkLst>
            <pc:docMk/>
            <pc:sldMk cId="434039116" sldId="343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47" v="3417" actId="478"/>
          <ac:picMkLst>
            <pc:docMk/>
            <pc:sldMk cId="434039116" sldId="343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36" v="3414" actId="2890"/>
        <pc:sldMkLst>
          <pc:docMk/>
          <pc:sldMk cId="3240609311" sldId="344"/>
        </pc:sldMkLst>
        <pc:picChg chg="add del">
          <ac:chgData name="JP Paulson" userId="460546f63f696f4c" providerId="LiveId" clId="{957F310B-9F73-4E82-8F26-768C6CA2EEB2}" dt="2026-06-26T21:45:54.731" v="3408" actId="478"/>
          <ac:picMkLst>
            <pc:docMk/>
            <pc:sldMk cId="3240609311" sldId="344"/>
            <ac:picMk id="7" creationId="{B385F815-2BB1-A8AE-1369-13B89D83DC5D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31" v="3413" actId="2890"/>
        <pc:sldMkLst>
          <pc:docMk/>
          <pc:sldMk cId="1557027810" sldId="345"/>
        </pc:sldMkLst>
        <pc:picChg chg="add del mod">
          <ac:chgData name="JP Paulson" userId="460546f63f696f4c" providerId="LiveId" clId="{957F310B-9F73-4E82-8F26-768C6CA2EEB2}" dt="2026-06-26T21:45:54.731" v="3412" actId="1076"/>
          <ac:picMkLst>
            <pc:docMk/>
            <pc:sldMk cId="1557027810" sldId="345"/>
            <ac:picMk id="9" creationId="{58A2F6DC-5580-9B78-563D-F25062588DA1}"/>
          </ac:picMkLst>
        </pc:picChg>
        <pc:picChg chg="add del mod">
          <ac:chgData name="JP Paulson" userId="460546f63f696f4c" providerId="LiveId" clId="{957F310B-9F73-4E82-8F26-768C6CA2EEB2}" dt="2026-06-26T21:45:54.731" v="3410" actId="1076"/>
          <ac:picMkLst>
            <pc:docMk/>
            <pc:sldMk cId="1557027810" sldId="345"/>
            <ac:picMk id="11" creationId="{86545093-21CF-2CD4-C31B-2F1954B2BD2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13" v="3404" actId="2890"/>
        <pc:sldMkLst>
          <pc:docMk/>
          <pc:sldMk cId="2718623251" sldId="346"/>
        </pc:sldMkLst>
        <pc:picChg chg="add del">
          <ac:chgData name="JP Paulson" userId="460546f63f696f4c" providerId="LiveId" clId="{957F310B-9F73-4E82-8F26-768C6CA2EEB2}" dt="2026-06-26T21:45:54.705" v="3398" actId="478"/>
          <ac:picMkLst>
            <pc:docMk/>
            <pc:sldMk cId="2718623251" sldId="346"/>
            <ac:picMk id="9" creationId="{037EBF08-9830-0F93-954A-9253F40ADC15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09" v="3403" actId="2890"/>
        <pc:sldMkLst>
          <pc:docMk/>
          <pc:sldMk cId="779554057" sldId="347"/>
        </pc:sldMkLst>
        <pc:picChg chg="add del mod">
          <ac:chgData name="JP Paulson" userId="460546f63f696f4c" providerId="LiveId" clId="{957F310B-9F73-4E82-8F26-768C6CA2EEB2}" dt="2026-06-26T21:45:54.705" v="3400" actId="1076"/>
          <ac:picMkLst>
            <pc:docMk/>
            <pc:sldMk cId="779554057" sldId="347"/>
            <ac:picMk id="5" creationId="{1907E944-3A2A-2287-22B8-9B088CD604B6}"/>
          </ac:picMkLst>
        </pc:picChg>
        <pc:picChg chg="add del mod">
          <ac:chgData name="JP Paulson" userId="460546f63f696f4c" providerId="LiveId" clId="{957F310B-9F73-4E82-8F26-768C6CA2EEB2}" dt="2026-06-26T21:45:54.705" v="3402" actId="1076"/>
          <ac:picMkLst>
            <pc:docMk/>
            <pc:sldMk cId="779554057" sldId="347"/>
            <ac:picMk id="13" creationId="{AF9644A9-3A4E-3FB2-81CB-7671DAB8413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94" v="3394" actId="2890"/>
        <pc:sldMkLst>
          <pc:docMk/>
          <pc:sldMk cId="1237401683" sldId="348"/>
        </pc:sldMkLst>
        <pc:picChg chg="add del">
          <ac:chgData name="JP Paulson" userId="460546f63f696f4c" providerId="LiveId" clId="{957F310B-9F73-4E82-8F26-768C6CA2EEB2}" dt="2026-06-26T21:45:54.685" v="3388" actId="478"/>
          <ac:picMkLst>
            <pc:docMk/>
            <pc:sldMk cId="1237401683" sldId="348"/>
            <ac:picMk id="5" creationId="{EA9B1EBC-F520-E5AC-4636-297A4A30B149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89" v="3393" actId="2890"/>
        <pc:sldMkLst>
          <pc:docMk/>
          <pc:sldMk cId="2511094095" sldId="349"/>
        </pc:sldMkLst>
        <pc:picChg chg="add del mod">
          <ac:chgData name="JP Paulson" userId="460546f63f696f4c" providerId="LiveId" clId="{957F310B-9F73-4E82-8F26-768C6CA2EEB2}" dt="2026-06-26T21:45:54.685" v="3392" actId="1076"/>
          <ac:picMkLst>
            <pc:docMk/>
            <pc:sldMk cId="2511094095" sldId="349"/>
            <ac:picMk id="8" creationId="{BD441951-2A20-826E-FB21-A7239EF46C47}"/>
          </ac:picMkLst>
        </pc:picChg>
        <pc:picChg chg="add del mod">
          <ac:chgData name="JP Paulson" userId="460546f63f696f4c" providerId="LiveId" clId="{957F310B-9F73-4E82-8F26-768C6CA2EEB2}" dt="2026-06-26T21:45:54.685" v="3390" actId="1076"/>
          <ac:picMkLst>
            <pc:docMk/>
            <pc:sldMk cId="2511094095" sldId="349"/>
            <ac:picMk id="11" creationId="{B0133B0A-16A8-EA43-A5B8-603BE96DBAB1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8" v="3384" actId="2890"/>
        <pc:sldMkLst>
          <pc:docMk/>
          <pc:sldMk cId="681807988" sldId="350"/>
        </pc:sldMkLst>
        <pc:picChg chg="add del">
          <ac:chgData name="JP Paulson" userId="460546f63f696f4c" providerId="LiveId" clId="{957F310B-9F73-4E82-8F26-768C6CA2EEB2}" dt="2026-06-26T21:45:54.660" v="3381" actId="478"/>
          <ac:picMkLst>
            <pc:docMk/>
            <pc:sldMk cId="681807988" sldId="350"/>
            <ac:picMk id="6" creationId="{9FAE2A2E-F7E3-D5B6-2B9B-F9BBD49CE056}"/>
          </ac:picMkLst>
        </pc:picChg>
        <pc:picChg chg="add del">
          <ac:chgData name="JP Paulson" userId="460546f63f696f4c" providerId="LiveId" clId="{957F310B-9F73-4E82-8F26-768C6CA2EEB2}" dt="2026-06-26T21:45:54.660" v="3380" actId="478"/>
          <ac:picMkLst>
            <pc:docMk/>
            <pc:sldMk cId="681807988" sldId="350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7" v="3383" actId="2890"/>
        <pc:sldMkLst>
          <pc:docMk/>
          <pc:sldMk cId="3504075298" sldId="351"/>
        </pc:sldMkLst>
        <pc:picChg chg="add del">
          <ac:chgData name="JP Paulson" userId="460546f63f696f4c" providerId="LiveId" clId="{957F310B-9F73-4E82-8F26-768C6CA2EEB2}" dt="2026-06-26T21:45:54.655" v="3379" actId="478"/>
          <ac:picMkLst>
            <pc:docMk/>
            <pc:sldMk cId="3504075298" sldId="351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4" v="3382" actId="2890"/>
        <pc:sldMkLst>
          <pc:docMk/>
          <pc:sldMk cId="3303616061" sldId="352"/>
        </pc:sldMkLst>
        <pc:picChg chg="add del">
          <ac:chgData name="JP Paulson" userId="460546f63f696f4c" providerId="LiveId" clId="{957F310B-9F73-4E82-8F26-768C6CA2EEB2}" dt="2026-06-26T21:45:54.655" v="3378" actId="478"/>
          <ac:picMkLst>
            <pc:docMk/>
            <pc:sldMk cId="3303616061" sldId="352"/>
            <ac:picMk id="6" creationId="{9FAE2A2E-F7E3-D5B6-2B9B-F9BBD49CE056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43" v="3376" actId="2890"/>
        <pc:sldMkLst>
          <pc:docMk/>
          <pc:sldMk cId="1912995019" sldId="353"/>
        </pc:sldMkLst>
        <pc:spChg chg="mod">
          <ac:chgData name="JP Paulson" userId="460546f63f696f4c" providerId="LiveId" clId="{957F310B-9F73-4E82-8F26-768C6CA2EEB2}" dt="2026-06-26T21:45:27.500" v="1595"/>
          <ac:spMkLst>
            <pc:docMk/>
            <pc:sldMk cId="1912995019" sldId="353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22" v="3368" actId="478"/>
          <ac:picMkLst>
            <pc:docMk/>
            <pc:sldMk cId="1912995019" sldId="353"/>
            <ac:picMk id="9" creationId="{D952EE07-8FE2-0621-CF9E-065CCBE496D2}"/>
          </ac:picMkLst>
        </pc:picChg>
        <pc:picChg chg="add del">
          <ac:chgData name="JP Paulson" userId="460546f63f696f4c" providerId="LiveId" clId="{957F310B-9F73-4E82-8F26-768C6CA2EEB2}" dt="2026-06-26T21:45:54.622" v="3367" actId="478"/>
          <ac:picMkLst>
            <pc:docMk/>
            <pc:sldMk cId="1912995019" sldId="353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5" v="3375" actId="2890"/>
        <pc:sldMkLst>
          <pc:docMk/>
          <pc:sldMk cId="932959504" sldId="354"/>
        </pc:sldMkLst>
        <pc:spChg chg="mod">
          <ac:chgData name="JP Paulson" userId="460546f63f696f4c" providerId="LiveId" clId="{957F310B-9F73-4E82-8F26-768C6CA2EEB2}" dt="2026-06-26T21:45:27.528" v="1610"/>
          <ac:spMkLst>
            <pc:docMk/>
            <pc:sldMk cId="932959504" sldId="354"/>
            <ac:spMk id="11" creationId="{3D170A25-2618-881A-8A1F-FEC50CCB6EDB}"/>
          </ac:spMkLst>
        </pc:spChg>
        <pc:picChg chg="add del mod">
          <ac:chgData name="JP Paulson" userId="460546f63f696f4c" providerId="LiveId" clId="{957F310B-9F73-4E82-8F26-768C6CA2EEB2}" dt="2026-06-26T21:45:54.635" v="3372" actId="1076"/>
          <ac:picMkLst>
            <pc:docMk/>
            <pc:sldMk cId="932959504" sldId="354"/>
            <ac:picMk id="5" creationId="{62816427-0C04-ABAF-D39D-6EC61894790A}"/>
          </ac:picMkLst>
        </pc:picChg>
        <pc:picChg chg="add del mod">
          <ac:chgData name="JP Paulson" userId="460546f63f696f4c" providerId="LiveId" clId="{957F310B-9F73-4E82-8F26-768C6CA2EEB2}" dt="2026-06-26T21:45:54.635" v="3374" actId="1076"/>
          <ac:picMkLst>
            <pc:docMk/>
            <pc:sldMk cId="932959504" sldId="354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14" v="3364" actId="478"/>
          <ac:picMkLst>
            <pc:docMk/>
            <pc:sldMk cId="932959504" sldId="354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1" v="3370" actId="2890"/>
        <pc:sldMkLst>
          <pc:docMk/>
          <pc:sldMk cId="514311502" sldId="355"/>
        </pc:sldMkLst>
        <pc:spChg chg="mod">
          <ac:chgData name="JP Paulson" userId="460546f63f696f4c" providerId="LiveId" clId="{957F310B-9F73-4E82-8F26-768C6CA2EEB2}" dt="2026-06-26T21:45:27.583" v="1623"/>
          <ac:spMkLst>
            <pc:docMk/>
            <pc:sldMk cId="514311502" sldId="355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10" v="3362" actId="478"/>
          <ac:picMkLst>
            <pc:docMk/>
            <pc:sldMk cId="514311502" sldId="355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10" v="3363" actId="478"/>
          <ac:picMkLst>
            <pc:docMk/>
            <pc:sldMk cId="514311502" sldId="355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06" v="3361" actId="478"/>
          <ac:picMkLst>
            <pc:docMk/>
            <pc:sldMk cId="514311502" sldId="355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26" v="3369" actId="2890"/>
        <pc:sldMkLst>
          <pc:docMk/>
          <pc:sldMk cId="2666357793" sldId="356"/>
        </pc:sldMkLst>
        <pc:picChg chg="add del">
          <ac:chgData name="JP Paulson" userId="460546f63f696f4c" providerId="LiveId" clId="{957F310B-9F73-4E82-8F26-768C6CA2EEB2}" dt="2026-06-26T21:45:54.602" v="3359" actId="478"/>
          <ac:picMkLst>
            <pc:docMk/>
            <pc:sldMk cId="2666357793" sldId="356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02" v="3360" actId="478"/>
          <ac:picMkLst>
            <pc:docMk/>
            <pc:sldMk cId="2666357793" sldId="356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598" v="3358" actId="478"/>
          <ac:picMkLst>
            <pc:docMk/>
            <pc:sldMk cId="2666357793" sldId="356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569" v="3356" actId="2890"/>
        <pc:sldMkLst>
          <pc:docMk/>
          <pc:sldMk cId="1906615878" sldId="357"/>
        </pc:sldMkLst>
        <pc:spChg chg="add del">
          <ac:chgData name="JP Paulson" userId="460546f63f696f4c" providerId="LiveId" clId="{957F310B-9F73-4E82-8F26-768C6CA2EEB2}" dt="2026-06-26T21:45:53.991" v="3309" actId="478"/>
          <ac:spMkLst>
            <pc:docMk/>
            <pc:sldMk cId="1906615878" sldId="357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91" v="3308" actId="478"/>
          <ac:spMkLst>
            <pc:docMk/>
            <pc:sldMk cId="1906615878" sldId="357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87" v="3307" actId="478"/>
          <ac:spMkLst>
            <pc:docMk/>
            <pc:sldMk cId="1906615878" sldId="35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87" v="3306" actId="478"/>
          <ac:spMkLst>
            <pc:docMk/>
            <pc:sldMk cId="1906615878" sldId="35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87" v="3305" actId="478"/>
          <ac:spMkLst>
            <pc:docMk/>
            <pc:sldMk cId="1906615878" sldId="357"/>
            <ac:spMk id="11" creationId="{A94BC2B6-9373-7852-5232-3DAEB6C1EE7A}"/>
          </ac:spMkLst>
        </pc:spChg>
        <pc:spChg chg="add del">
          <ac:chgData name="JP Paulson" userId="460546f63f696f4c" providerId="LiveId" clId="{957F310B-9F73-4E82-8F26-768C6CA2EEB2}" dt="2026-06-26T21:45:53.991" v="3310" actId="478"/>
          <ac:spMkLst>
            <pc:docMk/>
            <pc:sldMk cId="1906615878" sldId="357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82" v="3304" actId="478"/>
          <ac:grpSpMkLst>
            <pc:docMk/>
            <pc:sldMk cId="1906615878" sldId="35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82" v="3303" actId="478"/>
          <ac:grpSpMkLst>
            <pc:docMk/>
            <pc:sldMk cId="1906615878" sldId="357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541" v="3355" actId="2890"/>
        <pc:sldMkLst>
          <pc:docMk/>
          <pc:sldMk cId="3027988042" sldId="358"/>
        </pc:sldMkLst>
        <pc:spChg chg="add del">
          <ac:chgData name="JP Paulson" userId="460546f63f696f4c" providerId="LiveId" clId="{957F310B-9F73-4E82-8F26-768C6CA2EEB2}" dt="2026-06-26T21:45:53.976" v="3301" actId="478"/>
          <ac:spMkLst>
            <pc:docMk/>
            <pc:sldMk cId="3027988042" sldId="358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76" v="3300" actId="478"/>
          <ac:spMkLst>
            <pc:docMk/>
            <pc:sldMk cId="3027988042" sldId="358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74" v="3299" actId="478"/>
          <ac:spMkLst>
            <pc:docMk/>
            <pc:sldMk cId="3027988042" sldId="35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72" v="3298" actId="478"/>
          <ac:spMkLst>
            <pc:docMk/>
            <pc:sldMk cId="3027988042" sldId="35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70" v="3297" actId="478"/>
          <ac:spMkLst>
            <pc:docMk/>
            <pc:sldMk cId="3027988042" sldId="358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9" creationId="{00000000-0000-0000-0000-000000000000}"/>
          </ac:spMkLst>
        </pc:spChg>
        <pc:spChg chg="add del">
          <ac:chgData name="JP Paulson" userId="460546f63f696f4c" providerId="LiveId" clId="{957F310B-9F73-4E82-8F26-768C6CA2EEB2}" dt="2026-06-26T21:45:53.978" v="3302" actId="478"/>
          <ac:spMkLst>
            <pc:docMk/>
            <pc:sldMk cId="3027988042" sldId="358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512" v="3354" actId="1076"/>
          <ac:grpSpMkLst>
            <pc:docMk/>
            <pc:sldMk cId="3027988042" sldId="35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8" v="3296" actId="478"/>
          <ac:grpSpMkLst>
            <pc:docMk/>
            <pc:sldMk cId="3027988042" sldId="35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66" v="3295" actId="478"/>
          <ac:grpSpMkLst>
            <pc:docMk/>
            <pc:sldMk cId="3027988042" sldId="358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512" v="3352" actId="2890"/>
        <pc:sldMkLst>
          <pc:docMk/>
          <pc:sldMk cId="2139529388" sldId="359"/>
        </pc:sldMkLst>
        <pc:spChg chg="add del">
          <ac:chgData name="JP Paulson" userId="460546f63f696f4c" providerId="LiveId" clId="{957F310B-9F73-4E82-8F26-768C6CA2EEB2}" dt="2026-06-26T21:45:53.956" v="3292" actId="478"/>
          <ac:spMkLst>
            <pc:docMk/>
            <pc:sldMk cId="2139529388" sldId="359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56" v="3291" actId="478"/>
          <ac:spMkLst>
            <pc:docMk/>
            <pc:sldMk cId="2139529388" sldId="359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54" v="3290" actId="478"/>
          <ac:spMkLst>
            <pc:docMk/>
            <pc:sldMk cId="2139529388" sldId="35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52" v="3289" actId="478"/>
          <ac:spMkLst>
            <pc:docMk/>
            <pc:sldMk cId="2139529388" sldId="35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50" v="3288" actId="478"/>
          <ac:spMkLst>
            <pc:docMk/>
            <pc:sldMk cId="2139529388" sldId="35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964" v="3294" actId="478"/>
          <ac:grpSpMkLst>
            <pc:docMk/>
            <pc:sldMk cId="2139529388" sldId="35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2" v="3293" actId="478"/>
          <ac:grpSpMkLst>
            <pc:docMk/>
            <pc:sldMk cId="2139529388" sldId="35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50" v="3287" actId="478"/>
          <ac:grpSpMkLst>
            <pc:docMk/>
            <pc:sldMk cId="2139529388" sldId="35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45" v="3286" actId="478"/>
          <ac:grpSpMkLst>
            <pc:docMk/>
            <pc:sldMk cId="2139529388" sldId="35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83" v="3351" actId="2890"/>
        <pc:sldMkLst>
          <pc:docMk/>
          <pc:sldMk cId="2503595109" sldId="360"/>
        </pc:sldMkLst>
        <pc:spChg chg="add del">
          <ac:chgData name="JP Paulson" userId="460546f63f696f4c" providerId="LiveId" clId="{957F310B-9F73-4E82-8F26-768C6CA2EEB2}" dt="2026-06-26T21:45:53.933" v="3283" actId="478"/>
          <ac:spMkLst>
            <pc:docMk/>
            <pc:sldMk cId="2503595109" sldId="360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33" v="3282" actId="478"/>
          <ac:spMkLst>
            <pc:docMk/>
            <pc:sldMk cId="2503595109" sldId="360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33" v="3281" actId="478"/>
          <ac:spMkLst>
            <pc:docMk/>
            <pc:sldMk cId="2503595109" sldId="360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29" v="3280" actId="478"/>
          <ac:spMkLst>
            <pc:docMk/>
            <pc:sldMk cId="2503595109" sldId="36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29" v="3279" actId="478"/>
          <ac:spMkLst>
            <pc:docMk/>
            <pc:sldMk cId="2503595109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54.458" v="3350" actId="1076"/>
          <ac:spMkLst>
            <pc:docMk/>
            <pc:sldMk cId="2503595109" sldId="360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42" v="3285" actId="478"/>
          <ac:grpSpMkLst>
            <pc:docMk/>
            <pc:sldMk cId="2503595109" sldId="36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42" v="3284" actId="478"/>
          <ac:grpSpMkLst>
            <pc:docMk/>
            <pc:sldMk cId="2503595109" sldId="360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9" v="3278" actId="478"/>
          <ac:grpSpMkLst>
            <pc:docMk/>
            <pc:sldMk cId="2503595109" sldId="36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24" v="3277" actId="478"/>
          <ac:grpSpMkLst>
            <pc:docMk/>
            <pc:sldMk cId="2503595109" sldId="360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54" v="3348" actId="2890"/>
        <pc:sldMkLst>
          <pc:docMk/>
          <pc:sldMk cId="778811327" sldId="361"/>
        </pc:sldMkLst>
        <pc:spChg chg="add del">
          <ac:chgData name="JP Paulson" userId="460546f63f696f4c" providerId="LiveId" clId="{957F310B-9F73-4E82-8F26-768C6CA2EEB2}" dt="2026-06-26T21:45:53.920" v="3275" actId="478"/>
          <ac:spMkLst>
            <pc:docMk/>
            <pc:sldMk cId="778811327" sldId="361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16" v="3274" actId="478"/>
          <ac:spMkLst>
            <pc:docMk/>
            <pc:sldMk cId="778811327" sldId="361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16" v="3273" actId="478"/>
          <ac:spMkLst>
            <pc:docMk/>
            <pc:sldMk cId="778811327" sldId="361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16" v="3272" actId="478"/>
          <ac:spMkLst>
            <pc:docMk/>
            <pc:sldMk cId="778811327" sldId="36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12" v="3271" actId="478"/>
          <ac:spMkLst>
            <pc:docMk/>
            <pc:sldMk cId="778811327" sldId="361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428" v="3347" actId="1076"/>
          <ac:grpSpMkLst>
            <pc:docMk/>
            <pc:sldMk cId="778811327" sldId="36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0" v="3276" actId="478"/>
          <ac:grpSpMkLst>
            <pc:docMk/>
            <pc:sldMk cId="778811327" sldId="36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12" v="3270" actId="478"/>
          <ac:grpSpMkLst>
            <pc:docMk/>
            <pc:sldMk cId="778811327" sldId="36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08" v="3269" actId="478"/>
          <ac:grpSpMkLst>
            <pc:docMk/>
            <pc:sldMk cId="778811327" sldId="361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424" v="3345" actId="2890"/>
        <pc:sldMkLst>
          <pc:docMk/>
          <pc:sldMk cId="2371456270" sldId="362"/>
        </pc:sldMkLst>
        <pc:spChg chg="add del">
          <ac:chgData name="JP Paulson" userId="460546f63f696f4c" providerId="LiveId" clId="{957F310B-9F73-4E82-8F26-768C6CA2EEB2}" dt="2026-06-26T21:45:53.895" v="3265" actId="478"/>
          <ac:spMkLst>
            <pc:docMk/>
            <pc:sldMk cId="2371456270" sldId="362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95" v="3264" actId="478"/>
          <ac:spMkLst>
            <pc:docMk/>
            <pc:sldMk cId="2371456270" sldId="362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95" v="3263" actId="478"/>
          <ac:spMkLst>
            <pc:docMk/>
            <pc:sldMk cId="2371456270" sldId="36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91" v="3262" actId="478"/>
          <ac:spMkLst>
            <pc:docMk/>
            <pc:sldMk cId="2371456270" sldId="36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99" v="3266" actId="478"/>
          <ac:grpSpMkLst>
            <pc:docMk/>
            <pc:sldMk cId="2371456270" sldId="36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8" actId="478"/>
          <ac:grpSpMkLst>
            <pc:docMk/>
            <pc:sldMk cId="2371456270" sldId="36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7" actId="478"/>
          <ac:grpSpMkLst>
            <pc:docMk/>
            <pc:sldMk cId="2371456270" sldId="36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91" v="3261" actId="478"/>
          <ac:grpSpMkLst>
            <pc:docMk/>
            <pc:sldMk cId="2371456270" sldId="36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87" v="3260" actId="478"/>
          <ac:grpSpMkLst>
            <pc:docMk/>
            <pc:sldMk cId="2371456270" sldId="36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94" v="3344" actId="2890"/>
        <pc:sldMkLst>
          <pc:docMk/>
          <pc:sldMk cId="2050318909" sldId="363"/>
        </pc:sldMkLst>
        <pc:spChg chg="mod">
          <ac:chgData name="JP Paulson" userId="460546f63f696f4c" providerId="LiveId" clId="{957F310B-9F73-4E82-8F26-768C6CA2EEB2}" dt="2026-06-26T21:45:54.368" v="3343" actId="1076"/>
          <ac:spMkLst>
            <pc:docMk/>
            <pc:sldMk cId="2050318909" sldId="363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878" v="3256" actId="478"/>
          <ac:spMkLst>
            <pc:docMk/>
            <pc:sldMk cId="2050318909" sldId="363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74" v="3255" actId="478"/>
          <ac:spMkLst>
            <pc:docMk/>
            <pc:sldMk cId="2050318909" sldId="363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74" v="3254" actId="478"/>
          <ac:spMkLst>
            <pc:docMk/>
            <pc:sldMk cId="2050318909" sldId="363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74" v="3253" actId="478"/>
          <ac:spMkLst>
            <pc:docMk/>
            <pc:sldMk cId="2050318909" sldId="363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78" v="3257" actId="478"/>
          <ac:grpSpMkLst>
            <pc:docMk/>
            <pc:sldMk cId="2050318909" sldId="36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7" v="3259" actId="478"/>
          <ac:grpSpMkLst>
            <pc:docMk/>
            <pc:sldMk cId="2050318909" sldId="36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2" v="3258" actId="478"/>
          <ac:grpSpMkLst>
            <pc:docMk/>
            <pc:sldMk cId="2050318909" sldId="363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70" v="3252" actId="478"/>
          <ac:grpSpMkLst>
            <pc:docMk/>
            <pc:sldMk cId="2050318909" sldId="36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70" v="3251" actId="478"/>
          <ac:grpSpMkLst>
            <pc:docMk/>
            <pc:sldMk cId="2050318909" sldId="363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64" v="3341" actId="2890"/>
        <pc:sldMkLst>
          <pc:docMk/>
          <pc:sldMk cId="3354871098" sldId="364"/>
        </pc:sldMkLst>
        <pc:spChg chg="add del">
          <ac:chgData name="JP Paulson" userId="460546f63f696f4c" providerId="LiveId" clId="{957F310B-9F73-4E82-8F26-768C6CA2EEB2}" dt="2026-06-26T21:45:53.861" v="3248" actId="478"/>
          <ac:spMkLst>
            <pc:docMk/>
            <pc:sldMk cId="3354871098" sldId="364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61" v="3247" actId="478"/>
          <ac:spMkLst>
            <pc:docMk/>
            <pc:sldMk cId="3354871098" sldId="364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59" v="3246" actId="478"/>
          <ac:spMkLst>
            <pc:docMk/>
            <pc:sldMk cId="3354871098" sldId="364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57" v="3245" actId="478"/>
          <ac:spMkLst>
            <pc:docMk/>
            <pc:sldMk cId="3354871098" sldId="36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339" v="3340" actId="1076"/>
          <ac:grpSpMkLst>
            <pc:docMk/>
            <pc:sldMk cId="3354871098" sldId="36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49" actId="478"/>
          <ac:grpSpMkLst>
            <pc:docMk/>
            <pc:sldMk cId="3354871098" sldId="36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50" actId="478"/>
          <ac:grpSpMkLst>
            <pc:docMk/>
            <pc:sldMk cId="3354871098" sldId="36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53" v="3244" actId="478"/>
          <ac:grpSpMkLst>
            <pc:docMk/>
            <pc:sldMk cId="3354871098" sldId="36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53" v="3243" actId="478"/>
          <ac:grpSpMkLst>
            <pc:docMk/>
            <pc:sldMk cId="3354871098" sldId="364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334" v="3338" actId="2890"/>
        <pc:sldMkLst>
          <pc:docMk/>
          <pc:sldMk cId="1681766347" sldId="365"/>
        </pc:sldMkLst>
        <pc:spChg chg="add del">
          <ac:chgData name="JP Paulson" userId="460546f63f696f4c" providerId="LiveId" clId="{957F310B-9F73-4E82-8F26-768C6CA2EEB2}" dt="2026-06-26T21:45:53.837" v="3238" actId="478"/>
          <ac:spMkLst>
            <pc:docMk/>
            <pc:sldMk cId="1681766347" sldId="365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37" v="3237" actId="478"/>
          <ac:spMkLst>
            <pc:docMk/>
            <pc:sldMk cId="1681766347" sldId="365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33" v="3236" actId="478"/>
          <ac:spMkLst>
            <pc:docMk/>
            <pc:sldMk cId="1681766347" sldId="365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41" v="3239" actId="478"/>
          <ac:grpSpMkLst>
            <pc:docMk/>
            <pc:sldMk cId="1681766347" sldId="36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1" v="3240" actId="478"/>
          <ac:grpSpMkLst>
            <pc:docMk/>
            <pc:sldMk cId="1681766347" sldId="36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2" actId="478"/>
          <ac:grpSpMkLst>
            <pc:docMk/>
            <pc:sldMk cId="1681766347" sldId="365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1" actId="478"/>
          <ac:grpSpMkLst>
            <pc:docMk/>
            <pc:sldMk cId="1681766347" sldId="36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33" v="3235" actId="478"/>
          <ac:grpSpMkLst>
            <pc:docMk/>
            <pc:sldMk cId="1681766347" sldId="36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33" v="3234" actId="478"/>
          <ac:grpSpMkLst>
            <pc:docMk/>
            <pc:sldMk cId="1681766347" sldId="365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10" v="3337" actId="2890"/>
        <pc:sldMkLst>
          <pc:docMk/>
          <pc:sldMk cId="2816496271" sldId="366"/>
        </pc:sldMkLst>
        <pc:spChg chg="mod">
          <ac:chgData name="JP Paulson" userId="460546f63f696f4c" providerId="LiveId" clId="{957F310B-9F73-4E82-8F26-768C6CA2EEB2}" dt="2026-06-26T21:45:54.282" v="3336" actId="1076"/>
          <ac:spMkLst>
            <pc:docMk/>
            <pc:sldMk cId="2816496271" sldId="366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15" v="3229" actId="478"/>
          <ac:spMkLst>
            <pc:docMk/>
            <pc:sldMk cId="2816496271" sldId="36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15" v="3228" actId="478"/>
          <ac:spMkLst>
            <pc:docMk/>
            <pc:sldMk cId="2816496271" sldId="36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11" v="3227" actId="478"/>
          <ac:spMkLst>
            <pc:docMk/>
            <pc:sldMk cId="2816496271" sldId="366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21" v="3230" actId="478"/>
          <ac:grpSpMkLst>
            <pc:docMk/>
            <pc:sldMk cId="2816496271" sldId="36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1" v="3231" actId="478"/>
          <ac:grpSpMkLst>
            <pc:docMk/>
            <pc:sldMk cId="2816496271" sldId="36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8" v="3233" actId="478"/>
          <ac:grpSpMkLst>
            <pc:docMk/>
            <pc:sldMk cId="2816496271" sldId="366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4" v="3232" actId="478"/>
          <ac:grpSpMkLst>
            <pc:docMk/>
            <pc:sldMk cId="2816496271" sldId="366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11" v="3226" actId="478"/>
          <ac:grpSpMkLst>
            <pc:docMk/>
            <pc:sldMk cId="2816496271" sldId="36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11" v="3225" actId="478"/>
          <ac:grpSpMkLst>
            <pc:docMk/>
            <pc:sldMk cId="2816496271" sldId="36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82" v="3334" actId="2890"/>
        <pc:sldMkLst>
          <pc:docMk/>
          <pc:sldMk cId="864298791" sldId="367"/>
        </pc:sldMkLst>
        <pc:spChg chg="add del">
          <ac:chgData name="JP Paulson" userId="460546f63f696f4c" providerId="LiveId" clId="{957F310B-9F73-4E82-8F26-768C6CA2EEB2}" dt="2026-06-26T21:45:53.798" v="3221" actId="478"/>
          <ac:spMkLst>
            <pc:docMk/>
            <pc:sldMk cId="864298791" sldId="36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94" v="3220" actId="478"/>
          <ac:spMkLst>
            <pc:docMk/>
            <pc:sldMk cId="864298791" sldId="36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94" v="3219" actId="478"/>
          <ac:spMkLst>
            <pc:docMk/>
            <pc:sldMk cId="864298791" sldId="36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252" v="3333" actId="1076"/>
          <ac:grpSpMkLst>
            <pc:docMk/>
            <pc:sldMk cId="864298791" sldId="367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2" actId="478"/>
          <ac:grpSpMkLst>
            <pc:docMk/>
            <pc:sldMk cId="864298791" sldId="367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3" actId="478"/>
          <ac:grpSpMkLst>
            <pc:docMk/>
            <pc:sldMk cId="864298791" sldId="367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7" v="3224" actId="478"/>
          <ac:grpSpMkLst>
            <pc:docMk/>
            <pc:sldMk cId="864298791" sldId="36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94" v="3218" actId="478"/>
          <ac:grpSpMkLst>
            <pc:docMk/>
            <pc:sldMk cId="864298791" sldId="36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90" v="3217" actId="478"/>
          <ac:grpSpMkLst>
            <pc:docMk/>
            <pc:sldMk cId="864298791" sldId="36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252" v="3331" actId="2890"/>
        <pc:sldMkLst>
          <pc:docMk/>
          <pc:sldMk cId="3748712012" sldId="368"/>
        </pc:sldMkLst>
        <pc:spChg chg="add del">
          <ac:chgData name="JP Paulson" userId="460546f63f696f4c" providerId="LiveId" clId="{957F310B-9F73-4E82-8F26-768C6CA2EEB2}" dt="2026-06-26T21:45:53.773" v="3211" actId="478"/>
          <ac:spMkLst>
            <pc:docMk/>
            <pc:sldMk cId="3748712012" sldId="36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73" v="3210" actId="478"/>
          <ac:spMkLst>
            <pc:docMk/>
            <pc:sldMk cId="3748712012" sldId="36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77" v="3212" actId="478"/>
          <ac:grpSpMkLst>
            <pc:docMk/>
            <pc:sldMk cId="3748712012" sldId="368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78" v="3213" actId="478"/>
          <ac:grpSpMkLst>
            <pc:docMk/>
            <pc:sldMk cId="3748712012" sldId="368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1" v="3214" actId="478"/>
          <ac:grpSpMkLst>
            <pc:docMk/>
            <pc:sldMk cId="3748712012" sldId="368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6" actId="478"/>
          <ac:grpSpMkLst>
            <pc:docMk/>
            <pc:sldMk cId="3748712012" sldId="36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5" actId="478"/>
          <ac:grpSpMkLst>
            <pc:docMk/>
            <pc:sldMk cId="3748712012" sldId="36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9" v="3209" actId="478"/>
          <ac:grpSpMkLst>
            <pc:docMk/>
            <pc:sldMk cId="3748712012" sldId="36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69" v="3208" actId="478"/>
          <ac:grpSpMkLst>
            <pc:docMk/>
            <pc:sldMk cId="3748712012" sldId="368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25" v="3330" actId="2890"/>
        <pc:sldMkLst>
          <pc:docMk/>
          <pc:sldMk cId="2141753519" sldId="369"/>
        </pc:sldMkLst>
        <pc:spChg chg="mod">
          <ac:chgData name="JP Paulson" userId="460546f63f696f4c" providerId="LiveId" clId="{957F310B-9F73-4E82-8F26-768C6CA2EEB2}" dt="2026-06-26T21:45:54.199" v="3329" actId="1076"/>
          <ac:spMkLst>
            <pc:docMk/>
            <pc:sldMk cId="2141753519" sldId="36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51" v="3202" actId="478"/>
          <ac:spMkLst>
            <pc:docMk/>
            <pc:sldMk cId="2141753519" sldId="36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46" v="3201" actId="478"/>
          <ac:spMkLst>
            <pc:docMk/>
            <pc:sldMk cId="2141753519" sldId="36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51" v="3203" actId="478"/>
          <ac:grpSpMkLst>
            <pc:docMk/>
            <pc:sldMk cId="2141753519" sldId="369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4" actId="478"/>
          <ac:grpSpMkLst>
            <pc:docMk/>
            <pc:sldMk cId="2141753519" sldId="369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5" actId="478"/>
          <ac:grpSpMkLst>
            <pc:docMk/>
            <pc:sldMk cId="2141753519" sldId="369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7" actId="478"/>
          <ac:grpSpMkLst>
            <pc:docMk/>
            <pc:sldMk cId="2141753519" sldId="36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6" actId="478"/>
          <ac:grpSpMkLst>
            <pc:docMk/>
            <pc:sldMk cId="2141753519" sldId="36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46" v="3200" actId="478"/>
          <ac:grpSpMkLst>
            <pc:docMk/>
            <pc:sldMk cId="2141753519" sldId="36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43" v="3199" actId="478"/>
          <ac:grpSpMkLst>
            <pc:docMk/>
            <pc:sldMk cId="2141753519" sldId="36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94" v="3327" actId="2890"/>
        <pc:sldMkLst>
          <pc:docMk/>
          <pc:sldMk cId="2731117437" sldId="370"/>
        </pc:sldMkLst>
        <pc:spChg chg="add del">
          <ac:chgData name="JP Paulson" userId="460546f63f696f4c" providerId="LiveId" clId="{957F310B-9F73-4E82-8F26-768C6CA2EEB2}" dt="2026-06-26T21:45:53.725" v="3194" actId="478"/>
          <ac:spMkLst>
            <pc:docMk/>
            <pc:sldMk cId="2731117437" sldId="37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25" v="3193" actId="478"/>
          <ac:spMkLst>
            <pc:docMk/>
            <pc:sldMk cId="2731117437" sldId="37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169" v="3326" actId="1076"/>
          <ac:grpSpMkLst>
            <pc:docMk/>
            <pc:sldMk cId="2731117437" sldId="370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2" v="3195" actId="478"/>
          <ac:grpSpMkLst>
            <pc:docMk/>
            <pc:sldMk cId="2731117437" sldId="370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4" v="3196" actId="478"/>
          <ac:grpSpMkLst>
            <pc:docMk/>
            <pc:sldMk cId="2731117437" sldId="370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7" actId="478"/>
          <ac:grpSpMkLst>
            <pc:docMk/>
            <pc:sldMk cId="2731117437" sldId="37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8" actId="478"/>
          <ac:grpSpMkLst>
            <pc:docMk/>
            <pc:sldMk cId="2731117437" sldId="37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25" v="3192" actId="478"/>
          <ac:grpSpMkLst>
            <pc:docMk/>
            <pc:sldMk cId="2731117437" sldId="37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21" v="3191" actId="478"/>
          <ac:grpSpMkLst>
            <pc:docMk/>
            <pc:sldMk cId="2731117437" sldId="370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165" v="3324" actId="2890"/>
        <pc:sldMkLst>
          <pc:docMk/>
          <pc:sldMk cId="2849309072" sldId="371"/>
        </pc:sldMkLst>
        <pc:spChg chg="add del">
          <ac:chgData name="JP Paulson" userId="460546f63f696f4c" providerId="LiveId" clId="{957F310B-9F73-4E82-8F26-768C6CA2EEB2}" dt="2026-06-26T21:45:53.702" v="3184" actId="478"/>
          <ac:spMkLst>
            <pc:docMk/>
            <pc:sldMk cId="2849309072" sldId="37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04" v="3185" actId="478"/>
          <ac:grpSpMkLst>
            <pc:docMk/>
            <pc:sldMk cId="2849309072" sldId="371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6" v="3186" actId="478"/>
          <ac:grpSpMkLst>
            <pc:docMk/>
            <pc:sldMk cId="2849309072" sldId="371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8" v="3187" actId="478"/>
          <ac:grpSpMkLst>
            <pc:docMk/>
            <pc:sldMk cId="2849309072" sldId="371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3" v="3188" actId="478"/>
          <ac:grpSpMkLst>
            <pc:docMk/>
            <pc:sldMk cId="2849309072" sldId="37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90" actId="478"/>
          <ac:grpSpMkLst>
            <pc:docMk/>
            <pc:sldMk cId="2849309072" sldId="37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89" actId="478"/>
          <ac:grpSpMkLst>
            <pc:docMk/>
            <pc:sldMk cId="2849309072" sldId="37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0" v="3183" actId="478"/>
          <ac:grpSpMkLst>
            <pc:docMk/>
            <pc:sldMk cId="2849309072" sldId="37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97" v="3182" actId="478"/>
          <ac:grpSpMkLst>
            <pc:docMk/>
            <pc:sldMk cId="2849309072" sldId="37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40" v="3323" actId="2890"/>
        <pc:sldMkLst>
          <pc:docMk/>
          <pc:sldMk cId="673928870" sldId="372"/>
        </pc:sldMkLst>
        <pc:spChg chg="mod">
          <ac:chgData name="JP Paulson" userId="460546f63f696f4c" providerId="LiveId" clId="{957F310B-9F73-4E82-8F26-768C6CA2EEB2}" dt="2026-06-26T21:45:54.113" v="3322" actId="1076"/>
          <ac:spMkLst>
            <pc:docMk/>
            <pc:sldMk cId="673928870" sldId="37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675" v="3175" actId="478"/>
          <ac:spMkLst>
            <pc:docMk/>
            <pc:sldMk cId="673928870" sldId="37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679" v="3176" actId="478"/>
          <ac:grpSpMkLst>
            <pc:docMk/>
            <pc:sldMk cId="673928870" sldId="372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9" v="3177" actId="478"/>
          <ac:grpSpMkLst>
            <pc:docMk/>
            <pc:sldMk cId="673928870" sldId="372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3" v="3178" actId="478"/>
          <ac:grpSpMkLst>
            <pc:docMk/>
            <pc:sldMk cId="673928870" sldId="372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7" v="3179" actId="478"/>
          <ac:grpSpMkLst>
            <pc:docMk/>
            <pc:sldMk cId="673928870" sldId="37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1" actId="478"/>
          <ac:grpSpMkLst>
            <pc:docMk/>
            <pc:sldMk cId="673928870" sldId="37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0" actId="478"/>
          <ac:grpSpMkLst>
            <pc:docMk/>
            <pc:sldMk cId="673928870" sldId="37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5" v="3174" actId="478"/>
          <ac:grpSpMkLst>
            <pc:docMk/>
            <pc:sldMk cId="673928870" sldId="37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71" v="3173" actId="478"/>
          <ac:grpSpMkLst>
            <pc:docMk/>
            <pc:sldMk cId="673928870" sldId="37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07" v="3320" actId="2890"/>
        <pc:sldMkLst>
          <pc:docMk/>
          <pc:sldMk cId="3914046365" sldId="373"/>
        </pc:sldMkLst>
        <pc:spChg chg="add del">
          <ac:chgData name="JP Paulson" userId="460546f63f696f4c" providerId="LiveId" clId="{957F310B-9F73-4E82-8F26-768C6CA2EEB2}" dt="2026-06-26T21:45:53.650" v="3167" actId="478"/>
          <ac:spMkLst>
            <pc:docMk/>
            <pc:sldMk cId="3914046365" sldId="37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082" v="3319" actId="1076"/>
          <ac:grpSpMkLst>
            <pc:docMk/>
            <pc:sldMk cId="3914046365" sldId="373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5" v="3168" actId="478"/>
          <ac:grpSpMkLst>
            <pc:docMk/>
            <pc:sldMk cId="3914046365" sldId="373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9" v="3169" actId="478"/>
          <ac:grpSpMkLst>
            <pc:docMk/>
            <pc:sldMk cId="3914046365" sldId="373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5" v="3170" actId="478"/>
          <ac:grpSpMkLst>
            <pc:docMk/>
            <pc:sldMk cId="3914046365" sldId="37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7" v="3171" actId="478"/>
          <ac:grpSpMkLst>
            <pc:docMk/>
            <pc:sldMk cId="3914046365" sldId="37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9" v="3172" actId="478"/>
          <ac:grpSpMkLst>
            <pc:docMk/>
            <pc:sldMk cId="3914046365" sldId="37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0" v="3166" actId="478"/>
          <ac:grpSpMkLst>
            <pc:docMk/>
            <pc:sldMk cId="3914046365" sldId="37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46" v="3165" actId="478"/>
          <ac:grpSpMkLst>
            <pc:docMk/>
            <pc:sldMk cId="3914046365" sldId="373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80" v="3317" actId="2890"/>
        <pc:sldMkLst>
          <pc:docMk/>
          <pc:sldMk cId="1132248919" sldId="374"/>
        </pc:sldMkLst>
        <pc:grpChg chg="add del">
          <ac:chgData name="JP Paulson" userId="460546f63f696f4c" providerId="LiveId" clId="{957F310B-9F73-4E82-8F26-768C6CA2EEB2}" dt="2026-06-26T21:45:53.626" v="3158" actId="478"/>
          <ac:grpSpMkLst>
            <pc:docMk/>
            <pc:sldMk cId="1132248919" sldId="374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0" v="3159" actId="478"/>
          <ac:grpSpMkLst>
            <pc:docMk/>
            <pc:sldMk cId="1132248919" sldId="374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2" v="3160" actId="478"/>
          <ac:grpSpMkLst>
            <pc:docMk/>
            <pc:sldMk cId="1132248919" sldId="374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6" v="3161" actId="478"/>
          <ac:grpSpMkLst>
            <pc:docMk/>
            <pc:sldMk cId="1132248919" sldId="37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8" v="3162" actId="478"/>
          <ac:grpSpMkLst>
            <pc:docMk/>
            <pc:sldMk cId="1132248919" sldId="37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4" v="3164" actId="478"/>
          <ac:grpSpMkLst>
            <pc:docMk/>
            <pc:sldMk cId="1132248919" sldId="37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2" v="3163" actId="478"/>
          <ac:grpSpMkLst>
            <pc:docMk/>
            <pc:sldMk cId="1132248919" sldId="37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24" v="3157" actId="478"/>
          <ac:grpSpMkLst>
            <pc:docMk/>
            <pc:sldMk cId="1132248919" sldId="37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22" v="3156" actId="478"/>
          <ac:grpSpMkLst>
            <pc:docMk/>
            <pc:sldMk cId="1132248919" sldId="37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050" v="3316" actId="2890"/>
        <pc:sldMkLst>
          <pc:docMk/>
          <pc:sldMk cId="1589168035" sldId="375"/>
        </pc:sldMkLst>
        <pc:spChg chg="mod">
          <ac:chgData name="JP Paulson" userId="460546f63f696f4c" providerId="LiveId" clId="{957F310B-9F73-4E82-8F26-768C6CA2EEB2}" dt="2026-06-26T21:45:54.025" v="3315" actId="1076"/>
          <ac:spMkLst>
            <pc:docMk/>
            <pc:sldMk cId="1589168035" sldId="375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7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601" v="3149" actId="478"/>
          <ac:grpSpMkLst>
            <pc:docMk/>
            <pc:sldMk cId="1589168035" sldId="375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1" v="3150" actId="478"/>
          <ac:grpSpMkLst>
            <pc:docMk/>
            <pc:sldMk cId="1589168035" sldId="375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5" v="3151" actId="478"/>
          <ac:grpSpMkLst>
            <pc:docMk/>
            <pc:sldMk cId="1589168035" sldId="375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2" actId="478"/>
          <ac:grpSpMkLst>
            <pc:docMk/>
            <pc:sldMk cId="1589168035" sldId="37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3" actId="478"/>
          <ac:grpSpMkLst>
            <pc:docMk/>
            <pc:sldMk cId="1589168035" sldId="37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18" v="3155" actId="478"/>
          <ac:grpSpMkLst>
            <pc:docMk/>
            <pc:sldMk cId="1589168035" sldId="375"/>
            <ac:grpSpMk id="255" creationId="{00000000-0000-0000-0000-000000000000}"/>
          </ac:grpSpMkLst>
        </pc:grpChg>
        <pc:grpChg chg="add del mod">
          <ac:chgData name="JP Paulson" userId="460546f63f696f4c" providerId="LiveId" clId="{957F310B-9F73-4E82-8F26-768C6CA2EEB2}" dt="2026-06-26T21:45:54.022" v="3313" actId="1076"/>
          <ac:grpSpMkLst>
            <pc:docMk/>
            <pc:sldMk cId="1589168035" sldId="37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6" v="3148" actId="478"/>
          <ac:grpSpMkLst>
            <pc:docMk/>
            <pc:sldMk cId="1589168035" sldId="37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596" v="3147" actId="478"/>
          <ac:grpSpMkLst>
            <pc:docMk/>
            <pc:sldMk cId="1589168035" sldId="375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17" v="3311" actId="2890"/>
        <pc:sldMkLst>
          <pc:docMk/>
          <pc:sldMk cId="353045366" sldId="376"/>
        </pc:sldMkLst>
        <pc:grpChg chg="add del">
          <ac:chgData name="JP Paulson" userId="460546f63f696f4c" providerId="LiveId" clId="{957F310B-9F73-4E82-8F26-768C6CA2EEB2}" dt="2026-06-26T21:45:53.575" v="3141" actId="478"/>
          <ac:grpSpMkLst>
            <pc:docMk/>
            <pc:sldMk cId="353045366" sldId="376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79" v="3142" actId="478"/>
          <ac:grpSpMkLst>
            <pc:docMk/>
            <pc:sldMk cId="353045366" sldId="376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4" v="3143" actId="478"/>
          <ac:grpSpMkLst>
            <pc:docMk/>
            <pc:sldMk cId="353045366" sldId="376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4" actId="478"/>
          <ac:grpSpMkLst>
            <pc:docMk/>
            <pc:sldMk cId="353045366" sldId="37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5" actId="478"/>
          <ac:grpSpMkLst>
            <pc:docMk/>
            <pc:sldMk cId="353045366" sldId="37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2" v="3146" actId="478"/>
          <ac:grpSpMkLst>
            <pc:docMk/>
            <pc:sldMk cId="353045366" sldId="376"/>
            <ac:grpSpMk id="255" creationId="{00000000-0000-0000-0000-000000000000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3.533" v="3139" actId="2890"/>
        <pc:sldMkLst>
          <pc:docMk/>
          <pc:sldMk cId="410946729" sldId="377"/>
        </pc:sldMkLst>
        <pc:spChg chg="add del">
          <ac:chgData name="JP Paulson" userId="460546f63f696f4c" providerId="LiveId" clId="{957F310B-9F73-4E82-8F26-768C6CA2EEB2}" dt="2026-06-26T21:45:53.367" v="3129" actId="478"/>
          <ac:spMkLst>
            <pc:docMk/>
            <pc:sldMk cId="410946729" sldId="377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45:29.768" v="2482"/>
          <ac:spMkLst>
            <pc:docMk/>
            <pc:sldMk cId="410946729" sldId="377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363" v="3128" actId="478"/>
          <ac:spMkLst>
            <pc:docMk/>
            <pc:sldMk cId="410946729" sldId="377"/>
            <ac:spMk id="15" creationId="{0FE6D25D-48C5-6AAD-6350-042D1B5B2563}"/>
          </ac:spMkLst>
        </pc:spChg>
        <pc:spChg chg="add del">
          <ac:chgData name="JP Paulson" userId="460546f63f696f4c" providerId="LiveId" clId="{957F310B-9F73-4E82-8F26-768C6CA2EEB2}" dt="2026-06-26T21:45:53.363" v="3127" actId="478"/>
          <ac:spMkLst>
            <pc:docMk/>
            <pc:sldMk cId="410946729" sldId="377"/>
            <ac:spMk id="16" creationId="{E6D69075-BF75-3F72-43B1-BB73299B8433}"/>
          </ac:spMkLst>
        </pc:spChg>
        <pc:spChg chg="add del">
          <ac:chgData name="JP Paulson" userId="460546f63f696f4c" providerId="LiveId" clId="{957F310B-9F73-4E82-8F26-768C6CA2EEB2}" dt="2026-06-26T21:45:53.358" v="3126" actId="478"/>
          <ac:spMkLst>
            <pc:docMk/>
            <pc:sldMk cId="410946729" sldId="377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46" v="3121" actId="478"/>
          <ac:spMkLst>
            <pc:docMk/>
            <pc:sldMk cId="410946729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834" v="2508"/>
          <ac:spMkLst>
            <pc:docMk/>
            <pc:sldMk cId="410946729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824" v="2504"/>
          <ac:spMkLst>
            <pc:docMk/>
            <pc:sldMk cId="410946729" sldId="377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42" v="3120" actId="478"/>
          <ac:spMkLst>
            <pc:docMk/>
            <pc:sldMk cId="410946729" sldId="377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37" v="3118" actId="478"/>
          <ac:spMkLst>
            <pc:docMk/>
            <pc:sldMk cId="410946729" sldId="377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42" v="3119" actId="478"/>
          <ac:spMkLst>
            <pc:docMk/>
            <pc:sldMk cId="410946729" sldId="377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58" v="3125" actId="478"/>
          <ac:spMkLst>
            <pc:docMk/>
            <pc:sldMk cId="410946729" sldId="377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54" v="3124" actId="478"/>
          <ac:spMkLst>
            <pc:docMk/>
            <pc:sldMk cId="410946729" sldId="377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50" v="3123" actId="478"/>
          <ac:spMkLst>
            <pc:docMk/>
            <pc:sldMk cId="410946729" sldId="377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337" v="3117" actId="478"/>
          <ac:spMkLst>
            <pc:docMk/>
            <pc:sldMk cId="410946729" sldId="377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333" v="3116" actId="478"/>
          <ac:spMkLst>
            <pc:docMk/>
            <pc:sldMk cId="410946729" sldId="377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331" v="3115" actId="478"/>
          <ac:spMkLst>
            <pc:docMk/>
            <pc:sldMk cId="410946729" sldId="377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58" v="3125" actId="478"/>
          <ac:cxnSpMkLst>
            <pc:docMk/>
            <pc:sldMk cId="410946729" sldId="377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337" v="3117" actId="478"/>
          <ac:cxnSpMkLst>
            <pc:docMk/>
            <pc:sldMk cId="410946729" sldId="377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16" v="3138" actId="2890"/>
        <pc:sldMkLst>
          <pc:docMk/>
          <pc:sldMk cId="2833125772" sldId="378"/>
        </pc:sldMkLst>
        <pc:spChg chg="add del">
          <ac:chgData name="JP Paulson" userId="460546f63f696f4c" providerId="LiveId" clId="{957F310B-9F73-4E82-8F26-768C6CA2EEB2}" dt="2026-06-26T21:45:53.320" v="3113" actId="478"/>
          <ac:spMkLst>
            <pc:docMk/>
            <pc:sldMk cId="2833125772" sldId="378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08" v="3108" actId="478"/>
          <ac:spMkLst>
            <pc:docMk/>
            <pc:sldMk cId="2833125772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973" v="2551"/>
          <ac:spMkLst>
            <pc:docMk/>
            <pc:sldMk cId="2833125772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965" v="2547"/>
          <ac:spMkLst>
            <pc:docMk/>
            <pc:sldMk cId="2833125772" sldId="378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04" v="3107" actId="478"/>
          <ac:spMkLst>
            <pc:docMk/>
            <pc:sldMk cId="2833125772" sldId="378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00" v="3105" actId="478"/>
          <ac:spMkLst>
            <pc:docMk/>
            <pc:sldMk cId="2833125772" sldId="378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00" v="3106" actId="478"/>
          <ac:spMkLst>
            <pc:docMk/>
            <pc:sldMk cId="2833125772" sldId="378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20" v="3112" actId="478"/>
          <ac:spMkLst>
            <pc:docMk/>
            <pc:sldMk cId="2833125772" sldId="378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16" v="3111" actId="478"/>
          <ac:spMkLst>
            <pc:docMk/>
            <pc:sldMk cId="2833125772" sldId="378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12" v="3110" actId="478"/>
          <ac:spMkLst>
            <pc:docMk/>
            <pc:sldMk cId="2833125772" sldId="378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96" v="3104" actId="478"/>
          <ac:spMkLst>
            <pc:docMk/>
            <pc:sldMk cId="2833125772" sldId="378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96" v="3103" actId="478"/>
          <ac:spMkLst>
            <pc:docMk/>
            <pc:sldMk cId="2833125772" sldId="378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92" v="3102" actId="478"/>
          <ac:spMkLst>
            <pc:docMk/>
            <pc:sldMk cId="2833125772" sldId="378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20" v="3112" actId="478"/>
          <ac:cxnSpMkLst>
            <pc:docMk/>
            <pc:sldMk cId="2833125772" sldId="378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96" v="3104" actId="478"/>
          <ac:cxnSpMkLst>
            <pc:docMk/>
            <pc:sldMk cId="2833125772" sldId="378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01" v="3137" actId="2890"/>
        <pc:sldMkLst>
          <pc:docMk/>
          <pc:sldMk cId="756577552" sldId="379"/>
        </pc:sldMkLst>
        <pc:spChg chg="mod">
          <ac:chgData name="JP Paulson" userId="460546f63f696f4c" providerId="LiveId" clId="{957F310B-9F73-4E82-8F26-768C6CA2EEB2}" dt="2026-06-26T21:45:29.548" v="2455"/>
          <ac:spMkLst>
            <pc:docMk/>
            <pc:sldMk cId="756577552" sldId="379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273" v="3096" actId="478"/>
          <ac:spMkLst>
            <pc:docMk/>
            <pc:sldMk cId="756577552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114" v="2595"/>
          <ac:spMkLst>
            <pc:docMk/>
            <pc:sldMk cId="756577552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102" v="2591"/>
          <ac:spMkLst>
            <pc:docMk/>
            <pc:sldMk cId="756577552" sldId="379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67" v="3095" actId="478"/>
          <ac:spMkLst>
            <pc:docMk/>
            <pc:sldMk cId="756577552" sldId="379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63" v="3093" actId="478"/>
          <ac:spMkLst>
            <pc:docMk/>
            <pc:sldMk cId="756577552" sldId="379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67" v="3094" actId="478"/>
          <ac:spMkLst>
            <pc:docMk/>
            <pc:sldMk cId="756577552" sldId="379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83" v="3100" actId="478"/>
          <ac:spMkLst>
            <pc:docMk/>
            <pc:sldMk cId="756577552" sldId="379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279" v="3099" actId="478"/>
          <ac:spMkLst>
            <pc:docMk/>
            <pc:sldMk cId="756577552" sldId="379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77" v="3098" actId="478"/>
          <ac:spMkLst>
            <pc:docMk/>
            <pc:sldMk cId="756577552" sldId="379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59" v="3092" actId="478"/>
          <ac:spMkLst>
            <pc:docMk/>
            <pc:sldMk cId="756577552" sldId="379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59" v="3091" actId="478"/>
          <ac:spMkLst>
            <pc:docMk/>
            <pc:sldMk cId="756577552" sldId="379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55" v="3090" actId="478"/>
          <ac:spMkLst>
            <pc:docMk/>
            <pc:sldMk cId="756577552" sldId="379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83" v="3100" actId="478"/>
          <ac:cxnSpMkLst>
            <pc:docMk/>
            <pc:sldMk cId="756577552" sldId="379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59" v="3092" actId="478"/>
          <ac:cxnSpMkLst>
            <pc:docMk/>
            <pc:sldMk cId="756577552" sldId="379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83" v="3136" actId="2890"/>
        <pc:sldMkLst>
          <pc:docMk/>
          <pc:sldMk cId="2053920405" sldId="380"/>
        </pc:sldMkLst>
        <pc:spChg chg="add del">
          <ac:chgData name="JP Paulson" userId="460546f63f696f4c" providerId="LiveId" clId="{957F310B-9F73-4E82-8F26-768C6CA2EEB2}" dt="2026-06-26T21:45:53.238" v="3085" actId="478"/>
          <ac:spMkLst>
            <pc:docMk/>
            <pc:sldMk cId="2053920405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242" v="2638"/>
          <ac:spMkLst>
            <pc:docMk/>
            <pc:sldMk cId="2053920405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234" v="2634"/>
          <ac:spMkLst>
            <pc:docMk/>
            <pc:sldMk cId="2053920405" sldId="380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34" v="3084" actId="478"/>
          <ac:spMkLst>
            <pc:docMk/>
            <pc:sldMk cId="2053920405" sldId="380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30" v="3082" actId="478"/>
          <ac:spMkLst>
            <pc:docMk/>
            <pc:sldMk cId="2053920405" sldId="380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30" v="3083" actId="478"/>
          <ac:spMkLst>
            <pc:docMk/>
            <pc:sldMk cId="2053920405" sldId="380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47" v="3088" actId="478"/>
          <ac:spMkLst>
            <pc:docMk/>
            <pc:sldMk cId="2053920405" sldId="380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42" v="3087" actId="478"/>
          <ac:spMkLst>
            <pc:docMk/>
            <pc:sldMk cId="2053920405" sldId="380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25" v="3081" actId="478"/>
          <ac:spMkLst>
            <pc:docMk/>
            <pc:sldMk cId="2053920405" sldId="380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25" v="3080" actId="478"/>
          <ac:spMkLst>
            <pc:docMk/>
            <pc:sldMk cId="2053920405" sldId="380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21" v="3079" actId="478"/>
          <ac:spMkLst>
            <pc:docMk/>
            <pc:sldMk cId="2053920405" sldId="380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47" v="3088" actId="478"/>
          <ac:cxnSpMkLst>
            <pc:docMk/>
            <pc:sldMk cId="2053920405" sldId="380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25" v="3081" actId="478"/>
          <ac:cxnSpMkLst>
            <pc:docMk/>
            <pc:sldMk cId="2053920405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71" v="3135" actId="2890"/>
        <pc:sldMkLst>
          <pc:docMk/>
          <pc:sldMk cId="617920412" sldId="381"/>
        </pc:sldMkLst>
        <pc:spChg chg="add del">
          <ac:chgData name="JP Paulson" userId="460546f63f696f4c" providerId="LiveId" clId="{957F310B-9F73-4E82-8F26-768C6CA2EEB2}" dt="2026-06-26T21:45:53.213" v="3077" actId="478"/>
          <ac:spMkLst>
            <pc:docMk/>
            <pc:sldMk cId="617920412" sldId="381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371" v="2676"/>
          <ac:spMkLst>
            <pc:docMk/>
            <pc:sldMk cId="617920412" sldId="381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361" v="2672"/>
          <ac:spMkLst>
            <pc:docMk/>
            <pc:sldMk cId="617920412" sldId="381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09" v="3076" actId="478"/>
          <ac:spMkLst>
            <pc:docMk/>
            <pc:sldMk cId="617920412" sldId="381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00" v="3074" actId="478"/>
          <ac:spMkLst>
            <pc:docMk/>
            <pc:sldMk cId="617920412" sldId="381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04" v="3075" actId="478"/>
          <ac:spMkLst>
            <pc:docMk/>
            <pc:sldMk cId="617920412" sldId="381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00" v="3073" actId="478"/>
          <ac:spMkLst>
            <pc:docMk/>
            <pc:sldMk cId="617920412" sldId="381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96" v="3072" actId="478"/>
          <ac:spMkLst>
            <pc:docMk/>
            <pc:sldMk cId="617920412" sldId="381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92" v="3071" actId="478"/>
          <ac:spMkLst>
            <pc:docMk/>
            <pc:sldMk cId="617920412" sldId="381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00" v="3073" actId="478"/>
          <ac:cxnSpMkLst>
            <pc:docMk/>
            <pc:sldMk cId="617920412" sldId="381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54" v="3134" actId="2890"/>
        <pc:sldMkLst>
          <pc:docMk/>
          <pc:sldMk cId="2171705833" sldId="382"/>
        </pc:sldMkLst>
        <pc:spChg chg="add del">
          <ac:chgData name="JP Paulson" userId="460546f63f696f4c" providerId="LiveId" clId="{957F310B-9F73-4E82-8F26-768C6CA2EEB2}" dt="2026-06-26T21:45:53.183" v="3068" actId="478"/>
          <ac:spMkLst>
            <pc:docMk/>
            <pc:sldMk cId="2171705833" sldId="382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83" v="3069" actId="478"/>
          <ac:spMkLst>
            <pc:docMk/>
            <pc:sldMk cId="2171705833" sldId="382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180" v="3067" actId="478"/>
          <ac:spMkLst>
            <pc:docMk/>
            <pc:sldMk cId="2171705833" sldId="382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79" v="3066" actId="478"/>
          <ac:spMkLst>
            <pc:docMk/>
            <pc:sldMk cId="2171705833" sldId="382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76" v="3065" actId="478"/>
          <ac:spMkLst>
            <pc:docMk/>
            <pc:sldMk cId="2171705833" sldId="382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80" v="3067" actId="478"/>
          <ac:cxnSpMkLst>
            <pc:docMk/>
            <pc:sldMk cId="2171705833" sldId="382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37" v="3133" actId="2890"/>
        <pc:sldMkLst>
          <pc:docMk/>
          <pc:sldMk cId="86626255" sldId="383"/>
        </pc:sldMkLst>
        <pc:spChg chg="mod">
          <ac:chgData name="JP Paulson" userId="460546f63f696f4c" providerId="LiveId" clId="{957F310B-9F73-4E82-8F26-768C6CA2EEB2}" dt="2026-06-26T21:45:29.652" v="2464"/>
          <ac:spMkLst>
            <pc:docMk/>
            <pc:sldMk cId="86626255" sldId="383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167" v="3063" actId="478"/>
          <ac:spMkLst>
            <pc:docMk/>
            <pc:sldMk cId="86626255" sldId="383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63" v="3062" actId="478"/>
          <ac:spMkLst>
            <pc:docMk/>
            <pc:sldMk cId="86626255" sldId="383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58" v="3061" actId="478"/>
          <ac:spMkLst>
            <pc:docMk/>
            <pc:sldMk cId="86626255" sldId="383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54" v="3060" actId="478"/>
          <ac:spMkLst>
            <pc:docMk/>
            <pc:sldMk cId="86626255" sldId="383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63" v="3062" actId="478"/>
          <ac:cxnSpMkLst>
            <pc:docMk/>
            <pc:sldMk cId="86626255" sldId="383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21" v="3132" actId="2890"/>
        <pc:sldMkLst>
          <pc:docMk/>
          <pc:sldMk cId="3514513523" sldId="384"/>
        </pc:sldMkLst>
        <pc:spChg chg="mod">
          <ac:chgData name="JP Paulson" userId="460546f63f696f4c" providerId="LiveId" clId="{957F310B-9F73-4E82-8F26-768C6CA2EEB2}" dt="2026-06-26T21:45:29.681" v="2467"/>
          <ac:spMkLst>
            <pc:docMk/>
            <pc:sldMk cId="3514513523" sldId="384"/>
            <ac:spMk id="20" creationId="{042711DC-AC9B-5CB7-6C53-C038FD65DF84}"/>
          </ac:spMkLst>
        </pc:spChg>
        <pc:spChg chg="add del">
          <ac:chgData name="JP Paulson" userId="460546f63f696f4c" providerId="LiveId" clId="{957F310B-9F73-4E82-8F26-768C6CA2EEB2}" dt="2026-06-26T21:45:53.145" v="3058" actId="478"/>
          <ac:spMkLst>
            <pc:docMk/>
            <pc:sldMk cId="3514513523" sldId="384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45" v="3057" actId="478"/>
          <ac:spMkLst>
            <pc:docMk/>
            <pc:sldMk cId="3514513523" sldId="384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41" v="3056" actId="478"/>
          <ac:spMkLst>
            <pc:docMk/>
            <pc:sldMk cId="3514513523" sldId="384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45" v="3058" actId="478"/>
          <ac:cxnSpMkLst>
            <pc:docMk/>
            <pc:sldMk cId="3514513523" sldId="384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04" v="3131" actId="2890"/>
        <pc:sldMkLst>
          <pc:docMk/>
          <pc:sldMk cId="3601105651" sldId="385"/>
        </pc:sldMkLst>
        <pc:spChg chg="add del">
          <ac:chgData name="JP Paulson" userId="460546f63f696f4c" providerId="LiveId" clId="{957F310B-9F73-4E82-8F26-768C6CA2EEB2}" dt="2026-06-26T21:45:53.132" v="3054" actId="478"/>
          <ac:spMkLst>
            <pc:docMk/>
            <pc:sldMk cId="3601105651" sldId="385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30" v="3053" actId="478"/>
          <ac:spMkLst>
            <pc:docMk/>
            <pc:sldMk cId="3601105651" sldId="385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32" v="3054" actId="478"/>
          <ac:cxnSpMkLst>
            <pc:docMk/>
            <pc:sldMk cId="3601105651" sldId="385"/>
            <ac:cxnSpMk id="40" creationId="{5580B097-446F-AF66-3CE6-3DC6759A918D}"/>
          </ac:cxnSpMkLst>
        </pc:cxnChg>
      </pc:sldChg>
      <pc:sldChg chg="add del modTransition modAnim">
        <pc:chgData name="JP Paulson" userId="460546f63f696f4c" providerId="LiveId" clId="{957F310B-9F73-4E82-8F26-768C6CA2EEB2}" dt="2026-06-26T21:45:53.385" v="3130" actId="2890"/>
        <pc:sldMkLst>
          <pc:docMk/>
          <pc:sldMk cId="2086170581" sldId="386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3.067" v="3050" actId="2890"/>
        <pc:sldMkLst>
          <pc:docMk/>
          <pc:sldMk cId="2130428899" sldId="387"/>
        </pc:sldMkLst>
        <pc:spChg chg="add del">
          <ac:chgData name="JP Paulson" userId="460546f63f696f4c" providerId="LiveId" clId="{957F310B-9F73-4E82-8F26-768C6CA2EEB2}" dt="2026-06-26T21:45:52.982" v="3046" actId="478"/>
          <ac:spMkLst>
            <pc:docMk/>
            <pc:sldMk cId="2130428899" sldId="387"/>
            <ac:spMk id="29" creationId="{BC4DF672-E59D-B0F3-F84A-5197A01A2A03}"/>
          </ac:spMkLst>
        </pc:spChg>
        <pc:spChg chg="add del">
          <ac:chgData name="JP Paulson" userId="460546f63f696f4c" providerId="LiveId" clId="{957F310B-9F73-4E82-8F26-768C6CA2EEB2}" dt="2026-06-26T21:45:52.977" v="3043" actId="478"/>
          <ac:spMkLst>
            <pc:docMk/>
            <pc:sldMk cId="2130428899" sldId="387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78" v="3045" actId="478"/>
          <ac:spMkLst>
            <pc:docMk/>
            <pc:sldMk cId="2130428899" sldId="387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78" v="3044" actId="478"/>
          <ac:spMkLst>
            <pc:docMk/>
            <pc:sldMk cId="2130428899" sldId="387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82" v="3046" actId="478"/>
          <ac:cxnSpMkLst>
            <pc:docMk/>
            <pc:sldMk cId="2130428899" sldId="387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46" v="3049" actId="2890"/>
        <pc:sldMkLst>
          <pc:docMk/>
          <pc:sldMk cId="3508923811" sldId="388"/>
        </pc:sldMkLst>
        <pc:spChg chg="add del">
          <ac:chgData name="JP Paulson" userId="460546f63f696f4c" providerId="LiveId" clId="{957F310B-9F73-4E82-8F26-768C6CA2EEB2}" dt="2026-06-26T21:45:52.962" v="3039" actId="478"/>
          <ac:spMkLst>
            <pc:docMk/>
            <pc:sldMk cId="3508923811" sldId="388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66" v="3041" actId="478"/>
          <ac:spMkLst>
            <pc:docMk/>
            <pc:sldMk cId="3508923811" sldId="388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62" v="3040" actId="478"/>
          <ac:spMkLst>
            <pc:docMk/>
            <pc:sldMk cId="3508923811" sldId="388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62" v="3039" actId="478"/>
          <ac:cxnSpMkLst>
            <pc:docMk/>
            <pc:sldMk cId="3508923811" sldId="388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25" v="3048" actId="2890"/>
        <pc:sldMkLst>
          <pc:docMk/>
          <pc:sldMk cId="1243871493" sldId="389"/>
        </pc:sldMkLst>
        <pc:spChg chg="add del">
          <ac:chgData name="JP Paulson" userId="460546f63f696f4c" providerId="LiveId" clId="{957F310B-9F73-4E82-8F26-768C6CA2EEB2}" dt="2026-06-26T21:45:52.953" v="3037" actId="478"/>
          <ac:spMkLst>
            <pc:docMk/>
            <pc:sldMk cId="1243871493" sldId="389"/>
            <ac:spMk id="30" creationId="{E2978763-E93D-0229-916F-047F1075EB5C}"/>
          </ac:spMkLst>
        </pc:spChg>
        <pc:cxnChg chg="add del mod">
          <ac:chgData name="JP Paulson" userId="460546f63f696f4c" providerId="LiveId" clId="{957F310B-9F73-4E82-8F26-768C6CA2EEB2}" dt="2026-06-26T21:45:52.953" v="3037" actId="478"/>
          <ac:cxnSpMkLst>
            <pc:docMk/>
            <pc:sldMk cId="1243871493" sldId="389"/>
            <ac:cxnSpMk id="34" creationId="{B094B318-9576-1030-B394-4B918C68A9E6}"/>
          </ac:cxnSpMkLst>
        </pc:cxnChg>
      </pc:sldChg>
      <pc:sldChg chg="add del modTransition modAnim">
        <pc:chgData name="JP Paulson" userId="460546f63f696f4c" providerId="LiveId" clId="{957F310B-9F73-4E82-8F26-768C6CA2EEB2}" dt="2026-06-26T21:45:53.004" v="3047" actId="2890"/>
        <pc:sldMkLst>
          <pc:docMk/>
          <pc:sldMk cId="35124693" sldId="390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2.915" v="3034" actId="2890"/>
        <pc:sldMkLst>
          <pc:docMk/>
          <pc:sldMk cId="3134263716" sldId="391"/>
        </pc:sldMkLst>
        <pc:spChg chg="add del">
          <ac:chgData name="JP Paulson" userId="460546f63f696f4c" providerId="LiveId" clId="{957F310B-9F73-4E82-8F26-768C6CA2EEB2}" dt="2026-06-26T21:45:52.893" v="3031" actId="478"/>
          <ac:spMkLst>
            <pc:docMk/>
            <pc:sldMk cId="3134263716" sldId="391"/>
            <ac:spMk id="7" creationId="{156FD6B1-86D4-ED08-50FF-DBDDAF204692}"/>
          </ac:spMkLst>
        </pc:spChg>
        <pc:cxnChg chg="add del mod">
          <ac:chgData name="JP Paulson" userId="460546f63f696f4c" providerId="LiveId" clId="{957F310B-9F73-4E82-8F26-768C6CA2EEB2}" dt="2026-06-26T21:45:52.893" v="3031" actId="478"/>
          <ac:cxnSpMkLst>
            <pc:docMk/>
            <pc:sldMk cId="3134263716" sldId="391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2.907" v="3033" actId="2890"/>
        <pc:sldMkLst>
          <pc:docMk/>
          <pc:sldMk cId="1344693050" sldId="392"/>
        </pc:sldMkLst>
        <pc:cxnChg chg="add del mod">
          <ac:chgData name="JP Paulson" userId="460546f63f696f4c" providerId="LiveId" clId="{957F310B-9F73-4E82-8F26-768C6CA2EEB2}" dt="2026-06-26T21:45:52.882" v="3029" actId="478"/>
          <ac:cxnSpMkLst>
            <pc:docMk/>
            <pc:sldMk cId="1344693050" sldId="392"/>
            <ac:cxnSpMk id="9" creationId="{D4FEC139-3518-6046-310B-8316F66D0C5C}"/>
          </ac:cxnSpMkLst>
        </pc:cxnChg>
      </pc:sldChg>
      <pc:sldChg chg="add del modTransition modAnim">
        <pc:chgData name="JP Paulson" userId="460546f63f696f4c" providerId="LiveId" clId="{957F310B-9F73-4E82-8F26-768C6CA2EEB2}" dt="2026-06-26T21:45:52.901" v="3032" actId="2890"/>
        <pc:sldMkLst>
          <pc:docMk/>
          <pc:sldMk cId="1378137989" sldId="393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2.861" v="3027" actId="2890"/>
        <pc:sldMkLst>
          <pc:docMk/>
          <pc:sldMk cId="3222041044" sldId="394"/>
        </pc:sldMkLst>
        <pc:spChg chg="add del">
          <ac:chgData name="JP Paulson" userId="460546f63f696f4c" providerId="LiveId" clId="{957F310B-9F73-4E82-8F26-768C6CA2EEB2}" dt="2026-06-26T21:45:52.815" v="3020" actId="478"/>
          <ac:spMkLst>
            <pc:docMk/>
            <pc:sldMk cId="3222041044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371" v="2927"/>
          <ac:spMkLst>
            <pc:docMk/>
            <pc:sldMk cId="3222041044" sldId="394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53" v="3026" actId="2890"/>
        <pc:sldMkLst>
          <pc:docMk/>
          <pc:sldMk cId="4265798830" sldId="395"/>
        </pc:sldMkLst>
        <pc:spChg chg="add del">
          <ac:chgData name="JP Paulson" userId="460546f63f696f4c" providerId="LiveId" clId="{957F310B-9F73-4E82-8F26-768C6CA2EEB2}" dt="2026-06-26T21:45:52.807" v="3019" actId="478"/>
          <ac:spMkLst>
            <pc:docMk/>
            <pc:sldMk cId="4265798830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493" v="2947"/>
          <ac:spMkLst>
            <pc:docMk/>
            <pc:sldMk cId="4265798830" sldId="395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9" v="3025" actId="2890"/>
        <pc:sldMkLst>
          <pc:docMk/>
          <pc:sldMk cId="2939281792" sldId="396"/>
        </pc:sldMkLst>
        <pc:spChg chg="add del">
          <ac:chgData name="JP Paulson" userId="460546f63f696f4c" providerId="LiveId" clId="{957F310B-9F73-4E82-8F26-768C6CA2EEB2}" dt="2026-06-26T21:45:52.795" v="3018" actId="478"/>
          <ac:spMkLst>
            <pc:docMk/>
            <pc:sldMk cId="2939281792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625" v="2964"/>
          <ac:spMkLst>
            <pc:docMk/>
            <pc:sldMk cId="2939281792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1" v="3024" actId="2890"/>
        <pc:sldMkLst>
          <pc:docMk/>
          <pc:sldMk cId="3774689146" sldId="397"/>
        </pc:sldMkLst>
        <pc:spChg chg="add del">
          <ac:chgData name="JP Paulson" userId="460546f63f696f4c" providerId="LiveId" clId="{957F310B-9F73-4E82-8F26-768C6CA2EEB2}" dt="2026-06-26T21:45:52.786" v="3017" actId="478"/>
          <ac:spMkLst>
            <pc:docMk/>
            <pc:sldMk cId="3774689146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21" v="2978"/>
          <ac:spMkLst>
            <pc:docMk/>
            <pc:sldMk cId="3774689146" sldId="397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37" v="3023" actId="2890"/>
        <pc:sldMkLst>
          <pc:docMk/>
          <pc:sldMk cId="1369043427" sldId="398"/>
        </pc:sldMkLst>
        <pc:spChg chg="add del">
          <ac:chgData name="JP Paulson" userId="460546f63f696f4c" providerId="LiveId" clId="{957F310B-9F73-4E82-8F26-768C6CA2EEB2}" dt="2026-06-26T21:45:52.778" v="3016" actId="478"/>
          <ac:spMkLst>
            <pc:docMk/>
            <pc:sldMk cId="1369043427" sldId="398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92" v="2989"/>
          <ac:spMkLst>
            <pc:docMk/>
            <pc:sldMk cId="1369043427" sldId="398"/>
            <ac:spMk id="464" creationId="{00000000-0000-0000-0000-000000000000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45:52.829" v="3022" actId="2890"/>
        <pc:sldMkLst>
          <pc:docMk/>
          <pc:sldMk cId="958647798" sldId="399"/>
        </pc:sldMkLst>
        <pc:spChg chg="add del">
          <ac:chgData name="JP Paulson" userId="460546f63f696f4c" providerId="LiveId" clId="{957F310B-9F73-4E82-8F26-768C6CA2EEB2}" dt="2026-06-26T21:45:52.768" v="3015" actId="478"/>
          <ac:spMkLst>
            <pc:docMk/>
            <pc:sldMk cId="958647798" sldId="399"/>
            <ac:spMk id="2" creationId="{B1817A8F-2064-BA12-EFF9-CD3DDAA804F2}"/>
          </ac:spMkLst>
        </pc:spChg>
      </pc:sldChg>
      <pc:sldChg chg="add del modTransition modAnim">
        <pc:chgData name="JP Paulson" userId="460546f63f696f4c" providerId="LiveId" clId="{957F310B-9F73-4E82-8F26-768C6CA2EEB2}" dt="2026-06-26T21:45:52.819" v="3021" actId="2890"/>
        <pc:sldMkLst>
          <pc:docMk/>
          <pc:sldMk cId="3961535063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298d1e77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298d1e77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d252f1e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ed252f1e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10a771ae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10a771ae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c298d1e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c298d1e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c298d1e77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c298d1e77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J280/jpj280.github.io/tree/master/publications/SCIL_2026_MG_Tensors/slid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0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dirty="0"/>
              <a:t>A Feature-Driven Tensor Semantics for Minimalist Grammars</a:t>
            </a:r>
            <a:endParaRPr sz="36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John Paulson</a:t>
            </a:r>
            <a:endParaRPr sz="20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University of Utah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john.paulson@utah.edu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0465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</a:rPr>
              <a:t>Aniello De Santo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Dept. of Linguistics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2"/>
                </a:solidFill>
              </a:rPr>
              <a:t>University of Utah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aniello.desanto@utah.edu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297600" y="2986775"/>
            <a:ext cx="2534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Jon Rawski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 and Language Development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San Jose State University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jon.rawski@sjsu.edu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in one slide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C9E32-C15D-5A6C-0BC4-2672D753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2400" dirty="0"/>
              <a:t>This work bridges distributional approaches to semantics and “mainstream” generative grammar.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We incorporate Minimalist Grammars into vector-based semantic models</a:t>
            </a:r>
          </a:p>
          <a:p>
            <a:r>
              <a:rPr lang="en-US" dirty="0"/>
              <a:t>The resulting vector semantic models can build the meaning of larger expressions compositionally, by combining the meaning of smaller expressions</a:t>
            </a:r>
          </a:p>
          <a:p>
            <a:r>
              <a:rPr lang="en-US" dirty="0"/>
              <a:t>This compositionality is guided by the Minimalist Grammar syntax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contrast, traditional/formal semantics research often analyzes meaning</a:t>
            </a:r>
            <a:r>
              <a:rPr lang="en-US" i="1" dirty="0"/>
              <a:t> compositionally</a:t>
            </a:r>
            <a:r>
              <a:rPr lang="en-US" dirty="0"/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There is already successful work integrating Combinatory Categorial Grammars (CCGs; </a:t>
            </a:r>
            <a:r>
              <a:rPr lang="en-US" dirty="0">
                <a:solidFill>
                  <a:schemeClr val="bg2"/>
                </a:solidFill>
              </a:rPr>
              <a:t>Steedman, 2001; Steedman and Baldridge, 2011</a:t>
            </a:r>
            <a:r>
              <a:rPr lang="en-US" dirty="0"/>
              <a:t>) with distributional semantics in this way (</a:t>
            </a:r>
            <a:r>
              <a:rPr lang="en-US" dirty="0">
                <a:solidFill>
                  <a:schemeClr val="bg2"/>
                </a:solidFill>
              </a:rPr>
              <a:t>Coecke et al., 2010; Maillard et al., 2014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work integrates such a model distributional semantics with Minimalist Grammars (MGs; Stabler, 1996), which formalize the (broad strokes) syntactic approach of the Minimalist Program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chemeClr val="bg2"/>
                </a:solidFill>
              </a:rPr>
              <a:t>Kobele</a:t>
            </a:r>
            <a:r>
              <a:rPr lang="en-US" dirty="0">
                <a:solidFill>
                  <a:schemeClr val="bg2"/>
                </a:solidFill>
              </a:rPr>
              <a:t> et al., 2012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r>
              <a:rPr lang="en-US" dirty="0"/>
              <a:t>There is also a vector-based analysis for the </a:t>
            </a:r>
            <a:r>
              <a:rPr lang="en-US" i="1" dirty="0"/>
              <a:t>syntax </a:t>
            </a:r>
            <a:r>
              <a:rPr lang="en-US" dirty="0"/>
              <a:t>of MGs (</a:t>
            </a:r>
            <a:r>
              <a:rPr lang="en-US" dirty="0" err="1"/>
              <a:t>beim</a:t>
            </a:r>
            <a:r>
              <a:rPr lang="en-US" dirty="0"/>
              <a:t> Graben &amp; Gerth, 2012)</a:t>
            </a:r>
          </a:p>
          <a:p>
            <a:r>
              <a:rPr lang="en-US" dirty="0"/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003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Minimalist Grammars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A353-E4E7-6F9B-C8BF-C6B360F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1A0A-E25F-76A8-FC6D-5B1771B5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578955" cy="3416400"/>
          </a:xfrm>
        </p:spPr>
        <p:txBody>
          <a:bodyPr>
            <a:normAutofit/>
          </a:bodyPr>
          <a:lstStyle/>
          <a:p>
            <a:r>
              <a:rPr lang="en-US" dirty="0"/>
              <a:t>Trees built from a lexicon and the operations Merge and Move</a:t>
            </a:r>
          </a:p>
          <a:p>
            <a:r>
              <a:rPr lang="en-US" dirty="0"/>
              <a:t>Each tree (including lexical items) has a string of features dictating which operations can be used</a:t>
            </a:r>
          </a:p>
          <a:p>
            <a:pPr lvl="1"/>
            <a:r>
              <a:rPr lang="en-US" dirty="0"/>
              <a:t>Merge features:</a:t>
            </a:r>
          </a:p>
          <a:p>
            <a:pPr lvl="2"/>
            <a:r>
              <a:rPr lang="en-US" dirty="0"/>
              <a:t>Selectee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  <a:p>
            <a:pPr lvl="2"/>
            <a:r>
              <a:rPr lang="en-US" dirty="0"/>
              <a:t>Selector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</a:t>
            </a:r>
            <a:endParaRPr lang="en-US" dirty="0"/>
          </a:p>
          <a:p>
            <a:pPr lvl="1"/>
            <a:r>
              <a:rPr lang="en-US" dirty="0"/>
              <a:t>Move features:</a:t>
            </a:r>
          </a:p>
          <a:p>
            <a:pPr lvl="2"/>
            <a:r>
              <a:rPr lang="en-US" dirty="0"/>
              <a:t>Licensee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  <a:p>
            <a:pPr lvl="2"/>
            <a:r>
              <a:rPr lang="en-US" dirty="0"/>
              <a:t>Licensor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6D17-02CD-7294-ADB8-6D74331CB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aphicFrame>
        <p:nvGraphicFramePr>
          <p:cNvPr id="5" name="Google Shape;133;p24">
            <a:extLst>
              <a:ext uri="{FF2B5EF4-FFF2-40B4-BE49-F238E27FC236}">
                <a16:creationId xmlns:a16="http://schemas.microsoft.com/office/drawing/2014/main" id="{6657356A-8029-35DA-56B6-45F313C8F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113010"/>
              </p:ext>
            </p:extLst>
          </p:nvPr>
        </p:nvGraphicFramePr>
        <p:xfrm>
          <a:off x="5044441" y="850525"/>
          <a:ext cx="3702368" cy="34135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5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Lexical Item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67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6608ED-A186-320F-8A3B-0344CA12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09" y="1529623"/>
            <a:ext cx="3307649" cy="26621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E9963F-3F33-FA84-EFE6-2371059C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592" y="2879670"/>
            <a:ext cx="1683876" cy="12435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CA177A-7AAC-75C3-7FAE-05F3E19B6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565" y="2946401"/>
            <a:ext cx="1308315" cy="100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88AF-BA9B-91B2-50B6-D37E3BBA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40FE8-299E-996E-D470-8A0EFD5AC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5F815-2BB1-A8AE-1369-13B89D83D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63" y="1080811"/>
            <a:ext cx="4017073" cy="3519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45093-21CF-2CD4-C31B-2F1954B2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4"/>
          <a:stretch>
            <a:fillRect/>
          </a:stretch>
        </p:blipFill>
        <p:spPr>
          <a:xfrm>
            <a:off x="5509260" y="2399598"/>
            <a:ext cx="3057978" cy="2314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2F6DC-5580-9B78-563D-F25062588D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61"/>
          <a:stretch>
            <a:fillRect/>
          </a:stretch>
        </p:blipFill>
        <p:spPr>
          <a:xfrm>
            <a:off x="576762" y="2437656"/>
            <a:ext cx="1682298" cy="95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9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97531E-6 L 0.21823 -0.00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03" y="-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97531E-6 L -0.20886 0.0080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51" y="4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249-29AB-B6DF-90F5-4BC19D04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C4DE-8141-2EC4-462C-2686A41679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EBF08-9830-0F93-954A-9253F40A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00" y="1017725"/>
            <a:ext cx="4499044" cy="396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7E944-3A2A-2287-22B8-9B088CD6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65" b="5096"/>
          <a:stretch>
            <a:fillRect/>
          </a:stretch>
        </p:blipFill>
        <p:spPr>
          <a:xfrm>
            <a:off x="5067300" y="2087880"/>
            <a:ext cx="3619498" cy="2836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644A9-3A4E-3FB2-81CB-7671DAB84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5" y="2083713"/>
            <a:ext cx="1290636" cy="8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33333E-6 L 0.21406 -0.004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4" y="-2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587 L -0.18368 0.000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2E6-38DC-68B0-10AE-1D725FB2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00C34-AA3F-9A86-19A2-FDAB280F8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B1EBC-F520-E5AC-4636-297A4A30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65" y="1017725"/>
            <a:ext cx="4564469" cy="3909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441951-2A20-826E-FB21-A7239EF46C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25"/>
          <a:stretch>
            <a:fillRect/>
          </a:stretch>
        </p:blipFill>
        <p:spPr>
          <a:xfrm>
            <a:off x="4958545" y="1912373"/>
            <a:ext cx="3513913" cy="3030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33B0A-16A8-EA43-A5B8-603BE96DBA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42" y="1927613"/>
            <a:ext cx="1504995" cy="6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97531E-6 L -0.1777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0.20521 0.001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01276-090B-F837-1C11-FE304EFF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0" y="731375"/>
            <a:ext cx="3668107" cy="3658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E2A2E-F7E3-D5B6-2B9B-F9BBD49CE0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946"/>
          <a:stretch>
            <a:fillRect/>
          </a:stretch>
        </p:blipFill>
        <p:spPr>
          <a:xfrm>
            <a:off x="4780577" y="1379220"/>
            <a:ext cx="3593690" cy="30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D3103B-9101-A1E6-225B-FE59AE19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16" y="437142"/>
            <a:ext cx="3706179" cy="444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2EE07-8FE2-0621-CF9E-065CCBE4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182" y="1017725"/>
            <a:ext cx="3710179" cy="3906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16427-0C04-ABAF-D39D-6EC6189479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819" y="1612718"/>
            <a:ext cx="3369726" cy="3360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07580-1E4A-111B-80DF-6BB2EF850A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391" y="1612718"/>
            <a:ext cx="969466" cy="467170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en-US" dirty="0">
                <a:solidFill>
                  <a:schemeClr val="bg2"/>
                </a:solidFill>
              </a:rPr>
              <a:t>Only feature remaining is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, so this tree is accepted by the grammar.</a:t>
            </a:r>
          </a:p>
        </p:txBody>
      </p:sp>
    </p:spTree>
    <p:extLst>
      <p:ext uri="{BB962C8B-B14F-4D97-AF65-F5344CB8AC3E}">
        <p14:creationId xmlns:p14="http://schemas.microsoft.com/office/powerpoint/2010/main" val="346519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6.17284E-7 L 0.35209 -0.007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-4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45679E-6 L -0.09114 -0.013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-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 Semantics for MGs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1256-9B64-C3F5-DAF8-A2C5086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</p:spPr>
            <p:txBody>
              <a:bodyPr/>
              <a:lstStyle/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-dimensional grid of numbers </a:t>
                </a:r>
              </a:p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vector in the tensor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⊗…⊗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(finite dimensional) vector spaces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1BAFB-71FD-043E-2ADF-33D126F25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  <p:grpSp>
        <p:nvGrpSpPr>
          <p:cNvPr id="5" name="B">
            <a:extLst>
              <a:ext uri="{FF2B5EF4-FFF2-40B4-BE49-F238E27FC236}">
                <a16:creationId xmlns:a16="http://schemas.microsoft.com/office/drawing/2014/main" id="{22FD7820-6912-E75D-4B7B-FB439E627388}"/>
              </a:ext>
            </a:extLst>
          </p:cNvPr>
          <p:cNvGrpSpPr/>
          <p:nvPr/>
        </p:nvGrpSpPr>
        <p:grpSpPr>
          <a:xfrm>
            <a:off x="6284710" y="3416521"/>
            <a:ext cx="2285375" cy="1281954"/>
            <a:chOff x="1698839" y="1436484"/>
            <a:chExt cx="2285375" cy="1281954"/>
          </a:xfrm>
        </p:grpSpPr>
        <p:grpSp>
          <p:nvGrpSpPr>
            <p:cNvPr id="6" name="B23">
              <a:extLst>
                <a:ext uri="{FF2B5EF4-FFF2-40B4-BE49-F238E27FC236}">
                  <a16:creationId xmlns:a16="http://schemas.microsoft.com/office/drawing/2014/main" id="{98D8AF3B-2CB0-60BB-7FA1-C215DD0E46D7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2" name="Google Shape;231;p36">
                <a:extLst>
                  <a:ext uri="{FF2B5EF4-FFF2-40B4-BE49-F238E27FC236}">
                    <a16:creationId xmlns:a16="http://schemas.microsoft.com/office/drawing/2014/main" id="{CF36F224-C92A-FD97-E566-BE6240CFF9E6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3" name="Google Shape;232;p36">
                <a:extLst>
                  <a:ext uri="{FF2B5EF4-FFF2-40B4-BE49-F238E27FC236}">
                    <a16:creationId xmlns:a16="http://schemas.microsoft.com/office/drawing/2014/main" id="{7C7596CB-2397-0C5A-03B7-47A440C67B3D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" name="Google Shape;233;p36">
                <a:extLst>
                  <a:ext uri="{FF2B5EF4-FFF2-40B4-BE49-F238E27FC236}">
                    <a16:creationId xmlns:a16="http://schemas.microsoft.com/office/drawing/2014/main" id="{10AC0722-ACE5-B5F1-4FB9-CC5139244C32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5" name="Google Shape;234;p36">
                <a:extLst>
                  <a:ext uri="{FF2B5EF4-FFF2-40B4-BE49-F238E27FC236}">
                    <a16:creationId xmlns:a16="http://schemas.microsoft.com/office/drawing/2014/main" id="{E851579E-9CA4-9D10-329C-740FFC2097B7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7" name="B22">
              <a:extLst>
                <a:ext uri="{FF2B5EF4-FFF2-40B4-BE49-F238E27FC236}">
                  <a16:creationId xmlns:a16="http://schemas.microsoft.com/office/drawing/2014/main" id="{8D4198C7-6616-3179-353C-21C42ADCD866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28" name="Google Shape;236;p36">
                <a:extLst>
                  <a:ext uri="{FF2B5EF4-FFF2-40B4-BE49-F238E27FC236}">
                    <a16:creationId xmlns:a16="http://schemas.microsoft.com/office/drawing/2014/main" id="{508E9EF3-DB96-33EA-85E3-6935F25A49D1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29" name="Google Shape;237;p36">
                <a:extLst>
                  <a:ext uri="{FF2B5EF4-FFF2-40B4-BE49-F238E27FC236}">
                    <a16:creationId xmlns:a16="http://schemas.microsoft.com/office/drawing/2014/main" id="{D7638DAA-6D58-BCCA-3234-C714483B5CE4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0" name="Google Shape;238;p36">
                <a:extLst>
                  <a:ext uri="{FF2B5EF4-FFF2-40B4-BE49-F238E27FC236}">
                    <a16:creationId xmlns:a16="http://schemas.microsoft.com/office/drawing/2014/main" id="{4F1A0919-5F75-102F-3D56-DB57FFA0CB58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1" name="Google Shape;239;p36">
                <a:extLst>
                  <a:ext uri="{FF2B5EF4-FFF2-40B4-BE49-F238E27FC236}">
                    <a16:creationId xmlns:a16="http://schemas.microsoft.com/office/drawing/2014/main" id="{4AB555B8-2AA9-6340-C119-2EE0A97B4A8D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8" name="B21">
              <a:extLst>
                <a:ext uri="{FF2B5EF4-FFF2-40B4-BE49-F238E27FC236}">
                  <a16:creationId xmlns:a16="http://schemas.microsoft.com/office/drawing/2014/main" id="{74AF9AF3-C8B9-D059-4EFC-5FBE0A2A7F8C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24" name="Google Shape;241;p36">
                <a:extLst>
                  <a:ext uri="{FF2B5EF4-FFF2-40B4-BE49-F238E27FC236}">
                    <a16:creationId xmlns:a16="http://schemas.microsoft.com/office/drawing/2014/main" id="{6D82B6D3-6229-1B44-DE09-541B4DEA792E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25" name="Google Shape;242;p36">
                <a:extLst>
                  <a:ext uri="{FF2B5EF4-FFF2-40B4-BE49-F238E27FC236}">
                    <a16:creationId xmlns:a16="http://schemas.microsoft.com/office/drawing/2014/main" id="{551B3643-554B-1466-5A8E-D0EA82CEF05C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26" name="Google Shape;243;p36">
                <a:extLst>
                  <a:ext uri="{FF2B5EF4-FFF2-40B4-BE49-F238E27FC236}">
                    <a16:creationId xmlns:a16="http://schemas.microsoft.com/office/drawing/2014/main" id="{24D9460D-FE2D-E803-683A-B5CE1C59C388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27" name="Google Shape;244;p36">
                <a:extLst>
                  <a:ext uri="{FF2B5EF4-FFF2-40B4-BE49-F238E27FC236}">
                    <a16:creationId xmlns:a16="http://schemas.microsoft.com/office/drawing/2014/main" id="{3138FDDF-F358-75B9-750B-C284B6BA2DCF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9" name="B13">
              <a:extLst>
                <a:ext uri="{FF2B5EF4-FFF2-40B4-BE49-F238E27FC236}">
                  <a16:creationId xmlns:a16="http://schemas.microsoft.com/office/drawing/2014/main" id="{8CD2EC20-6B8C-2044-3A78-256044EDB5A1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20" name="Google Shape;246;p36">
                <a:extLst>
                  <a:ext uri="{FF2B5EF4-FFF2-40B4-BE49-F238E27FC236}">
                    <a16:creationId xmlns:a16="http://schemas.microsoft.com/office/drawing/2014/main" id="{FF835001-68CD-4771-56ED-1D33AA49AE80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1" name="Google Shape;247;p36">
                <a:extLst>
                  <a:ext uri="{FF2B5EF4-FFF2-40B4-BE49-F238E27FC236}">
                    <a16:creationId xmlns:a16="http://schemas.microsoft.com/office/drawing/2014/main" id="{E13E6E85-55AE-7508-C816-9E06554A5194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2" name="Google Shape;248;p36">
                <a:extLst>
                  <a:ext uri="{FF2B5EF4-FFF2-40B4-BE49-F238E27FC236}">
                    <a16:creationId xmlns:a16="http://schemas.microsoft.com/office/drawing/2014/main" id="{DE848E57-F2E8-9549-B322-4C3C9E4B86FE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3" name="Google Shape;249;p36">
                <a:extLst>
                  <a:ext uri="{FF2B5EF4-FFF2-40B4-BE49-F238E27FC236}">
                    <a16:creationId xmlns:a16="http://schemas.microsoft.com/office/drawing/2014/main" id="{85955076-83B6-ED86-1898-4ACB67BAD45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10" name="B12">
              <a:extLst>
                <a:ext uri="{FF2B5EF4-FFF2-40B4-BE49-F238E27FC236}">
                  <a16:creationId xmlns:a16="http://schemas.microsoft.com/office/drawing/2014/main" id="{51BF3096-5EAF-5A0E-1CA8-F391FE4B0C66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16" name="Google Shape;251;p36">
                <a:extLst>
                  <a:ext uri="{FF2B5EF4-FFF2-40B4-BE49-F238E27FC236}">
                    <a16:creationId xmlns:a16="http://schemas.microsoft.com/office/drawing/2014/main" id="{124EA52E-DDAB-F219-DC0A-73D590F1696A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7" name="Google Shape;252;p36">
                <a:extLst>
                  <a:ext uri="{FF2B5EF4-FFF2-40B4-BE49-F238E27FC236}">
                    <a16:creationId xmlns:a16="http://schemas.microsoft.com/office/drawing/2014/main" id="{68DE1409-6315-0FB9-91CB-2430AAF4397E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8" name="Google Shape;253;p36">
                <a:extLst>
                  <a:ext uri="{FF2B5EF4-FFF2-40B4-BE49-F238E27FC236}">
                    <a16:creationId xmlns:a16="http://schemas.microsoft.com/office/drawing/2014/main" id="{DC696B85-ADC5-983D-4F32-A59C3330F9F1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9" name="Google Shape;254;p36">
                <a:extLst>
                  <a:ext uri="{FF2B5EF4-FFF2-40B4-BE49-F238E27FC236}">
                    <a16:creationId xmlns:a16="http://schemas.microsoft.com/office/drawing/2014/main" id="{1E060282-9CBA-13C9-7CB4-CBE00A4E1276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11" name="B11">
              <a:extLst>
                <a:ext uri="{FF2B5EF4-FFF2-40B4-BE49-F238E27FC236}">
                  <a16:creationId xmlns:a16="http://schemas.microsoft.com/office/drawing/2014/main" id="{F322A7F6-5BAE-B686-5C78-B4E6C8BA7EBA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12" name="Google Shape;256;p36">
                <a:extLst>
                  <a:ext uri="{FF2B5EF4-FFF2-40B4-BE49-F238E27FC236}">
                    <a16:creationId xmlns:a16="http://schemas.microsoft.com/office/drawing/2014/main" id="{F213B064-57C2-80F5-ABF5-A5B43C640595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3" name="Google Shape;257;p36">
                <a:extLst>
                  <a:ext uri="{FF2B5EF4-FFF2-40B4-BE49-F238E27FC236}">
                    <a16:creationId xmlns:a16="http://schemas.microsoft.com/office/drawing/2014/main" id="{118A44A0-6D0D-3972-5525-70D47C55B047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4" name="Google Shape;258;p36">
                <a:extLst>
                  <a:ext uri="{FF2B5EF4-FFF2-40B4-BE49-F238E27FC236}">
                    <a16:creationId xmlns:a16="http://schemas.microsoft.com/office/drawing/2014/main" id="{51238528-2C01-DDE8-7E52-5C7200B10C89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5" name="Google Shape;259;p36">
                <a:extLst>
                  <a:ext uri="{FF2B5EF4-FFF2-40B4-BE49-F238E27FC236}">
                    <a16:creationId xmlns:a16="http://schemas.microsoft.com/office/drawing/2014/main" id="{810BA12F-8783-58FA-DBD6-B107A098FDA4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45" name="Vector">
            <a:extLst>
              <a:ext uri="{FF2B5EF4-FFF2-40B4-BE49-F238E27FC236}">
                <a16:creationId xmlns:a16="http://schemas.microsoft.com/office/drawing/2014/main" id="{34C0215C-9B52-3812-0D7E-07439EC14329}"/>
              </a:ext>
            </a:extLst>
          </p:cNvPr>
          <p:cNvGrpSpPr/>
          <p:nvPr/>
        </p:nvGrpSpPr>
        <p:grpSpPr>
          <a:xfrm>
            <a:off x="751238" y="3790063"/>
            <a:ext cx="1922623" cy="494665"/>
            <a:chOff x="2015135" y="3663853"/>
            <a:chExt cx="1922623" cy="494665"/>
          </a:xfrm>
        </p:grpSpPr>
        <p:sp>
          <p:nvSpPr>
            <p:cNvPr id="41" name="Google Shape;256;p36">
              <a:extLst>
                <a:ext uri="{FF2B5EF4-FFF2-40B4-BE49-F238E27FC236}">
                  <a16:creationId xmlns:a16="http://schemas.microsoft.com/office/drawing/2014/main" id="{8C0F0F8E-BE4B-7649-792A-839699B09728}"/>
                </a:ext>
              </a:extLst>
            </p:cNvPr>
            <p:cNvSpPr/>
            <p:nvPr/>
          </p:nvSpPr>
          <p:spPr>
            <a:xfrm>
              <a:off x="2015135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42" name="Google Shape;257;p36">
              <a:extLst>
                <a:ext uri="{FF2B5EF4-FFF2-40B4-BE49-F238E27FC236}">
                  <a16:creationId xmlns:a16="http://schemas.microsoft.com/office/drawing/2014/main" id="{7C6F29CA-4B40-B14E-6967-A3D05302801D}"/>
                </a:ext>
              </a:extLst>
            </p:cNvPr>
            <p:cNvSpPr/>
            <p:nvPr/>
          </p:nvSpPr>
          <p:spPr>
            <a:xfrm>
              <a:off x="247553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3" name="Google Shape;258;p36">
              <a:extLst>
                <a:ext uri="{FF2B5EF4-FFF2-40B4-BE49-F238E27FC236}">
                  <a16:creationId xmlns:a16="http://schemas.microsoft.com/office/drawing/2014/main" id="{3A435624-7649-D79C-DF21-028955F67066}"/>
                </a:ext>
              </a:extLst>
            </p:cNvPr>
            <p:cNvSpPr/>
            <p:nvPr/>
          </p:nvSpPr>
          <p:spPr>
            <a:xfrm>
              <a:off x="294678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4" name="Google Shape;259;p36">
              <a:extLst>
                <a:ext uri="{FF2B5EF4-FFF2-40B4-BE49-F238E27FC236}">
                  <a16:creationId xmlns:a16="http://schemas.microsoft.com/office/drawing/2014/main" id="{E6FE9EF4-8FFA-422A-860D-E45EB88700BF}"/>
                </a:ext>
              </a:extLst>
            </p:cNvPr>
            <p:cNvSpPr/>
            <p:nvPr/>
          </p:nvSpPr>
          <p:spPr>
            <a:xfrm>
              <a:off x="3443122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A02C738-23E2-DA8D-D9B5-FFDB70911A90}"/>
              </a:ext>
            </a:extLst>
          </p:cNvPr>
          <p:cNvSpPr txBox="1">
            <a:spLocks/>
          </p:cNvSpPr>
          <p:nvPr/>
        </p:nvSpPr>
        <p:spPr>
          <a:xfrm>
            <a:off x="367922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1 tensor (vector)</a:t>
            </a:r>
          </a:p>
          <a:p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BB0BEFB-DC1F-A656-023B-2B3F2BD2A1B4}"/>
              </a:ext>
            </a:extLst>
          </p:cNvPr>
          <p:cNvSpPr txBox="1">
            <a:spLocks/>
          </p:cNvSpPr>
          <p:nvPr/>
        </p:nvSpPr>
        <p:spPr>
          <a:xfrm>
            <a:off x="3233649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2 tensor (matrix)</a:t>
            </a:r>
          </a:p>
          <a:p>
            <a:endParaRPr lang="en-US" dirty="0"/>
          </a:p>
        </p:txBody>
      </p:sp>
      <p:grpSp>
        <p:nvGrpSpPr>
          <p:cNvPr id="56" name="Matrix">
            <a:extLst>
              <a:ext uri="{FF2B5EF4-FFF2-40B4-BE49-F238E27FC236}">
                <a16:creationId xmlns:a16="http://schemas.microsoft.com/office/drawing/2014/main" id="{88F55EFF-43AE-14F7-1EF9-5FE6E2C2C321}"/>
              </a:ext>
            </a:extLst>
          </p:cNvPr>
          <p:cNvGrpSpPr/>
          <p:nvPr/>
        </p:nvGrpSpPr>
        <p:grpSpPr>
          <a:xfrm>
            <a:off x="3421824" y="3603292"/>
            <a:ext cx="1926475" cy="928769"/>
            <a:chOff x="3421824" y="3603292"/>
            <a:chExt cx="1926475" cy="928769"/>
          </a:xfrm>
        </p:grpSpPr>
        <p:sp>
          <p:nvSpPr>
            <p:cNvPr id="48" name="Google Shape;241;p36">
              <a:extLst>
                <a:ext uri="{FF2B5EF4-FFF2-40B4-BE49-F238E27FC236}">
                  <a16:creationId xmlns:a16="http://schemas.microsoft.com/office/drawing/2014/main" id="{07EC708E-8E73-BB44-5357-0BAE8FF2BD71}"/>
                </a:ext>
              </a:extLst>
            </p:cNvPr>
            <p:cNvSpPr/>
            <p:nvPr/>
          </p:nvSpPr>
          <p:spPr>
            <a:xfrm>
              <a:off x="3421824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49" name="Google Shape;242;p36">
              <a:extLst>
                <a:ext uri="{FF2B5EF4-FFF2-40B4-BE49-F238E27FC236}">
                  <a16:creationId xmlns:a16="http://schemas.microsoft.com/office/drawing/2014/main" id="{F0E1AD76-D864-BAFF-4D46-7B3866F41904}"/>
                </a:ext>
              </a:extLst>
            </p:cNvPr>
            <p:cNvSpPr/>
            <p:nvPr/>
          </p:nvSpPr>
          <p:spPr>
            <a:xfrm>
              <a:off x="388222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50" name="Google Shape;243;p36">
              <a:extLst>
                <a:ext uri="{FF2B5EF4-FFF2-40B4-BE49-F238E27FC236}">
                  <a16:creationId xmlns:a16="http://schemas.microsoft.com/office/drawing/2014/main" id="{A8A35A9B-AA02-3E72-C253-14C300D6BDF2}"/>
                </a:ext>
              </a:extLst>
            </p:cNvPr>
            <p:cNvSpPr/>
            <p:nvPr/>
          </p:nvSpPr>
          <p:spPr>
            <a:xfrm>
              <a:off x="435347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51" name="Google Shape;244;p36">
              <a:extLst>
                <a:ext uri="{FF2B5EF4-FFF2-40B4-BE49-F238E27FC236}">
                  <a16:creationId xmlns:a16="http://schemas.microsoft.com/office/drawing/2014/main" id="{07D4926A-60DB-29E7-62EC-261351AF31E3}"/>
                </a:ext>
              </a:extLst>
            </p:cNvPr>
            <p:cNvSpPr/>
            <p:nvPr/>
          </p:nvSpPr>
          <p:spPr>
            <a:xfrm>
              <a:off x="4849811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  <p:sp>
          <p:nvSpPr>
            <p:cNvPr id="52" name="Google Shape;256;p36">
              <a:extLst>
                <a:ext uri="{FF2B5EF4-FFF2-40B4-BE49-F238E27FC236}">
                  <a16:creationId xmlns:a16="http://schemas.microsoft.com/office/drawing/2014/main" id="{9B38D970-766D-5755-3512-651ACF6D9F14}"/>
                </a:ext>
              </a:extLst>
            </p:cNvPr>
            <p:cNvSpPr/>
            <p:nvPr/>
          </p:nvSpPr>
          <p:spPr>
            <a:xfrm>
              <a:off x="3425676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53" name="Google Shape;257;p36">
              <a:extLst>
                <a:ext uri="{FF2B5EF4-FFF2-40B4-BE49-F238E27FC236}">
                  <a16:creationId xmlns:a16="http://schemas.microsoft.com/office/drawing/2014/main" id="{ECA33577-091E-C2C4-7D00-6F6150A487B5}"/>
                </a:ext>
              </a:extLst>
            </p:cNvPr>
            <p:cNvSpPr/>
            <p:nvPr/>
          </p:nvSpPr>
          <p:spPr>
            <a:xfrm>
              <a:off x="388607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4" name="Google Shape;258;p36">
              <a:extLst>
                <a:ext uri="{FF2B5EF4-FFF2-40B4-BE49-F238E27FC236}">
                  <a16:creationId xmlns:a16="http://schemas.microsoft.com/office/drawing/2014/main" id="{B6BCA865-0A45-B75A-F05B-299EDB49D2CE}"/>
                </a:ext>
              </a:extLst>
            </p:cNvPr>
            <p:cNvSpPr/>
            <p:nvPr/>
          </p:nvSpPr>
          <p:spPr>
            <a:xfrm>
              <a:off x="435732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5" name="Google Shape;259;p36">
              <a:extLst>
                <a:ext uri="{FF2B5EF4-FFF2-40B4-BE49-F238E27FC236}">
                  <a16:creationId xmlns:a16="http://schemas.microsoft.com/office/drawing/2014/main" id="{790D91E0-1102-2799-1F43-8BB52B427CD8}"/>
                </a:ext>
              </a:extLst>
            </p:cNvPr>
            <p:cNvSpPr/>
            <p:nvPr/>
          </p:nvSpPr>
          <p:spPr>
            <a:xfrm>
              <a:off x="4853663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2477809-A70A-3387-A38D-0D28AB3AA5BC}"/>
              </a:ext>
            </a:extLst>
          </p:cNvPr>
          <p:cNvSpPr txBox="1">
            <a:spLocks/>
          </p:cNvSpPr>
          <p:nvPr/>
        </p:nvSpPr>
        <p:spPr>
          <a:xfrm>
            <a:off x="6421586" y="2693520"/>
            <a:ext cx="1940726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3 tensor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92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/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/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/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/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/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grpSp>
        <p:nvGrpSpPr>
          <p:cNvPr id="255" name="B11"/>
          <p:cNvGrpSpPr/>
          <p:nvPr/>
        </p:nvGrpSpPr>
        <p:grpSpPr>
          <a:xfrm>
            <a:off x="871115" y="3554277"/>
            <a:ext cx="1922623" cy="494665"/>
            <a:chOff x="5233523" y="3652439"/>
            <a:chExt cx="1135765" cy="292200"/>
          </a:xfrm>
          <a:solidFill>
            <a:srgbClr val="00B0F0"/>
          </a:solidFill>
        </p:grpSpPr>
        <p:sp>
          <p:nvSpPr>
            <p:cNvPr id="256" name="Google Shape;256;p36"/>
            <p:cNvSpPr/>
            <p:nvPr/>
          </p:nvSpPr>
          <p:spPr>
            <a:xfrm>
              <a:off x="523352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50549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78388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607708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/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/>
        </p:nvSpPr>
        <p:spPr>
          <a:xfrm>
            <a:off x="544717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/>
        </p:nvSpPr>
        <p:spPr>
          <a:xfrm>
            <a:off x="5453459" y="3124593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/>
        </p:nvSpPr>
        <p:spPr>
          <a:xfrm>
            <a:off x="5459739" y="3095306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/>
        </p:nvSpPr>
        <p:spPr>
          <a:xfrm>
            <a:off x="5455674" y="3122097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/>
          </a:p>
        </p:txBody>
      </p:sp>
      <p:grpSp>
        <p:nvGrpSpPr>
          <p:cNvPr id="273" name="R"/>
          <p:cNvGrpSpPr/>
          <p:nvPr/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  <p:grpSp>
        <p:nvGrpSpPr>
          <p:cNvPr id="372" name="B">
            <a:extLst>
              <a:ext uri="{FF2B5EF4-FFF2-40B4-BE49-F238E27FC236}">
                <a16:creationId xmlns:a16="http://schemas.microsoft.com/office/drawing/2014/main" id="{9ED93B95-2A22-1666-A4E5-5DDF4089F4B0}"/>
              </a:ext>
            </a:extLst>
          </p:cNvPr>
          <p:cNvGrpSpPr/>
          <p:nvPr/>
        </p:nvGrpSpPr>
        <p:grpSpPr>
          <a:xfrm>
            <a:off x="861372" y="3201092"/>
            <a:ext cx="2285375" cy="1281954"/>
            <a:chOff x="1698839" y="1436484"/>
            <a:chExt cx="2285375" cy="1281954"/>
          </a:xfrm>
        </p:grpSpPr>
        <p:grpSp>
          <p:nvGrpSpPr>
            <p:cNvPr id="342" name="B23">
              <a:extLst>
                <a:ext uri="{FF2B5EF4-FFF2-40B4-BE49-F238E27FC236}">
                  <a16:creationId xmlns:a16="http://schemas.microsoft.com/office/drawing/2014/main" id="{E35F58A0-4CAE-C609-C4BA-B5505C09699A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43" name="Google Shape;231;p36">
                <a:extLst>
                  <a:ext uri="{FF2B5EF4-FFF2-40B4-BE49-F238E27FC236}">
                    <a16:creationId xmlns:a16="http://schemas.microsoft.com/office/drawing/2014/main" id="{B0983D9D-2F62-6313-6EE5-3D83D21AB171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44" name="Google Shape;232;p36">
                <a:extLst>
                  <a:ext uri="{FF2B5EF4-FFF2-40B4-BE49-F238E27FC236}">
                    <a16:creationId xmlns:a16="http://schemas.microsoft.com/office/drawing/2014/main" id="{76ED0F81-8B17-5CC0-2CA3-46E92CC59368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5" name="Google Shape;233;p36">
                <a:extLst>
                  <a:ext uri="{FF2B5EF4-FFF2-40B4-BE49-F238E27FC236}">
                    <a16:creationId xmlns:a16="http://schemas.microsoft.com/office/drawing/2014/main" id="{5F6670BB-BB90-5A8B-9A37-7E3B52EAD900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46" name="Google Shape;234;p36">
                <a:extLst>
                  <a:ext uri="{FF2B5EF4-FFF2-40B4-BE49-F238E27FC236}">
                    <a16:creationId xmlns:a16="http://schemas.microsoft.com/office/drawing/2014/main" id="{91CD21E1-6790-579C-A204-BC74ADF10FB9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347" name="B22">
              <a:extLst>
                <a:ext uri="{FF2B5EF4-FFF2-40B4-BE49-F238E27FC236}">
                  <a16:creationId xmlns:a16="http://schemas.microsoft.com/office/drawing/2014/main" id="{224DEEC0-1821-42D1-39FC-D03F928C3FFC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348" name="Google Shape;236;p36">
                <a:extLst>
                  <a:ext uri="{FF2B5EF4-FFF2-40B4-BE49-F238E27FC236}">
                    <a16:creationId xmlns:a16="http://schemas.microsoft.com/office/drawing/2014/main" id="{269C4849-07D2-01BE-8859-A67AE1F8539C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349" name="Google Shape;237;p36">
                <a:extLst>
                  <a:ext uri="{FF2B5EF4-FFF2-40B4-BE49-F238E27FC236}">
                    <a16:creationId xmlns:a16="http://schemas.microsoft.com/office/drawing/2014/main" id="{B1877F1E-B8BF-AE79-4CAA-96854B81BB7E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50" name="Google Shape;238;p36">
                <a:extLst>
                  <a:ext uri="{FF2B5EF4-FFF2-40B4-BE49-F238E27FC236}">
                    <a16:creationId xmlns:a16="http://schemas.microsoft.com/office/drawing/2014/main" id="{17749859-CDD7-41E9-8585-FC5E12B597C1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51" name="Google Shape;239;p36">
                <a:extLst>
                  <a:ext uri="{FF2B5EF4-FFF2-40B4-BE49-F238E27FC236}">
                    <a16:creationId xmlns:a16="http://schemas.microsoft.com/office/drawing/2014/main" id="{6FDBEE66-CF5C-BCCC-390C-80759EDE4C35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352" name="B21">
              <a:extLst>
                <a:ext uri="{FF2B5EF4-FFF2-40B4-BE49-F238E27FC236}">
                  <a16:creationId xmlns:a16="http://schemas.microsoft.com/office/drawing/2014/main" id="{61A18F6F-998B-840E-44E0-1CF0AF58E087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353" name="Google Shape;241;p36">
                <a:extLst>
                  <a:ext uri="{FF2B5EF4-FFF2-40B4-BE49-F238E27FC236}">
                    <a16:creationId xmlns:a16="http://schemas.microsoft.com/office/drawing/2014/main" id="{9F82676D-27AA-524A-A2D9-4666FA929FC5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354" name="Google Shape;242;p36">
                <a:extLst>
                  <a:ext uri="{FF2B5EF4-FFF2-40B4-BE49-F238E27FC236}">
                    <a16:creationId xmlns:a16="http://schemas.microsoft.com/office/drawing/2014/main" id="{F2DC7DFC-2D7F-14EF-3D7F-09831196A859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355" name="Google Shape;243;p36">
                <a:extLst>
                  <a:ext uri="{FF2B5EF4-FFF2-40B4-BE49-F238E27FC236}">
                    <a16:creationId xmlns:a16="http://schemas.microsoft.com/office/drawing/2014/main" id="{BBEE3040-D651-832A-48CB-3E0B476D3D47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356" name="Google Shape;244;p36">
                <a:extLst>
                  <a:ext uri="{FF2B5EF4-FFF2-40B4-BE49-F238E27FC236}">
                    <a16:creationId xmlns:a16="http://schemas.microsoft.com/office/drawing/2014/main" id="{F3EACCC6-BC53-34B6-D63C-C78816B9F746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357" name="B13">
              <a:extLst>
                <a:ext uri="{FF2B5EF4-FFF2-40B4-BE49-F238E27FC236}">
                  <a16:creationId xmlns:a16="http://schemas.microsoft.com/office/drawing/2014/main" id="{A2C50FBE-1217-3464-9400-51118BC70EA6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358" name="Google Shape;246;p36">
                <a:extLst>
                  <a:ext uri="{FF2B5EF4-FFF2-40B4-BE49-F238E27FC236}">
                    <a16:creationId xmlns:a16="http://schemas.microsoft.com/office/drawing/2014/main" id="{CE422C93-A6DF-4B3B-4C50-86162B855546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59" name="Google Shape;247;p36">
                <a:extLst>
                  <a:ext uri="{FF2B5EF4-FFF2-40B4-BE49-F238E27FC236}">
                    <a16:creationId xmlns:a16="http://schemas.microsoft.com/office/drawing/2014/main" id="{BF09153C-79CB-74CB-D009-08823BF89D3D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0" name="Google Shape;248;p36">
                <a:extLst>
                  <a:ext uri="{FF2B5EF4-FFF2-40B4-BE49-F238E27FC236}">
                    <a16:creationId xmlns:a16="http://schemas.microsoft.com/office/drawing/2014/main" id="{CD53528E-C1F9-FEFA-3ACD-9A5334CA9171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1" name="Google Shape;249;p36">
                <a:extLst>
                  <a:ext uri="{FF2B5EF4-FFF2-40B4-BE49-F238E27FC236}">
                    <a16:creationId xmlns:a16="http://schemas.microsoft.com/office/drawing/2014/main" id="{4930D694-6688-FF7E-6597-C15E617D707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362" name="B12">
              <a:extLst>
                <a:ext uri="{FF2B5EF4-FFF2-40B4-BE49-F238E27FC236}">
                  <a16:creationId xmlns:a16="http://schemas.microsoft.com/office/drawing/2014/main" id="{09160C53-CDA3-8484-F655-6E7FE2788AC8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363" name="Google Shape;251;p36">
                <a:extLst>
                  <a:ext uri="{FF2B5EF4-FFF2-40B4-BE49-F238E27FC236}">
                    <a16:creationId xmlns:a16="http://schemas.microsoft.com/office/drawing/2014/main" id="{05DCF5CB-9CDB-7448-FFD6-B8E649B248E0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4" name="Google Shape;252;p36">
                <a:extLst>
                  <a:ext uri="{FF2B5EF4-FFF2-40B4-BE49-F238E27FC236}">
                    <a16:creationId xmlns:a16="http://schemas.microsoft.com/office/drawing/2014/main" id="{0DC07FCB-0B04-74D8-6F42-8E0779F66547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5" name="Google Shape;253;p36">
                <a:extLst>
                  <a:ext uri="{FF2B5EF4-FFF2-40B4-BE49-F238E27FC236}">
                    <a16:creationId xmlns:a16="http://schemas.microsoft.com/office/drawing/2014/main" id="{61B47399-0ABD-A857-359A-42B9DBA79AD2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6" name="Google Shape;254;p36">
                <a:extLst>
                  <a:ext uri="{FF2B5EF4-FFF2-40B4-BE49-F238E27FC236}">
                    <a16:creationId xmlns:a16="http://schemas.microsoft.com/office/drawing/2014/main" id="{C3971B3A-A0FE-A630-F07E-EF7FE3D9B795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367" name="B11">
              <a:extLst>
                <a:ext uri="{FF2B5EF4-FFF2-40B4-BE49-F238E27FC236}">
                  <a16:creationId xmlns:a16="http://schemas.microsoft.com/office/drawing/2014/main" id="{938EB166-D348-2021-25F2-A3A9D2F93B13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368" name="Google Shape;256;p36">
                <a:extLst>
                  <a:ext uri="{FF2B5EF4-FFF2-40B4-BE49-F238E27FC236}">
                    <a16:creationId xmlns:a16="http://schemas.microsoft.com/office/drawing/2014/main" id="{8237FB02-3070-409A-4AA8-81C21F1EBC03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9" name="Google Shape;257;p36">
                <a:extLst>
                  <a:ext uri="{FF2B5EF4-FFF2-40B4-BE49-F238E27FC236}">
                    <a16:creationId xmlns:a16="http://schemas.microsoft.com/office/drawing/2014/main" id="{33958F51-BE9D-6445-DE50-D663810804E9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0" name="Google Shape;258;p36">
                <a:extLst>
                  <a:ext uri="{FF2B5EF4-FFF2-40B4-BE49-F238E27FC236}">
                    <a16:creationId xmlns:a16="http://schemas.microsoft.com/office/drawing/2014/main" id="{7B6B8248-E37D-4C83-B943-659BCD2E1F2A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1" name="Google Shape;259;p36">
                <a:extLst>
                  <a:ext uri="{FF2B5EF4-FFF2-40B4-BE49-F238E27FC236}">
                    <a16:creationId xmlns:a16="http://schemas.microsoft.com/office/drawing/2014/main" id="{A50C1C26-B8C4-2E0B-072A-091A407F30E8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383" name="VectorSpaces">
            <a:extLst>
              <a:ext uri="{FF2B5EF4-FFF2-40B4-BE49-F238E27FC236}">
                <a16:creationId xmlns:a16="http://schemas.microsoft.com/office/drawing/2014/main" id="{531C37E1-0517-938D-FDF6-7C5057260B3D}"/>
              </a:ext>
            </a:extLst>
          </p:cNvPr>
          <p:cNvGrpSpPr/>
          <p:nvPr/>
        </p:nvGrpSpPr>
        <p:grpSpPr>
          <a:xfrm>
            <a:off x="921116" y="1995617"/>
            <a:ext cx="7318915" cy="1158341"/>
            <a:chOff x="921116" y="1995617"/>
            <a:chExt cx="7318915" cy="1158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/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/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/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/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/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/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96 -0.0799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-40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7284E-6 L 0.14983 0.082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4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7284E-6 L 0.27969 -0.0441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-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-1.35802E-6 L 0.17188 0.04938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24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0.2533 -0.0111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0037 L 0.19375 0.0123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20988E-6 L 0.29253 -0.1663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18" y="-833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37 L 0.15434 0.16358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7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6914E-6 L 0.27656 -0.13025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19" y="-6512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-0.0037 L 0.17239 0.12994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5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2533 -0.0963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-4815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0123 L 0.19288 0.09506 " pathEditMode="relative" rAng="0" ptsTypes="AA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4815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32099E-6 L -0.08438 0.31574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15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0" grpId="0" animBg="1"/>
      <p:bldP spid="10" grpId="1" animBg="1"/>
      <p:bldP spid="9" grpId="0" animBg="1"/>
      <p:bldP spid="9" grpId="1" animBg="1"/>
      <p:bldP spid="8" grpId="0" animBg="1"/>
      <p:bldP spid="8" grpId="1" animBg="1"/>
      <p:bldP spid="2" grpId="0" animBg="1"/>
      <p:bldP spid="2" grpId="1" animBg="1"/>
      <p:bldP spid="272" grpId="0" animBg="1"/>
      <p:bldP spid="27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/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/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/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/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/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/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/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/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/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/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3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/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/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4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189B18-7658-2D6E-DF43-437756752483}"/>
              </a:ext>
            </a:extLst>
          </p:cNvPr>
          <p:cNvSpPr txBox="1"/>
          <p:nvPr/>
        </p:nvSpPr>
        <p:spPr>
          <a:xfrm>
            <a:off x="4913590" y="3760482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/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blipFill>
                <a:blip r:embed="rId6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80B097-446F-AF66-3CE6-3DC6759A918D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H="1" flipV="1">
            <a:off x="5245572" y="3250003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/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allAtOnce"/>
      <p:bldP spid="14" grpId="1" build="allAtOnce"/>
      <p:bldP spid="15" grpId="0"/>
      <p:bldP spid="16" grpId="0"/>
      <p:bldP spid="18" grpId="0"/>
      <p:bldP spid="19" grpId="0"/>
      <p:bldP spid="20" grpId="0" build="p"/>
      <p:bldP spid="20" grpId="1" build="p"/>
      <p:bldP spid="21" grpId="0" build="p"/>
      <p:bldP spid="22" grpId="0"/>
      <p:bldP spid="23" grpId="0"/>
      <p:bldP spid="25" grpId="0"/>
      <p:bldP spid="29" grpId="0"/>
      <p:bldP spid="30" grpId="0"/>
      <p:bldP spid="37" grpId="0"/>
      <p:bldP spid="38" grpId="0"/>
      <p:bldP spid="39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/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2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/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3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5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/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/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/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blipFill>
                <a:blip r:embed="rId7"/>
                <a:stretch>
                  <a:fillRect t="-27160" r="-1429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/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74D8931-F860-3720-82AE-38E0C9F0A281}"/>
              </a:ext>
            </a:extLst>
          </p:cNvPr>
          <p:cNvSpPr txBox="1"/>
          <p:nvPr/>
        </p:nvSpPr>
        <p:spPr>
          <a:xfrm>
            <a:off x="6816282" y="1435045"/>
            <a:ext cx="579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94B318-9576-1030-B394-4B918C68A9E6}"/>
              </a:ext>
            </a:extLst>
          </p:cNvPr>
          <p:cNvCxnSpPr>
            <a:stCxn id="29" idx="0"/>
            <a:endCxn id="30" idx="2"/>
          </p:cNvCxnSpPr>
          <p:nvPr/>
        </p:nvCxnSpPr>
        <p:spPr>
          <a:xfrm flipH="1" flipV="1">
            <a:off x="7073727" y="3204276"/>
            <a:ext cx="1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7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/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2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6FD6B1-86D4-ED08-50FF-DBDDAF204692}"/>
              </a:ext>
            </a:extLst>
          </p:cNvPr>
          <p:cNvSpPr txBox="1"/>
          <p:nvPr/>
        </p:nvSpPr>
        <p:spPr>
          <a:xfrm>
            <a:off x="4927765" y="3060064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FEC139-3518-6046-310B-8316F66D0C5C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flipH="1" flipV="1">
            <a:off x="3063003" y="2282321"/>
            <a:ext cx="2606311" cy="7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7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480B-3551-3410-77C6-55C84063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DA81-8A28-4C10-5AE4-D88D09FD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D4622-2FC9-7F65-E307-E9F3E830F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/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merge</m:t>
                          </m:r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move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4000" b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98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5"/>
          <p:cNvGraphicFramePr/>
          <p:nvPr>
            <p:extLst>
              <p:ext uri="{D42A27DB-BD31-4B8C-83A1-F6EECF244321}">
                <p14:modId xmlns:p14="http://schemas.microsoft.com/office/powerpoint/2010/main" val="165831392"/>
              </p:ext>
            </p:extLst>
          </p:nvPr>
        </p:nvGraphicFramePr>
        <p:xfrm>
          <a:off x="1994162" y="1141667"/>
          <a:ext cx="5155675" cy="37183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9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Lexical Item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Space of Tensor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𝗩⨂𝗗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𝗨⨂𝗗⨂𝗩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𝗧⨂𝗨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𝗖⨂𝗧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C965-04BF-B4C2-C472-7FC51AC2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14034-B571-06B3-C7F1-871EEBE1E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E8573-9964-89C1-CDFB-FB7B98D1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345" y="1459153"/>
            <a:ext cx="3238952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85150-AE2D-9274-B6AA-D31ABDBB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8" y="1459153"/>
            <a:ext cx="343255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E40E-23EB-E2E6-B7B9-7FE62B9A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93CC-A6E4-5980-D934-11ED344E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2632F-60A2-1061-C16D-38B4D081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81457"/>
            <a:ext cx="3750374" cy="328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07ADF-191E-E3D7-F0CE-683FC20A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30" y="1281457"/>
            <a:ext cx="4473170" cy="32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55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D470-C079-3EA6-0CEF-08EC5409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95C27-CDBC-9C41-DEBF-B58EDA8A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11AA1-A9E4-75DF-920F-3AF65DC85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80" y="1206286"/>
            <a:ext cx="4315078" cy="3456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F0AC0-6F8F-7C8E-F264-1555A6E3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1206286"/>
            <a:ext cx="3713117" cy="32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5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0F5-7454-0261-AAF3-5ED17DB9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08F-3898-3D02-0C8E-C15B331A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13CA4-96D0-1ABC-0E3A-F7FD427AD6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1538C-D2F3-EF01-3FBC-745F1693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" y="1125772"/>
            <a:ext cx="4290149" cy="3674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E4CF1-245D-0F84-9C53-300DE3E1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1125772"/>
            <a:ext cx="4492027" cy="367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23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9F23-A6C4-7DA6-2E2F-8CF1ADAA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4F0B-4D91-E9F7-8131-1763B2A0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83EB6-50EF-3AB3-BB9D-1E84999A0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D0C9C-B99A-01C3-BC37-0181E33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93" y="1017725"/>
            <a:ext cx="3514328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4EC57-8BEC-554E-16F9-F6091230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81" y="1017725"/>
            <a:ext cx="3558163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16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ED76-973E-E620-5993-0827BA48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F0C6-F54B-5F1A-31FB-EDB6407D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415C7-F711-EFA5-FB3D-6DA601C8D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0455D-DAC5-F39E-9D44-6DADD1B1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04" y="1287283"/>
            <a:ext cx="3101371" cy="3265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D3509-8476-0BD2-B878-68D9DE83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527" y="1290847"/>
            <a:ext cx="3370386" cy="32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23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C346-7182-C021-F4D0-447CA91C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3008-DA88-71F8-4165-2398D6D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8FDD4-3FD3-6933-41C0-C35BE0384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6C881-DF1E-FC52-48A0-922FC89C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39" y="1017726"/>
            <a:ext cx="3078995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3909A-AAA6-AFA5-0E45-7326C740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767" y="1017725"/>
            <a:ext cx="3363089" cy="36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74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800"/>
              <a:buChar char="●"/>
            </a:pPr>
            <a:r>
              <a:rPr lang="en" dirty="0"/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17A8F-2064-BA12-EFF9-CD3DDAA804F2}"/>
              </a:ext>
            </a:extLst>
          </p:cNvPr>
          <p:cNvSpPr txBox="1"/>
          <p:nvPr/>
        </p:nvSpPr>
        <p:spPr>
          <a:xfrm>
            <a:off x="311700" y="3879182"/>
            <a:ext cx="852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Overall, this is a step towards unifying connectionist and symbolic approaches to linguistic representations.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" grpId="0" uiExpand="1" build="p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>
            <a:spLocks noGrp="1"/>
          </p:cNvSpPr>
          <p:nvPr>
            <p:ph type="title"/>
          </p:nvPr>
        </p:nvSpPr>
        <p:spPr>
          <a:xfrm>
            <a:off x="311700" y="475824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very much!</a:t>
            </a:r>
            <a:endParaRPr dirty="0"/>
          </a:p>
        </p:txBody>
      </p:sp>
      <p:sp>
        <p:nvSpPr>
          <p:cNvPr id="471" name="Google Shape;471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4CFDA-9BD2-3D0F-0C2B-684C6A6D6077}"/>
              </a:ext>
            </a:extLst>
          </p:cNvPr>
          <p:cNvSpPr txBox="1"/>
          <p:nvPr/>
        </p:nvSpPr>
        <p:spPr>
          <a:xfrm>
            <a:off x="6311050" y="1563210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Slides: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5E1AC-C6A5-5963-620B-C027182CE5B9}"/>
              </a:ext>
            </a:extLst>
          </p:cNvPr>
          <p:cNvSpPr txBox="1"/>
          <p:nvPr/>
        </p:nvSpPr>
        <p:spPr>
          <a:xfrm>
            <a:off x="5531076" y="4095556"/>
            <a:ext cx="266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accent1"/>
                </a:solidFill>
                <a:hlinkClick r:id="rId3"/>
              </a:rPr>
              <a:t>https://github.com/JPJ280/jpj280.github.io/tree/master/publications/SCIL_2026_MG_Tensors/slides</a:t>
            </a:r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F67C1-ECC6-D7F1-9590-CE75862F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23" y="1960108"/>
            <a:ext cx="2135449" cy="2135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AB3748-C45E-1C61-2270-70386F7B2A66}"/>
              </a:ext>
            </a:extLst>
          </p:cNvPr>
          <p:cNvSpPr txBox="1"/>
          <p:nvPr/>
        </p:nvSpPr>
        <p:spPr>
          <a:xfrm>
            <a:off x="1740984" y="1563210"/>
            <a:ext cx="1091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Paper: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E59-238A-475E-B864-941585B6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C14C-422D-8582-8A03-6370E752A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546001"/>
          </a:xfrm>
        </p:spPr>
        <p:txBody>
          <a:bodyPr>
            <a:normAutofit fontScale="92500" lnSpcReduction="10000"/>
          </a:bodyPr>
          <a:lstStyle/>
          <a:p>
            <a:r>
              <a:rPr lang="en-US" sz="1200" dirty="0"/>
              <a:t>Peter </a:t>
            </a:r>
            <a:r>
              <a:rPr lang="en-US" sz="1200" dirty="0" err="1"/>
              <a:t>beim</a:t>
            </a:r>
            <a:r>
              <a:rPr lang="en-US" sz="1200" dirty="0"/>
              <a:t> Graben and Sabrina Gerth. 2012. Geometric representations for minimalist grammars. Journal of logic, language, and information, 21(4):393–432.</a:t>
            </a:r>
          </a:p>
          <a:p>
            <a:r>
              <a:rPr lang="en-US" sz="1200" dirty="0"/>
              <a:t>Bob Coecke, Mehrnoosh </a:t>
            </a:r>
            <a:r>
              <a:rPr lang="en-US" sz="1200" dirty="0" err="1"/>
              <a:t>Sadrzadeh</a:t>
            </a:r>
            <a:r>
              <a:rPr lang="en-US" sz="1200" dirty="0"/>
              <a:t>, and Stephen Clark. 2010. Mathematical foundations for a compositional distributional model of meaning. Linguistic Analysis, 36:345–384.</a:t>
            </a:r>
          </a:p>
          <a:p>
            <a:r>
              <a:rPr lang="en-US" sz="1200" dirty="0"/>
              <a:t>Aniello De Santo. 2020. Structure and memory: A computational model of storage, gradience, and priming. Ph.D. thesis, State University of New York at Stony Brook.</a:t>
            </a:r>
          </a:p>
          <a:p>
            <a:r>
              <a:rPr lang="en-US" sz="1200" dirty="0"/>
              <a:t>Aniello De Santo. 2025. Capturing online SRC/ORC effort with memory measures from a minimalist parser. In Proceedings of the Workshop on Cognitive Modeling and Computational Linguistics, pages 24–35, Albuquerque, New Mexico, USA. Association for Computational Linguistics.</a:t>
            </a:r>
          </a:p>
          <a:p>
            <a:r>
              <a:rPr lang="en-US" sz="1200" dirty="0"/>
              <a:t>Gregory M. </a:t>
            </a:r>
            <a:r>
              <a:rPr lang="en-US" sz="1200" dirty="0" err="1"/>
              <a:t>Kobele</a:t>
            </a:r>
            <a:r>
              <a:rPr lang="en-US" sz="1200" dirty="0"/>
              <a:t>, Sabrina Gerth, and John Hale. 2012. Memory resource allocation in top-down minimalist parsing. In Formal Grammar - 17th and 18th International Conferences, FG 2012, Opole, Poland, August 2012, Revised Selected Papers, FG 2013, Düsseldorf, Germany, August 2013. Proceedings, Lecture Notes in Computer Science, pages 32–51. Springer.</a:t>
            </a:r>
          </a:p>
          <a:p>
            <a:r>
              <a:rPr lang="en-US" sz="1200" dirty="0"/>
              <a:t>Jean Maillard, Stephen Clark, and Edward </a:t>
            </a:r>
            <a:r>
              <a:rPr lang="en-US" sz="1200" dirty="0" err="1"/>
              <a:t>Grefenstette</a:t>
            </a:r>
            <a:r>
              <a:rPr lang="en-US" sz="1200" dirty="0"/>
              <a:t>. 2014. A type-driven tensor-based semantics for CCG. In Proceedings of the EACL 2014 Workshop on Type Theory and Natural Language Semantics (TTNLS), pages 46–54, Gothenburg, Sweden. Association for Computational Linguistics.</a:t>
            </a:r>
          </a:p>
          <a:p>
            <a:r>
              <a:rPr lang="en-US" sz="1200" dirty="0"/>
              <a:t>Mark Steedman. 2001. The syntactic process. MIT press.</a:t>
            </a:r>
          </a:p>
          <a:p>
            <a:r>
              <a:rPr lang="en-US" sz="1200" dirty="0"/>
              <a:t>Mark Steedman and Jason Baldridge. 2011. Combinatory categorial grammar. In Robert D. </a:t>
            </a:r>
            <a:r>
              <a:rPr lang="en-US" sz="1200" dirty="0" err="1"/>
              <a:t>Borsley</a:t>
            </a:r>
            <a:r>
              <a:rPr lang="en-US" sz="1200" dirty="0"/>
              <a:t> and Kersti </a:t>
            </a:r>
            <a:r>
              <a:rPr lang="en-US" sz="1200" dirty="0" err="1"/>
              <a:t>Börjars</a:t>
            </a:r>
            <a:r>
              <a:rPr lang="en-US" sz="1200" dirty="0"/>
              <a:t>, editors, Non-Transformational Syntax, chapter 5, pages 181–224. John Wiley &amp; Sons, Ltd.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0F11-E481-D671-EF70-FA89B271F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81425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3295</TotalTime>
  <Words>1475</Words>
  <Application>Microsoft Office PowerPoint</Application>
  <PresentationFormat>On-screen Show (16:9)</PresentationFormat>
  <Paragraphs>307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Cambria Math</vt:lpstr>
      <vt:lpstr>Times New Roman</vt:lpstr>
      <vt:lpstr>Simple Light</vt:lpstr>
      <vt:lpstr>A Feature-Driven Tensor Semantics for Minimalist Grammars</vt:lpstr>
      <vt:lpstr>Talk in one slide</vt:lpstr>
      <vt:lpstr>Distributionality and Compositionality</vt:lpstr>
      <vt:lpstr>Formal Grammars and Distributional Semantics</vt:lpstr>
      <vt:lpstr>Why MGs?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Tensor Semantics for MGs</vt:lpstr>
      <vt:lpstr>Tensors</vt:lpstr>
      <vt:lpstr>Tensor Contraction</vt:lpstr>
      <vt:lpstr>Tensor Semantics for MGs</vt:lpstr>
      <vt:lpstr>Tensor Semantics for MGs</vt:lpstr>
      <vt:lpstr>Tensor Semantics for MGs</vt:lpstr>
      <vt:lpstr>Tensor Semantics for MGs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Discussion and Conclusion</vt:lpstr>
      <vt:lpstr>Thank you very much!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JP Paulson</dc:creator>
  <cp:lastModifiedBy>JP Paulson</cp:lastModifiedBy>
  <cp:revision>10</cp:revision>
  <dcterms:modified xsi:type="dcterms:W3CDTF">2026-06-26T23:01:44Z</dcterms:modified>
</cp:coreProperties>
</file>