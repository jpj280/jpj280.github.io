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5" Type="http://schemas.microsoft.com/office/2020/02/relationships/classificationlabels" Target="docMetadata/LabelInfo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trictFirstAndLastChars="0" saveSubsetFonts="1" autoCompressPictures="0">
  <p:sldMasterIdLst>
    <p:sldMasterId id="2147483659" r:id="rId1"/>
  </p:sldMasterIdLst>
  <p:notesMasterIdLst>
    <p:notesMasterId r:id="rId39"/>
  </p:notesMasterIdLst>
  <p:sldIdLst>
    <p:sldId id="256" r:id="rId2"/>
    <p:sldId id="257" r:id="rId3"/>
    <p:sldId id="259" r:id="rId4"/>
    <p:sldId id="260" r:id="rId5"/>
    <p:sldId id="324" r:id="rId6"/>
    <p:sldId id="264" r:id="rId7"/>
    <p:sldId id="309" r:id="rId8"/>
    <p:sldId id="310" r:id="rId9"/>
    <p:sldId id="311" r:id="rId10"/>
    <p:sldId id="312" r:id="rId11"/>
    <p:sldId id="313" r:id="rId12"/>
    <p:sldId id="314" r:id="rId13"/>
    <p:sldId id="315" r:id="rId14"/>
    <p:sldId id="278" r:id="rId15"/>
    <p:sldId id="303" r:id="rId16"/>
    <p:sldId id="279" r:id="rId17"/>
    <p:sldId id="280" r:id="rId18"/>
    <p:sldId id="304" r:id="rId19"/>
    <p:sldId id="305" r:id="rId20"/>
    <p:sldId id="307" r:id="rId21"/>
    <p:sldId id="288" r:id="rId22"/>
    <p:sldId id="317" r:id="rId23"/>
    <p:sldId id="318" r:id="rId24"/>
    <p:sldId id="319" r:id="rId25"/>
    <p:sldId id="320" r:id="rId26"/>
    <p:sldId id="321" r:id="rId27"/>
    <p:sldId id="322" r:id="rId28"/>
    <p:sldId id="323" r:id="rId29"/>
    <p:sldId id="299" r:id="rId30"/>
    <p:sldId id="300" r:id="rId31"/>
    <p:sldId id="325" r:id="rId32"/>
    <p:sldId id="328" r:id="rId33"/>
    <p:sldId id="333" r:id="rId34"/>
    <p:sldId id="331" r:id="rId35"/>
    <p:sldId id="332" r:id="rId36"/>
    <p:sldId id="329" r:id="rId37"/>
    <p:sldId id="330" r:id="rId38"/>
  </p:sldIdLst>
  <p:sldSz cx="9144000" cy="5143500" type="screen16x9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521415D9-36F7-43E2-AB2F-B90AF26B5E84}">
      <p14:sectionLst xmlns:p14="http://schemas.microsoft.com/office/powerpoint/2010/main">
        <p14:section name="Default Section" id="{2CF2573B-7734-4E7B-92D2-E2CF8A476ABB}">
          <p14:sldIdLst>
            <p14:sldId id="256"/>
            <p14:sldId id="257"/>
            <p14:sldId id="259"/>
            <p14:sldId id="260"/>
            <p14:sldId id="324"/>
            <p14:sldId id="264"/>
            <p14:sldId id="309"/>
            <p14:sldId id="310"/>
            <p14:sldId id="311"/>
            <p14:sldId id="312"/>
            <p14:sldId id="313"/>
            <p14:sldId id="314"/>
            <p14:sldId id="315"/>
            <p14:sldId id="278"/>
            <p14:sldId id="303"/>
            <p14:sldId id="279"/>
            <p14:sldId id="280"/>
            <p14:sldId id="304"/>
            <p14:sldId id="305"/>
            <p14:sldId id="307"/>
            <p14:sldId id="288"/>
            <p14:sldId id="317"/>
            <p14:sldId id="318"/>
            <p14:sldId id="319"/>
            <p14:sldId id="320"/>
            <p14:sldId id="321"/>
            <p14:sldId id="322"/>
            <p14:sldId id="323"/>
            <p14:sldId id="299"/>
            <p14:sldId id="300"/>
            <p14:sldId id="325"/>
            <p14:sldId id="328"/>
            <p14:sldId id="333"/>
            <p14:sldId id="331"/>
            <p14:sldId id="332"/>
            <p14:sldId id="329"/>
            <p14:sldId id="330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John Paulson" initials="JP" lastIdx="1" clrIdx="0">
    <p:extLst>
      <p:ext uri="{19B8F6BF-5375-455C-9EA6-DF929625EA0E}">
        <p15:presenceInfo xmlns:p15="http://schemas.microsoft.com/office/powerpoint/2012/main" userId="S::u1533955@umail.utah.edu::5439c0a2-a136-4ea4-a256-16594d9c6575" providerId="AD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4285F4"/>
    <a:srgbClr val="A143FF"/>
    <a:srgbClr val="FFFFFF"/>
    <a:srgbClr val="872EDC"/>
    <a:srgbClr val="0D5BDC"/>
    <a:srgbClr val="801060"/>
    <a:srgbClr val="002060"/>
    <a:srgbClr val="9642FF"/>
    <a:srgbClr val="B658FF"/>
    <a:srgbClr val="BB79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957C3E7A-245C-4847-85F8-382FA85EA222}">
  <a:tblStyle styleId="{957C3E7A-245C-4847-85F8-382FA85EA222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2623" autoAdjust="0"/>
    <p:restoredTop sz="94660"/>
  </p:normalViewPr>
  <p:slideViewPr>
    <p:cSldViewPr snapToGrid="0">
      <p:cViewPr varScale="1">
        <p:scale>
          <a:sx n="138" d="100"/>
          <a:sy n="138" d="100"/>
        </p:scale>
        <p:origin x="432" y="12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notesMaster" Target="notesMasters/notesMaster1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viewProps" Target="view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commentAuthors" Target="commentAuthors.xml"/><Relationship Id="rId45" Type="http://schemas.microsoft.com/office/2016/11/relationships/changesInfo" Target="changesInfos/changesInfo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theme" Target="theme/theme1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20" Type="http://schemas.openxmlformats.org/officeDocument/2006/relationships/slide" Target="slides/slide19.xml"/><Relationship Id="rId41" Type="http://schemas.openxmlformats.org/officeDocument/2006/relationships/presProps" Target="pres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P Paulson" userId="460546f63f696f4c" providerId="LiveId" clId="{957F310B-9F73-4E82-8F26-768C6CA2EEB2}"/>
    <pc:docChg chg="undo custSel addSld delSld modSld sldOrd modSection">
      <pc:chgData name="JP Paulson" userId="460546f63f696f4c" providerId="LiveId" clId="{957F310B-9F73-4E82-8F26-768C6CA2EEB2}" dt="2026-06-26T21:46:56.010" v="3474" actId="207"/>
      <pc:docMkLst>
        <pc:docMk/>
      </pc:docMkLst>
      <pc:sldChg chg="ord modNotes">
        <pc:chgData name="JP Paulson" userId="460546f63f696f4c" providerId="LiveId" clId="{957F310B-9F73-4E82-8F26-768C6CA2EEB2}" dt="2026-06-24T19:08:35.544" v="1"/>
        <pc:sldMkLst>
          <pc:docMk/>
          <pc:sldMk cId="0" sldId="256"/>
        </pc:sldMkLst>
      </pc:sldChg>
      <pc:sldChg chg="modSp mod">
        <pc:chgData name="JP Paulson" userId="460546f63f696f4c" providerId="LiveId" clId="{957F310B-9F73-4E82-8F26-768C6CA2EEB2}" dt="2026-06-26T21:45:54.942" v="3472" actId="20577"/>
        <pc:sldMkLst>
          <pc:docMk/>
          <pc:sldMk cId="0" sldId="257"/>
        </pc:sldMkLst>
        <pc:spChg chg="mod">
          <ac:chgData name="JP Paulson" userId="460546f63f696f4c" providerId="LiveId" clId="{957F310B-9F73-4E82-8F26-768C6CA2EEB2}" dt="2026-06-24T21:54:18.324" v="1138" actId="20577"/>
          <ac:spMkLst>
            <pc:docMk/>
            <pc:sldMk cId="0" sldId="257"/>
            <ac:spMk id="2" creationId="{0B3C9E32-C15D-5A6C-0BC4-2672D753C2B0}"/>
          </ac:spMkLst>
        </pc:spChg>
        <pc:spChg chg="mod">
          <ac:chgData name="JP Paulson" userId="460546f63f696f4c" providerId="LiveId" clId="{957F310B-9F73-4E82-8F26-768C6CA2EEB2}" dt="2026-06-24T19:49:17.802" v="556"/>
          <ac:spMkLst>
            <pc:docMk/>
            <pc:sldMk cId="0" sldId="257"/>
            <ac:spMk id="62" creationId="{00000000-0000-0000-0000-000000000000}"/>
          </ac:spMkLst>
        </pc:spChg>
        <pc:spChg chg="mod">
          <ac:chgData name="JP Paulson" userId="460546f63f696f4c" providerId="LiveId" clId="{957F310B-9F73-4E82-8F26-768C6CA2EEB2}" dt="2026-06-26T21:45:54.942" v="3472" actId="20577"/>
          <ac:spMkLst>
            <pc:docMk/>
            <pc:sldMk cId="0" sldId="257"/>
            <ac:spMk id="63" creationId="{00000000-0000-0000-0000-000000000000}"/>
          </ac:spMkLst>
        </pc:spChg>
      </pc:sldChg>
      <pc:sldChg chg="modSp add del mod">
        <pc:chgData name="JP Paulson" userId="460546f63f696f4c" providerId="LiveId" clId="{957F310B-9F73-4E82-8F26-768C6CA2EEB2}" dt="2026-06-26T21:45:54.942" v="3471" actId="20577"/>
        <pc:sldMkLst>
          <pc:docMk/>
          <pc:sldMk cId="0" sldId="259"/>
        </pc:sldMkLst>
        <pc:spChg chg="mod">
          <ac:chgData name="JP Paulson" userId="460546f63f696f4c" providerId="LiveId" clId="{957F310B-9F73-4E82-8F26-768C6CA2EEB2}" dt="2026-06-24T20:28:56.937" v="633"/>
          <ac:spMkLst>
            <pc:docMk/>
            <pc:sldMk cId="0" sldId="259"/>
            <ac:spMk id="74" creationId="{00000000-0000-0000-0000-000000000000}"/>
          </ac:spMkLst>
        </pc:spChg>
        <pc:spChg chg="mod">
          <ac:chgData name="JP Paulson" userId="460546f63f696f4c" providerId="LiveId" clId="{957F310B-9F73-4E82-8F26-768C6CA2EEB2}" dt="2026-06-24T20:27:32.255" v="594" actId="113"/>
          <ac:spMkLst>
            <pc:docMk/>
            <pc:sldMk cId="0" sldId="259"/>
            <ac:spMk id="75" creationId="{00000000-0000-0000-0000-000000000000}"/>
          </ac:spMkLst>
        </pc:spChg>
        <pc:spChg chg="mod">
          <ac:chgData name="JP Paulson" userId="460546f63f696f4c" providerId="LiveId" clId="{957F310B-9F73-4E82-8F26-768C6CA2EEB2}" dt="2026-06-26T21:45:54.942" v="3471" actId="20577"/>
          <ac:spMkLst>
            <pc:docMk/>
            <pc:sldMk cId="0" sldId="259"/>
            <ac:spMk id="76" creationId="{00000000-0000-0000-0000-000000000000}"/>
          </ac:spMkLst>
        </pc:spChg>
      </pc:sldChg>
      <pc:sldChg chg="modSp add del mod">
        <pc:chgData name="JP Paulson" userId="460546f63f696f4c" providerId="LiveId" clId="{957F310B-9F73-4E82-8F26-768C6CA2EEB2}" dt="2026-06-26T21:45:54.942" v="3470" actId="20577"/>
        <pc:sldMkLst>
          <pc:docMk/>
          <pc:sldMk cId="0" sldId="260"/>
        </pc:sldMkLst>
        <pc:spChg chg="mod">
          <ac:chgData name="JP Paulson" userId="460546f63f696f4c" providerId="LiveId" clId="{957F310B-9F73-4E82-8F26-768C6CA2EEB2}" dt="2026-06-24T20:29:11.594" v="677" actId="20577"/>
          <ac:spMkLst>
            <pc:docMk/>
            <pc:sldMk cId="0" sldId="260"/>
            <ac:spMk id="81" creationId="{00000000-0000-0000-0000-000000000000}"/>
          </ac:spMkLst>
        </pc:spChg>
        <pc:spChg chg="mod">
          <ac:chgData name="JP Paulson" userId="460546f63f696f4c" providerId="LiveId" clId="{957F310B-9F73-4E82-8F26-768C6CA2EEB2}" dt="2026-06-24T19:49:17.802" v="556"/>
          <ac:spMkLst>
            <pc:docMk/>
            <pc:sldMk cId="0" sldId="260"/>
            <ac:spMk id="82" creationId="{00000000-0000-0000-0000-000000000000}"/>
          </ac:spMkLst>
        </pc:spChg>
        <pc:spChg chg="mod">
          <ac:chgData name="JP Paulson" userId="460546f63f696f4c" providerId="LiveId" clId="{957F310B-9F73-4E82-8F26-768C6CA2EEB2}" dt="2026-06-26T21:45:54.942" v="3470" actId="20577"/>
          <ac:spMkLst>
            <pc:docMk/>
            <pc:sldMk cId="0" sldId="260"/>
            <ac:spMk id="83" creationId="{00000000-0000-0000-0000-000000000000}"/>
          </ac:spMkLst>
        </pc:spChg>
      </pc:sldChg>
      <pc:sldChg chg="modSp mod">
        <pc:chgData name="JP Paulson" userId="460546f63f696f4c" providerId="LiveId" clId="{957F310B-9F73-4E82-8F26-768C6CA2EEB2}" dt="2026-06-26T21:45:54.938" v="3468" actId="20577"/>
        <pc:sldMkLst>
          <pc:docMk/>
          <pc:sldMk cId="0" sldId="264"/>
        </pc:sldMkLst>
        <pc:spChg chg="mod">
          <ac:chgData name="JP Paulson" userId="460546f63f696f4c" providerId="LiveId" clId="{957F310B-9F73-4E82-8F26-768C6CA2EEB2}" dt="2026-06-24T19:49:17.802" v="556"/>
          <ac:spMkLst>
            <pc:docMk/>
            <pc:sldMk cId="0" sldId="264"/>
            <ac:spMk id="109" creationId="{00000000-0000-0000-0000-000000000000}"/>
          </ac:spMkLst>
        </pc:spChg>
        <pc:spChg chg="mod">
          <ac:chgData name="JP Paulson" userId="460546f63f696f4c" providerId="LiveId" clId="{957F310B-9F73-4E82-8F26-768C6CA2EEB2}" dt="2026-06-26T21:45:54.938" v="3468" actId="20577"/>
          <ac:spMkLst>
            <pc:docMk/>
            <pc:sldMk cId="0" sldId="264"/>
            <ac:spMk id="110" creationId="{00000000-0000-0000-0000-000000000000}"/>
          </ac:spMkLst>
        </pc:spChg>
      </pc:sldChg>
      <pc:sldChg chg="modSp mod">
        <pc:chgData name="JP Paulson" userId="460546f63f696f4c" providerId="LiveId" clId="{957F310B-9F73-4E82-8F26-768C6CA2EEB2}" dt="2026-06-26T21:45:54.930" v="3460" actId="20577"/>
        <pc:sldMkLst>
          <pc:docMk/>
          <pc:sldMk cId="0" sldId="278"/>
        </pc:sldMkLst>
        <pc:spChg chg="mod">
          <ac:chgData name="JP Paulson" userId="460546f63f696f4c" providerId="LiveId" clId="{957F310B-9F73-4E82-8F26-768C6CA2EEB2}" dt="2026-06-24T19:49:17.802" v="556"/>
          <ac:spMkLst>
            <pc:docMk/>
            <pc:sldMk cId="0" sldId="278"/>
            <ac:spMk id="219" creationId="{00000000-0000-0000-0000-000000000000}"/>
          </ac:spMkLst>
        </pc:spChg>
        <pc:spChg chg="mod">
          <ac:chgData name="JP Paulson" userId="460546f63f696f4c" providerId="LiveId" clId="{957F310B-9F73-4E82-8F26-768C6CA2EEB2}" dt="2026-06-26T21:45:54.930" v="3460" actId="20577"/>
          <ac:spMkLst>
            <pc:docMk/>
            <pc:sldMk cId="0" sldId="278"/>
            <ac:spMk id="220" creationId="{00000000-0000-0000-0000-000000000000}"/>
          </ac:spMkLst>
        </pc:spChg>
      </pc:sldChg>
      <pc:sldChg chg="modSp add del mod modAnim">
        <pc:chgData name="JP Paulson" userId="460546f63f696f4c" providerId="LiveId" clId="{957F310B-9F73-4E82-8F26-768C6CA2EEB2}" dt="2026-06-26T21:45:54.930" v="3458" actId="20577"/>
        <pc:sldMkLst>
          <pc:docMk/>
          <pc:sldMk cId="0" sldId="279"/>
        </pc:sldMkLst>
        <pc:spChg chg="mod">
          <ac:chgData name="JP Paulson" userId="460546f63f696f4c" providerId="LiveId" clId="{957F310B-9F73-4E82-8F26-768C6CA2EEB2}" dt="2026-06-24T19:49:17.802" v="556"/>
          <ac:spMkLst>
            <pc:docMk/>
            <pc:sldMk cId="0" sldId="279"/>
            <ac:spMk id="228" creationId="{00000000-0000-0000-0000-000000000000}"/>
          </ac:spMkLst>
        </pc:spChg>
        <pc:spChg chg="mod">
          <ac:chgData name="JP Paulson" userId="460546f63f696f4c" providerId="LiveId" clId="{957F310B-9F73-4E82-8F26-768C6CA2EEB2}" dt="2026-06-26T21:45:54.930" v="3458" actId="20577"/>
          <ac:spMkLst>
            <pc:docMk/>
            <pc:sldMk cId="0" sldId="279"/>
            <ac:spMk id="229" creationId="{00000000-0000-0000-0000-000000000000}"/>
          </ac:spMkLst>
        </pc:spChg>
      </pc:sldChg>
      <pc:sldChg chg="modSp add del mod">
        <pc:chgData name="JP Paulson" userId="460546f63f696f4c" providerId="LiveId" clId="{957F310B-9F73-4E82-8F26-768C6CA2EEB2}" dt="2026-06-26T21:45:54.925" v="3457" actId="20577"/>
        <pc:sldMkLst>
          <pc:docMk/>
          <pc:sldMk cId="0" sldId="280"/>
        </pc:sldMkLst>
        <pc:spChg chg="mod">
          <ac:chgData name="JP Paulson" userId="460546f63f696f4c" providerId="LiveId" clId="{957F310B-9F73-4E82-8F26-768C6CA2EEB2}" dt="2026-06-24T19:49:17.802" v="556"/>
          <ac:spMkLst>
            <pc:docMk/>
            <pc:sldMk cId="0" sldId="280"/>
            <ac:spMk id="315" creationId="{00000000-0000-0000-0000-000000000000}"/>
          </ac:spMkLst>
        </pc:spChg>
        <pc:spChg chg="mod">
          <ac:chgData name="JP Paulson" userId="460546f63f696f4c" providerId="LiveId" clId="{957F310B-9F73-4E82-8F26-768C6CA2EEB2}" dt="2026-06-26T21:45:54.925" v="3457" actId="20577"/>
          <ac:spMkLst>
            <pc:docMk/>
            <pc:sldMk cId="0" sldId="280"/>
            <ac:spMk id="316" creationId="{00000000-0000-0000-0000-000000000000}"/>
          </ac:spMkLst>
        </pc:spChg>
      </pc:sldChg>
      <pc:sldChg chg="modSp mod">
        <pc:chgData name="JP Paulson" userId="460546f63f696f4c" providerId="LiveId" clId="{957F310B-9F73-4E82-8F26-768C6CA2EEB2}" dt="2026-06-26T21:45:54.921" v="3453" actId="20577"/>
        <pc:sldMkLst>
          <pc:docMk/>
          <pc:sldMk cId="0" sldId="288"/>
        </pc:sldMkLst>
        <pc:spChg chg="mod">
          <ac:chgData name="JP Paulson" userId="460546f63f696f4c" providerId="LiveId" clId="{957F310B-9F73-4E82-8F26-768C6CA2EEB2}" dt="2026-06-24T19:49:17.802" v="556"/>
          <ac:spMkLst>
            <pc:docMk/>
            <pc:sldMk cId="0" sldId="288"/>
            <ac:spMk id="380" creationId="{00000000-0000-0000-0000-000000000000}"/>
          </ac:spMkLst>
        </pc:spChg>
        <pc:spChg chg="mod">
          <ac:chgData name="JP Paulson" userId="460546f63f696f4c" providerId="LiveId" clId="{957F310B-9F73-4E82-8F26-768C6CA2EEB2}" dt="2026-06-26T21:45:54.921" v="3453" actId="20577"/>
          <ac:spMkLst>
            <pc:docMk/>
            <pc:sldMk cId="0" sldId="288"/>
            <ac:spMk id="381" creationId="{00000000-0000-0000-0000-000000000000}"/>
          </ac:spMkLst>
        </pc:spChg>
      </pc:sldChg>
      <pc:sldChg chg="addSp delSp modSp add del mod addAnim delAnim modAnim">
        <pc:chgData name="JP Paulson" userId="460546f63f696f4c" providerId="LiveId" clId="{957F310B-9F73-4E82-8F26-768C6CA2EEB2}" dt="2026-06-26T21:45:54.912" v="3445" actId="20577"/>
        <pc:sldMkLst>
          <pc:docMk/>
          <pc:sldMk cId="0" sldId="299"/>
        </pc:sldMkLst>
        <pc:spChg chg="add del mod">
          <ac:chgData name="JP Paulson" userId="460546f63f696f4c" providerId="LiveId" clId="{957F310B-9F73-4E82-8F26-768C6CA2EEB2}" dt="2026-06-24T21:12:17.536" v="1125" actId="20577"/>
          <ac:spMkLst>
            <pc:docMk/>
            <pc:sldMk cId="0" sldId="299"/>
            <ac:spMk id="2" creationId="{B1817A8F-2064-BA12-EFF9-CD3DDAA804F2}"/>
          </ac:spMkLst>
        </pc:spChg>
        <pc:spChg chg="mod">
          <ac:chgData name="JP Paulson" userId="460546f63f696f4c" providerId="LiveId" clId="{957F310B-9F73-4E82-8F26-768C6CA2EEB2}" dt="2026-06-24T19:49:17.802" v="556"/>
          <ac:spMkLst>
            <pc:docMk/>
            <pc:sldMk cId="0" sldId="299"/>
            <ac:spMk id="463" creationId="{00000000-0000-0000-0000-000000000000}"/>
          </ac:spMkLst>
        </pc:spChg>
        <pc:spChg chg="mod">
          <ac:chgData name="JP Paulson" userId="460546f63f696f4c" providerId="LiveId" clId="{957F310B-9F73-4E82-8F26-768C6CA2EEB2}" dt="2026-06-24T21:09:24.765" v="985" actId="20577"/>
          <ac:spMkLst>
            <pc:docMk/>
            <pc:sldMk cId="0" sldId="299"/>
            <ac:spMk id="464" creationId="{00000000-0000-0000-0000-000000000000}"/>
          </ac:spMkLst>
        </pc:spChg>
        <pc:spChg chg="mod">
          <ac:chgData name="JP Paulson" userId="460546f63f696f4c" providerId="LiveId" clId="{957F310B-9F73-4E82-8F26-768C6CA2EEB2}" dt="2026-06-26T21:45:54.912" v="3445" actId="20577"/>
          <ac:spMkLst>
            <pc:docMk/>
            <pc:sldMk cId="0" sldId="299"/>
            <ac:spMk id="465" creationId="{00000000-0000-0000-0000-000000000000}"/>
          </ac:spMkLst>
        </pc:spChg>
      </pc:sldChg>
      <pc:sldChg chg="modSp mod">
        <pc:chgData name="JP Paulson" userId="460546f63f696f4c" providerId="LiveId" clId="{957F310B-9F73-4E82-8F26-768C6CA2EEB2}" dt="2026-06-26T21:45:54.908" v="3444" actId="20577"/>
        <pc:sldMkLst>
          <pc:docMk/>
          <pc:sldMk cId="0" sldId="300"/>
        </pc:sldMkLst>
        <pc:spChg chg="mod">
          <ac:chgData name="JP Paulson" userId="460546f63f696f4c" providerId="LiveId" clId="{957F310B-9F73-4E82-8F26-768C6CA2EEB2}" dt="2026-06-24T19:49:17.802" v="556"/>
          <ac:spMkLst>
            <pc:docMk/>
            <pc:sldMk cId="0" sldId="300"/>
            <ac:spMk id="470" creationId="{00000000-0000-0000-0000-000000000000}"/>
          </ac:spMkLst>
        </pc:spChg>
        <pc:spChg chg="mod">
          <ac:chgData name="JP Paulson" userId="460546f63f696f4c" providerId="LiveId" clId="{957F310B-9F73-4E82-8F26-768C6CA2EEB2}" dt="2026-06-26T21:45:54.908" v="3444" actId="20577"/>
          <ac:spMkLst>
            <pc:docMk/>
            <pc:sldMk cId="0" sldId="300"/>
            <ac:spMk id="471" creationId="{00000000-0000-0000-0000-000000000000}"/>
          </ac:spMkLst>
        </pc:spChg>
      </pc:sldChg>
      <pc:sldChg chg="modSp mod">
        <pc:chgData name="JP Paulson" userId="460546f63f696f4c" providerId="LiveId" clId="{957F310B-9F73-4E82-8F26-768C6CA2EEB2}" dt="2026-06-26T21:45:54.930" v="3459" actId="20577"/>
        <pc:sldMkLst>
          <pc:docMk/>
          <pc:sldMk cId="813592296" sldId="303"/>
        </pc:sldMkLst>
        <pc:spChg chg="mod">
          <ac:chgData name="JP Paulson" userId="460546f63f696f4c" providerId="LiveId" clId="{957F310B-9F73-4E82-8F26-768C6CA2EEB2}" dt="2026-06-24T19:49:17.802" v="556"/>
          <ac:spMkLst>
            <pc:docMk/>
            <pc:sldMk cId="813592296" sldId="303"/>
            <ac:spMk id="2" creationId="{05F91256-9B64-C3F5-DAF8-A2C508634761}"/>
          </ac:spMkLst>
        </pc:spChg>
        <pc:spChg chg="mod">
          <ac:chgData name="JP Paulson" userId="460546f63f696f4c" providerId="LiveId" clId="{957F310B-9F73-4E82-8F26-768C6CA2EEB2}" dt="2026-06-26T21:45:54.930" v="3459" actId="20577"/>
          <ac:spMkLst>
            <pc:docMk/>
            <pc:sldMk cId="813592296" sldId="303"/>
            <ac:spMk id="3" creationId="{6FB1BAFB-71FD-043E-2ADF-33D126F25531}"/>
          </ac:spMkLst>
        </pc:spChg>
      </pc:sldChg>
      <pc:sldChg chg="modSp add del mod">
        <pc:chgData name="JP Paulson" userId="460546f63f696f4c" providerId="LiveId" clId="{957F310B-9F73-4E82-8F26-768C6CA2EEB2}" dt="2026-06-26T21:45:54.925" v="3456" actId="20577"/>
        <pc:sldMkLst>
          <pc:docMk/>
          <pc:sldMk cId="2583976806" sldId="304"/>
        </pc:sldMkLst>
        <pc:spChg chg="mod">
          <ac:chgData name="JP Paulson" userId="460546f63f696f4c" providerId="LiveId" clId="{957F310B-9F73-4E82-8F26-768C6CA2EEB2}" dt="2026-06-24T19:49:17.802" v="556"/>
          <ac:spMkLst>
            <pc:docMk/>
            <pc:sldMk cId="2583976806" sldId="304"/>
            <ac:spMk id="2" creationId="{0CD51C11-DDE4-D22E-669C-FBBD4D51C542}"/>
          </ac:spMkLst>
        </pc:spChg>
        <pc:spChg chg="mod">
          <ac:chgData name="JP Paulson" userId="460546f63f696f4c" providerId="LiveId" clId="{957F310B-9F73-4E82-8F26-768C6CA2EEB2}" dt="2026-06-26T21:45:54.925" v="3456" actId="20577"/>
          <ac:spMkLst>
            <pc:docMk/>
            <pc:sldMk cId="2583976806" sldId="304"/>
            <ac:spMk id="3" creationId="{2F48F96E-5803-B7C3-D6D8-AF826CE54823}"/>
          </ac:spMkLst>
        </pc:spChg>
      </pc:sldChg>
      <pc:sldChg chg="delSp modSp add del mod addAnim delAnim modAnim">
        <pc:chgData name="JP Paulson" userId="460546f63f696f4c" providerId="LiveId" clId="{957F310B-9F73-4E82-8F26-768C6CA2EEB2}" dt="2026-06-26T21:45:54.925" v="3455" actId="20577"/>
        <pc:sldMkLst>
          <pc:docMk/>
          <pc:sldMk cId="404271650" sldId="305"/>
        </pc:sldMkLst>
        <pc:spChg chg="mod">
          <ac:chgData name="JP Paulson" userId="460546f63f696f4c" providerId="LiveId" clId="{957F310B-9F73-4E82-8F26-768C6CA2EEB2}" dt="2026-06-24T19:49:17.802" v="556"/>
          <ac:spMkLst>
            <pc:docMk/>
            <pc:sldMk cId="404271650" sldId="305"/>
            <ac:spMk id="2" creationId="{644A1A7C-A79F-4E31-6261-95DD88005360}"/>
          </ac:spMkLst>
        </pc:spChg>
        <pc:spChg chg="mod">
          <ac:chgData name="JP Paulson" userId="460546f63f696f4c" providerId="LiveId" clId="{957F310B-9F73-4E82-8F26-768C6CA2EEB2}" dt="2026-06-26T21:45:54.925" v="3455" actId="20577"/>
          <ac:spMkLst>
            <pc:docMk/>
            <pc:sldMk cId="404271650" sldId="305"/>
            <ac:spMk id="3" creationId="{CAC2EBE2-3039-DD97-E1A8-50214D1E8189}"/>
          </ac:spMkLst>
        </pc:spChg>
        <pc:spChg chg="mod">
          <ac:chgData name="JP Paulson" userId="460546f63f696f4c" providerId="LiveId" clId="{957F310B-9F73-4E82-8F26-768C6CA2EEB2}" dt="2026-06-24T20:45:14.240" v="688" actId="1076"/>
          <ac:spMkLst>
            <pc:docMk/>
            <pc:sldMk cId="404271650" sldId="305"/>
            <ac:spMk id="4" creationId="{9EE110CC-2B3F-3B1A-9D09-AF84787DB4EE}"/>
          </ac:spMkLst>
        </pc:spChg>
        <pc:spChg chg="mod">
          <ac:chgData name="JP Paulson" userId="460546f63f696f4c" providerId="LiveId" clId="{957F310B-9F73-4E82-8F26-768C6CA2EEB2}" dt="2026-06-24T20:45:17.462" v="690" actId="20577"/>
          <ac:spMkLst>
            <pc:docMk/>
            <pc:sldMk cId="404271650" sldId="305"/>
            <ac:spMk id="5" creationId="{F6651D4C-8D82-3B72-15D6-6A072183CC90}"/>
          </ac:spMkLst>
        </pc:spChg>
        <pc:spChg chg="mod">
          <ac:chgData name="JP Paulson" userId="460546f63f696f4c" providerId="LiveId" clId="{957F310B-9F73-4E82-8F26-768C6CA2EEB2}" dt="2026-06-24T20:45:19.523" v="692" actId="20577"/>
          <ac:spMkLst>
            <pc:docMk/>
            <pc:sldMk cId="404271650" sldId="305"/>
            <ac:spMk id="7" creationId="{156FD6B1-86D4-ED08-50FF-DBDDAF204692}"/>
          </ac:spMkLst>
        </pc:spChg>
        <pc:cxnChg chg="mod">
          <ac:chgData name="JP Paulson" userId="460546f63f696f4c" providerId="LiveId" clId="{957F310B-9F73-4E82-8F26-768C6CA2EEB2}" dt="2026-06-24T20:45:14.240" v="688" actId="1076"/>
          <ac:cxnSpMkLst>
            <pc:docMk/>
            <pc:sldMk cId="404271650" sldId="305"/>
            <ac:cxnSpMk id="6" creationId="{71690FEE-78A2-B151-21A8-E69DD46E90AC}"/>
          </ac:cxnSpMkLst>
        </pc:cxnChg>
        <pc:cxnChg chg="mod">
          <ac:chgData name="JP Paulson" userId="460546f63f696f4c" providerId="LiveId" clId="{957F310B-9F73-4E82-8F26-768C6CA2EEB2}" dt="2026-06-24T20:45:19.523" v="692" actId="20577"/>
          <ac:cxnSpMkLst>
            <pc:docMk/>
            <pc:sldMk cId="404271650" sldId="305"/>
            <ac:cxnSpMk id="9" creationId="{D4FEC139-3518-6046-310B-8316F66D0C5C}"/>
          </ac:cxnSpMkLst>
        </pc:cxnChg>
      </pc:sldChg>
      <pc:sldChg chg="modSp del mod">
        <pc:chgData name="JP Paulson" userId="460546f63f696f4c" providerId="LiveId" clId="{957F310B-9F73-4E82-8F26-768C6CA2EEB2}" dt="2026-06-26T20:46:20.597" v="1149" actId="47"/>
        <pc:sldMkLst>
          <pc:docMk/>
          <pc:sldMk cId="3118961555" sldId="306"/>
        </pc:sldMkLst>
      </pc:sldChg>
      <pc:sldChg chg="addSp delSp modSp mod">
        <pc:chgData name="JP Paulson" userId="460546f63f696f4c" providerId="LiveId" clId="{957F310B-9F73-4E82-8F26-768C6CA2EEB2}" dt="2026-06-26T21:45:54.921" v="3454" actId="20577"/>
        <pc:sldMkLst>
          <pc:docMk/>
          <pc:sldMk cId="502098778" sldId="307"/>
        </pc:sldMkLst>
        <pc:spChg chg="mod">
          <ac:chgData name="JP Paulson" userId="460546f63f696f4c" providerId="LiveId" clId="{957F310B-9F73-4E82-8F26-768C6CA2EEB2}" dt="2026-06-24T19:49:17.802" v="556"/>
          <ac:spMkLst>
            <pc:docMk/>
            <pc:sldMk cId="502098778" sldId="307"/>
            <ac:spMk id="2" creationId="{0818DA81-8A28-4C10-5AE4-D88D09FD97F9}"/>
          </ac:spMkLst>
        </pc:spChg>
        <pc:spChg chg="mod">
          <ac:chgData name="JP Paulson" userId="460546f63f696f4c" providerId="LiveId" clId="{957F310B-9F73-4E82-8F26-768C6CA2EEB2}" dt="2026-06-26T21:45:54.921" v="3454" actId="20577"/>
          <ac:spMkLst>
            <pc:docMk/>
            <pc:sldMk cId="502098778" sldId="307"/>
            <ac:spMk id="3" creationId="{291D4622-2FC9-7F65-E307-E9F3E830F8F9}"/>
          </ac:spMkLst>
        </pc:spChg>
        <pc:spChg chg="add del mod">
          <ac:chgData name="JP Paulson" userId="460546f63f696f4c" providerId="LiveId" clId="{957F310B-9F73-4E82-8F26-768C6CA2EEB2}" dt="2026-06-26T20:43:47.606" v="1144" actId="478"/>
          <ac:spMkLst>
            <pc:docMk/>
            <pc:sldMk cId="502098778" sldId="307"/>
            <ac:spMk id="4" creationId="{2CC2DE34-E228-CF88-6893-500A868D523E}"/>
          </ac:spMkLst>
        </pc:spChg>
        <pc:spChg chg="mod">
          <ac:chgData name="JP Paulson" userId="460546f63f696f4c" providerId="LiveId" clId="{957F310B-9F73-4E82-8F26-768C6CA2EEB2}" dt="2026-06-26T20:44:04.410" v="1148" actId="1076"/>
          <ac:spMkLst>
            <pc:docMk/>
            <pc:sldMk cId="502098778" sldId="307"/>
            <ac:spMk id="35" creationId="{350E5A3F-5E41-5C47-496C-843F4A03238D}"/>
          </ac:spMkLst>
        </pc:spChg>
      </pc:sldChg>
      <pc:sldChg chg="modSp mod">
        <pc:chgData name="JP Paulson" userId="460546f63f696f4c" providerId="LiveId" clId="{957F310B-9F73-4E82-8F26-768C6CA2EEB2}" dt="2026-06-26T21:45:54.938" v="3467" actId="20577"/>
        <pc:sldMkLst>
          <pc:docMk/>
          <pc:sldMk cId="618672336" sldId="309"/>
        </pc:sldMkLst>
        <pc:spChg chg="mod">
          <ac:chgData name="JP Paulson" userId="460546f63f696f4c" providerId="LiveId" clId="{957F310B-9F73-4E82-8F26-768C6CA2EEB2}" dt="2026-06-24T19:49:17.802" v="556"/>
          <ac:spMkLst>
            <pc:docMk/>
            <pc:sldMk cId="618672336" sldId="309"/>
            <ac:spMk id="2" creationId="{65F9A353-E4E7-6F9B-C8BF-C6B360F2DBBD}"/>
          </ac:spMkLst>
        </pc:spChg>
        <pc:spChg chg="mod">
          <ac:chgData name="JP Paulson" userId="460546f63f696f4c" providerId="LiveId" clId="{957F310B-9F73-4E82-8F26-768C6CA2EEB2}" dt="2026-06-26T21:45:54.938" v="3467" actId="20577"/>
          <ac:spMkLst>
            <pc:docMk/>
            <pc:sldMk cId="618672336" sldId="309"/>
            <ac:spMk id="4" creationId="{00336D17-02CD-7294-ADB8-6D74331CBEE6}"/>
          </ac:spMkLst>
        </pc:spChg>
      </pc:sldChg>
      <pc:sldChg chg="modSp add del mod">
        <pc:chgData name="JP Paulson" userId="460546f63f696f4c" providerId="LiveId" clId="{957F310B-9F73-4E82-8F26-768C6CA2EEB2}" dt="2026-06-26T21:45:54.938" v="3466" actId="20577"/>
        <pc:sldMkLst>
          <pc:docMk/>
          <pc:sldMk cId="3197818359" sldId="310"/>
        </pc:sldMkLst>
        <pc:spChg chg="mod">
          <ac:chgData name="JP Paulson" userId="460546f63f696f4c" providerId="LiveId" clId="{957F310B-9F73-4E82-8F26-768C6CA2EEB2}" dt="2026-06-24T19:49:17.802" v="556"/>
          <ac:spMkLst>
            <pc:docMk/>
            <pc:sldMk cId="3197818359" sldId="310"/>
            <ac:spMk id="2" creationId="{08D92459-1E0D-C028-298B-E13FA6AC3753}"/>
          </ac:spMkLst>
        </pc:spChg>
        <pc:spChg chg="mod">
          <ac:chgData name="JP Paulson" userId="460546f63f696f4c" providerId="LiveId" clId="{957F310B-9F73-4E82-8F26-768C6CA2EEB2}" dt="2026-06-26T21:45:54.938" v="3466" actId="20577"/>
          <ac:spMkLst>
            <pc:docMk/>
            <pc:sldMk cId="3197818359" sldId="310"/>
            <ac:spMk id="4" creationId="{B30186DC-5CEC-BEE4-BA76-E22A083D3C59}"/>
          </ac:spMkLst>
        </pc:spChg>
      </pc:sldChg>
      <pc:sldChg chg="modSp add del mod modAnim">
        <pc:chgData name="JP Paulson" userId="460546f63f696f4c" providerId="LiveId" clId="{957F310B-9F73-4E82-8F26-768C6CA2EEB2}" dt="2026-06-26T21:45:54.938" v="3465" actId="20577"/>
        <pc:sldMkLst>
          <pc:docMk/>
          <pc:sldMk cId="3293698668" sldId="311"/>
        </pc:sldMkLst>
        <pc:spChg chg="mod">
          <ac:chgData name="JP Paulson" userId="460546f63f696f4c" providerId="LiveId" clId="{957F310B-9F73-4E82-8F26-768C6CA2EEB2}" dt="2026-06-24T19:49:17.802" v="556"/>
          <ac:spMkLst>
            <pc:docMk/>
            <pc:sldMk cId="3293698668" sldId="311"/>
            <ac:spMk id="2" creationId="{0C6188AF-BA9B-91B2-50B6-D37E3BBAE9F6}"/>
          </ac:spMkLst>
        </pc:spChg>
        <pc:spChg chg="mod">
          <ac:chgData name="JP Paulson" userId="460546f63f696f4c" providerId="LiveId" clId="{957F310B-9F73-4E82-8F26-768C6CA2EEB2}" dt="2026-06-26T21:45:54.938" v="3465" actId="20577"/>
          <ac:spMkLst>
            <pc:docMk/>
            <pc:sldMk cId="3293698668" sldId="311"/>
            <ac:spMk id="3" creationId="{35B40FE8-299E-996E-D470-8A0EFD5ACB39}"/>
          </ac:spMkLst>
        </pc:spChg>
      </pc:sldChg>
      <pc:sldChg chg="modSp add del mod modAnim">
        <pc:chgData name="JP Paulson" userId="460546f63f696f4c" providerId="LiveId" clId="{957F310B-9F73-4E82-8F26-768C6CA2EEB2}" dt="2026-06-26T21:45:54.938" v="3464" actId="20577"/>
        <pc:sldMkLst>
          <pc:docMk/>
          <pc:sldMk cId="754461063" sldId="312"/>
        </pc:sldMkLst>
        <pc:spChg chg="mod">
          <ac:chgData name="JP Paulson" userId="460546f63f696f4c" providerId="LiveId" clId="{957F310B-9F73-4E82-8F26-768C6CA2EEB2}" dt="2026-06-24T19:49:17.802" v="556"/>
          <ac:spMkLst>
            <pc:docMk/>
            <pc:sldMk cId="754461063" sldId="312"/>
            <ac:spMk id="2" creationId="{59F74249-29AB-B6DF-90F5-4BC19D049AD7}"/>
          </ac:spMkLst>
        </pc:spChg>
        <pc:spChg chg="mod">
          <ac:chgData name="JP Paulson" userId="460546f63f696f4c" providerId="LiveId" clId="{957F310B-9F73-4E82-8F26-768C6CA2EEB2}" dt="2026-06-26T21:45:54.938" v="3464" actId="20577"/>
          <ac:spMkLst>
            <pc:docMk/>
            <pc:sldMk cId="754461063" sldId="312"/>
            <ac:spMk id="3" creationId="{D2BEC4DE-8141-2EC4-462C-2686A41679A3}"/>
          </ac:spMkLst>
        </pc:spChg>
      </pc:sldChg>
      <pc:sldChg chg="modSp add del mod modAnim">
        <pc:chgData name="JP Paulson" userId="460546f63f696f4c" providerId="LiveId" clId="{957F310B-9F73-4E82-8F26-768C6CA2EEB2}" dt="2026-06-26T21:45:54.936" v="3463" actId="20577"/>
        <pc:sldMkLst>
          <pc:docMk/>
          <pc:sldMk cId="1218725544" sldId="313"/>
        </pc:sldMkLst>
        <pc:spChg chg="mod">
          <ac:chgData name="JP Paulson" userId="460546f63f696f4c" providerId="LiveId" clId="{957F310B-9F73-4E82-8F26-768C6CA2EEB2}" dt="2026-06-24T19:49:17.802" v="556"/>
          <ac:spMkLst>
            <pc:docMk/>
            <pc:sldMk cId="1218725544" sldId="313"/>
            <ac:spMk id="2" creationId="{1224E2E6-38DC-68B0-10AE-1D725FB25FBF}"/>
          </ac:spMkLst>
        </pc:spChg>
        <pc:spChg chg="mod">
          <ac:chgData name="JP Paulson" userId="460546f63f696f4c" providerId="LiveId" clId="{957F310B-9F73-4E82-8F26-768C6CA2EEB2}" dt="2026-06-26T21:45:54.936" v="3463" actId="20577"/>
          <ac:spMkLst>
            <pc:docMk/>
            <pc:sldMk cId="1218725544" sldId="313"/>
            <ac:spMk id="3" creationId="{9ED00C34-AA3F-9A86-19A2-FDAB280F8026}"/>
          </ac:spMkLst>
        </pc:spChg>
      </pc:sldChg>
      <pc:sldChg chg="modSp add del mod">
        <pc:chgData name="JP Paulson" userId="460546f63f696f4c" providerId="LiveId" clId="{957F310B-9F73-4E82-8F26-768C6CA2EEB2}" dt="2026-06-26T21:45:54.934" v="3462" actId="20577"/>
        <pc:sldMkLst>
          <pc:docMk/>
          <pc:sldMk cId="949054014" sldId="314"/>
        </pc:sldMkLst>
        <pc:spChg chg="mod">
          <ac:chgData name="JP Paulson" userId="460546f63f696f4c" providerId="LiveId" clId="{957F310B-9F73-4E82-8F26-768C6CA2EEB2}" dt="2026-06-24T19:49:17.802" v="556"/>
          <ac:spMkLst>
            <pc:docMk/>
            <pc:sldMk cId="949054014" sldId="314"/>
            <ac:spMk id="2" creationId="{F71542BC-0590-6EC7-FABE-E865637CFC5A}"/>
          </ac:spMkLst>
        </pc:spChg>
        <pc:spChg chg="mod">
          <ac:chgData name="JP Paulson" userId="460546f63f696f4c" providerId="LiveId" clId="{957F310B-9F73-4E82-8F26-768C6CA2EEB2}" dt="2026-06-26T21:45:54.934" v="3462" actId="20577"/>
          <ac:spMkLst>
            <pc:docMk/>
            <pc:sldMk cId="949054014" sldId="314"/>
            <ac:spMk id="4" creationId="{E7E3B27B-4FAE-0EDB-F73F-305DDA2D1917}"/>
          </ac:spMkLst>
        </pc:spChg>
      </pc:sldChg>
      <pc:sldChg chg="modSp add del mod modAnim">
        <pc:chgData name="JP Paulson" userId="460546f63f696f4c" providerId="LiveId" clId="{957F310B-9F73-4E82-8F26-768C6CA2EEB2}" dt="2026-06-26T21:46:56.010" v="3474" actId="207"/>
        <pc:sldMkLst>
          <pc:docMk/>
          <pc:sldMk cId="3465190158" sldId="315"/>
        </pc:sldMkLst>
        <pc:spChg chg="mod">
          <ac:chgData name="JP Paulson" userId="460546f63f696f4c" providerId="LiveId" clId="{957F310B-9F73-4E82-8F26-768C6CA2EEB2}" dt="2026-06-24T19:49:17.802" v="556"/>
          <ac:spMkLst>
            <pc:docMk/>
            <pc:sldMk cId="3465190158" sldId="315"/>
            <ac:spMk id="2" creationId="{09438649-312C-DCE5-E5D9-9A33B48AC237}"/>
          </ac:spMkLst>
        </pc:spChg>
        <pc:spChg chg="mod">
          <ac:chgData name="JP Paulson" userId="460546f63f696f4c" providerId="LiveId" clId="{957F310B-9F73-4E82-8F26-768C6CA2EEB2}" dt="2026-06-26T21:45:54.934" v="3461" actId="20577"/>
          <ac:spMkLst>
            <pc:docMk/>
            <pc:sldMk cId="3465190158" sldId="315"/>
            <ac:spMk id="3" creationId="{5F4E4830-B451-7451-1CF5-919849B45CE6}"/>
          </ac:spMkLst>
        </pc:spChg>
        <pc:spChg chg="mod">
          <ac:chgData name="JP Paulson" userId="460546f63f696f4c" providerId="LiveId" clId="{957F310B-9F73-4E82-8F26-768C6CA2EEB2}" dt="2026-06-26T21:46:56.010" v="3474" actId="207"/>
          <ac:spMkLst>
            <pc:docMk/>
            <pc:sldMk cId="3465190158" sldId="315"/>
            <ac:spMk id="11" creationId="{3D170A25-2618-881A-8A1F-FEC50CCB6EDB}"/>
          </ac:spMkLst>
        </pc:spChg>
      </pc:sldChg>
      <pc:sldChg chg="modSp mod">
        <pc:chgData name="JP Paulson" userId="460546f63f696f4c" providerId="LiveId" clId="{957F310B-9F73-4E82-8F26-768C6CA2EEB2}" dt="2026-06-26T21:45:54.921" v="3452" actId="20577"/>
        <pc:sldMkLst>
          <pc:docMk/>
          <pc:sldMk cId="429641491" sldId="317"/>
        </pc:sldMkLst>
        <pc:spChg chg="mod">
          <ac:chgData name="JP Paulson" userId="460546f63f696f4c" providerId="LiveId" clId="{957F310B-9F73-4E82-8F26-768C6CA2EEB2}" dt="2026-06-24T19:49:17.802" v="556"/>
          <ac:spMkLst>
            <pc:docMk/>
            <pc:sldMk cId="429641491" sldId="317"/>
            <ac:spMk id="2" creationId="{DE2FC965-04BF-B4C2-C472-7FC51AC29AD2}"/>
          </ac:spMkLst>
        </pc:spChg>
        <pc:spChg chg="mod">
          <ac:chgData name="JP Paulson" userId="460546f63f696f4c" providerId="LiveId" clId="{957F310B-9F73-4E82-8F26-768C6CA2EEB2}" dt="2026-06-26T21:45:54.921" v="3452" actId="20577"/>
          <ac:spMkLst>
            <pc:docMk/>
            <pc:sldMk cId="429641491" sldId="317"/>
            <ac:spMk id="3" creationId="{64314034-B571-06B3-C7F1-871EEBE1E396}"/>
          </ac:spMkLst>
        </pc:spChg>
      </pc:sldChg>
      <pc:sldChg chg="modSp mod">
        <pc:chgData name="JP Paulson" userId="460546f63f696f4c" providerId="LiveId" clId="{957F310B-9F73-4E82-8F26-768C6CA2EEB2}" dt="2026-06-26T21:45:54.917" v="3451" actId="20577"/>
        <pc:sldMkLst>
          <pc:docMk/>
          <pc:sldMk cId="4270755423" sldId="318"/>
        </pc:sldMkLst>
        <pc:spChg chg="mod">
          <ac:chgData name="JP Paulson" userId="460546f63f696f4c" providerId="LiveId" clId="{957F310B-9F73-4E82-8F26-768C6CA2EEB2}" dt="2026-06-24T19:49:17.802" v="556"/>
          <ac:spMkLst>
            <pc:docMk/>
            <pc:sldMk cId="4270755423" sldId="318"/>
            <ac:spMk id="2" creationId="{4485E40E-23EB-E2E6-B7B9-7FE62B9A80A6}"/>
          </ac:spMkLst>
        </pc:spChg>
        <pc:spChg chg="mod">
          <ac:chgData name="JP Paulson" userId="460546f63f696f4c" providerId="LiveId" clId="{957F310B-9F73-4E82-8F26-768C6CA2EEB2}" dt="2026-06-26T21:45:54.917" v="3451" actId="20577"/>
          <ac:spMkLst>
            <pc:docMk/>
            <pc:sldMk cId="4270755423" sldId="318"/>
            <ac:spMk id="3" creationId="{DE3393CC-A6E4-5980-D934-11ED344E0F4F}"/>
          </ac:spMkLst>
        </pc:spChg>
      </pc:sldChg>
      <pc:sldChg chg="modSp mod">
        <pc:chgData name="JP Paulson" userId="460546f63f696f4c" providerId="LiveId" clId="{957F310B-9F73-4E82-8F26-768C6CA2EEB2}" dt="2026-06-26T21:45:54.917" v="3450" actId="20577"/>
        <pc:sldMkLst>
          <pc:docMk/>
          <pc:sldMk cId="1516995466" sldId="319"/>
        </pc:sldMkLst>
        <pc:spChg chg="mod">
          <ac:chgData name="JP Paulson" userId="460546f63f696f4c" providerId="LiveId" clId="{957F310B-9F73-4E82-8F26-768C6CA2EEB2}" dt="2026-06-24T19:49:17.802" v="556"/>
          <ac:spMkLst>
            <pc:docMk/>
            <pc:sldMk cId="1516995466" sldId="319"/>
            <ac:spMk id="2" creationId="{E690D470-C079-3EA6-0CEF-08EC5409DE18}"/>
          </ac:spMkLst>
        </pc:spChg>
        <pc:spChg chg="mod">
          <ac:chgData name="JP Paulson" userId="460546f63f696f4c" providerId="LiveId" clId="{957F310B-9F73-4E82-8F26-768C6CA2EEB2}" dt="2026-06-26T21:45:54.917" v="3450" actId="20577"/>
          <ac:spMkLst>
            <pc:docMk/>
            <pc:sldMk cId="1516995466" sldId="319"/>
            <ac:spMk id="3" creationId="{24795C27-CDBC-9C41-DEBF-B58EDA8A9A16}"/>
          </ac:spMkLst>
        </pc:spChg>
      </pc:sldChg>
      <pc:sldChg chg="modSp mod">
        <pc:chgData name="JP Paulson" userId="460546f63f696f4c" providerId="LiveId" clId="{957F310B-9F73-4E82-8F26-768C6CA2EEB2}" dt="2026-06-26T21:45:54.917" v="3449" actId="20577"/>
        <pc:sldMkLst>
          <pc:docMk/>
          <pc:sldMk cId="2478823530" sldId="320"/>
        </pc:sldMkLst>
        <pc:spChg chg="mod">
          <ac:chgData name="JP Paulson" userId="460546f63f696f4c" providerId="LiveId" clId="{957F310B-9F73-4E82-8F26-768C6CA2EEB2}" dt="2026-06-24T19:49:17.802" v="556"/>
          <ac:spMkLst>
            <pc:docMk/>
            <pc:sldMk cId="2478823530" sldId="320"/>
            <ac:spMk id="2" creationId="{45BD808F-3898-3D02-0C8E-C15B331A6C9C}"/>
          </ac:spMkLst>
        </pc:spChg>
        <pc:spChg chg="mod">
          <ac:chgData name="JP Paulson" userId="460546f63f696f4c" providerId="LiveId" clId="{957F310B-9F73-4E82-8F26-768C6CA2EEB2}" dt="2026-06-26T21:45:54.917" v="3449" actId="20577"/>
          <ac:spMkLst>
            <pc:docMk/>
            <pc:sldMk cId="2478823530" sldId="320"/>
            <ac:spMk id="3" creationId="{E7013CA4-96D0-1ABC-0E3A-F7FD427AD6CC}"/>
          </ac:spMkLst>
        </pc:spChg>
      </pc:sldChg>
      <pc:sldChg chg="modSp mod">
        <pc:chgData name="JP Paulson" userId="460546f63f696f4c" providerId="LiveId" clId="{957F310B-9F73-4E82-8F26-768C6CA2EEB2}" dt="2026-06-26T21:45:54.912" v="3448" actId="20577"/>
        <pc:sldMkLst>
          <pc:docMk/>
          <pc:sldMk cId="2515816884" sldId="321"/>
        </pc:sldMkLst>
        <pc:spChg chg="mod">
          <ac:chgData name="JP Paulson" userId="460546f63f696f4c" providerId="LiveId" clId="{957F310B-9F73-4E82-8F26-768C6CA2EEB2}" dt="2026-06-24T19:49:17.802" v="556"/>
          <ac:spMkLst>
            <pc:docMk/>
            <pc:sldMk cId="2515816884" sldId="321"/>
            <ac:spMk id="2" creationId="{D7CD4F0B-4D91-E9F7-8131-1763B2A0FF13}"/>
          </ac:spMkLst>
        </pc:spChg>
        <pc:spChg chg="mod">
          <ac:chgData name="JP Paulson" userId="460546f63f696f4c" providerId="LiveId" clId="{957F310B-9F73-4E82-8F26-768C6CA2EEB2}" dt="2026-06-26T21:45:54.912" v="3448" actId="20577"/>
          <ac:spMkLst>
            <pc:docMk/>
            <pc:sldMk cId="2515816884" sldId="321"/>
            <ac:spMk id="3" creationId="{D0983EB6-50EF-3AB3-BB9D-1E84999A0C03}"/>
          </ac:spMkLst>
        </pc:spChg>
      </pc:sldChg>
      <pc:sldChg chg="modSp mod">
        <pc:chgData name="JP Paulson" userId="460546f63f696f4c" providerId="LiveId" clId="{957F310B-9F73-4E82-8F26-768C6CA2EEB2}" dt="2026-06-26T21:45:54.912" v="3447" actId="20577"/>
        <pc:sldMkLst>
          <pc:docMk/>
          <pc:sldMk cId="3260323113" sldId="322"/>
        </pc:sldMkLst>
        <pc:spChg chg="mod">
          <ac:chgData name="JP Paulson" userId="460546f63f696f4c" providerId="LiveId" clId="{957F310B-9F73-4E82-8F26-768C6CA2EEB2}" dt="2026-06-24T19:49:17.802" v="556"/>
          <ac:spMkLst>
            <pc:docMk/>
            <pc:sldMk cId="3260323113" sldId="322"/>
            <ac:spMk id="2" creationId="{F54DF0C6-F54B-5F1A-31FB-EDB6407D951B}"/>
          </ac:spMkLst>
        </pc:spChg>
        <pc:spChg chg="mod">
          <ac:chgData name="JP Paulson" userId="460546f63f696f4c" providerId="LiveId" clId="{957F310B-9F73-4E82-8F26-768C6CA2EEB2}" dt="2026-06-26T21:45:54.912" v="3447" actId="20577"/>
          <ac:spMkLst>
            <pc:docMk/>
            <pc:sldMk cId="3260323113" sldId="322"/>
            <ac:spMk id="3" creationId="{545415C7-F711-EFA5-FB3D-6DA601C8DAD0}"/>
          </ac:spMkLst>
        </pc:spChg>
      </pc:sldChg>
      <pc:sldChg chg="modSp mod">
        <pc:chgData name="JP Paulson" userId="460546f63f696f4c" providerId="LiveId" clId="{957F310B-9F73-4E82-8F26-768C6CA2EEB2}" dt="2026-06-26T21:45:54.912" v="3446" actId="20577"/>
        <pc:sldMkLst>
          <pc:docMk/>
          <pc:sldMk cId="3486774122" sldId="323"/>
        </pc:sldMkLst>
        <pc:spChg chg="mod">
          <ac:chgData name="JP Paulson" userId="460546f63f696f4c" providerId="LiveId" clId="{957F310B-9F73-4E82-8F26-768C6CA2EEB2}" dt="2026-06-24T19:49:17.802" v="556"/>
          <ac:spMkLst>
            <pc:docMk/>
            <pc:sldMk cId="3486774122" sldId="323"/>
            <ac:spMk id="2" creationId="{C24A3008-DA88-71F8-4165-2398D6DA94A1}"/>
          </ac:spMkLst>
        </pc:spChg>
        <pc:spChg chg="mod">
          <ac:chgData name="JP Paulson" userId="460546f63f696f4c" providerId="LiveId" clId="{957F310B-9F73-4E82-8F26-768C6CA2EEB2}" dt="2026-06-26T21:45:54.912" v="3446" actId="20577"/>
          <ac:spMkLst>
            <pc:docMk/>
            <pc:sldMk cId="3486774122" sldId="323"/>
            <ac:spMk id="3" creationId="{79A8FDD4-3FD3-6933-41C0-C35BE0384B39}"/>
          </ac:spMkLst>
        </pc:spChg>
      </pc:sldChg>
      <pc:sldChg chg="modSp add del mod">
        <pc:chgData name="JP Paulson" userId="460546f63f696f4c" providerId="LiveId" clId="{957F310B-9F73-4E82-8F26-768C6CA2EEB2}" dt="2026-06-26T21:45:54.942" v="3469" actId="20577"/>
        <pc:sldMkLst>
          <pc:docMk/>
          <pc:sldMk cId="2900031684" sldId="324"/>
        </pc:sldMkLst>
        <pc:spChg chg="mod">
          <ac:chgData name="JP Paulson" userId="460546f63f696f4c" providerId="LiveId" clId="{957F310B-9F73-4E82-8F26-768C6CA2EEB2}" dt="2026-06-24T19:49:17.802" v="556"/>
          <ac:spMkLst>
            <pc:docMk/>
            <pc:sldMk cId="2900031684" sldId="324"/>
            <ac:spMk id="2" creationId="{0AE67F57-8F93-9664-0BC8-1374D63C459E}"/>
          </ac:spMkLst>
        </pc:spChg>
        <pc:spChg chg="mod">
          <ac:chgData name="JP Paulson" userId="460546f63f696f4c" providerId="LiveId" clId="{957F310B-9F73-4E82-8F26-768C6CA2EEB2}" dt="2026-06-26T20:49:19.924" v="1187" actId="20577"/>
          <ac:spMkLst>
            <pc:docMk/>
            <pc:sldMk cId="2900031684" sldId="324"/>
            <ac:spMk id="3" creationId="{B205CECB-C1B0-093E-D480-94BA197F274E}"/>
          </ac:spMkLst>
        </pc:spChg>
        <pc:spChg chg="mod">
          <ac:chgData name="JP Paulson" userId="460546f63f696f4c" providerId="LiveId" clId="{957F310B-9F73-4E82-8F26-768C6CA2EEB2}" dt="2026-06-26T21:45:54.942" v="3469" actId="20577"/>
          <ac:spMkLst>
            <pc:docMk/>
            <pc:sldMk cId="2900031684" sldId="324"/>
            <ac:spMk id="4" creationId="{0418EC05-3047-CAB2-F49C-6B1D5D30AC78}"/>
          </ac:spMkLst>
        </pc:spChg>
      </pc:sldChg>
      <pc:sldChg chg="modSp mod">
        <pc:chgData name="JP Paulson" userId="460546f63f696f4c" providerId="LiveId" clId="{957F310B-9F73-4E82-8F26-768C6CA2EEB2}" dt="2026-06-26T21:45:54.908" v="3443" actId="20577"/>
        <pc:sldMkLst>
          <pc:docMk/>
          <pc:sldMk cId="1198142596" sldId="325"/>
        </pc:sldMkLst>
        <pc:spChg chg="mod">
          <ac:chgData name="JP Paulson" userId="460546f63f696f4c" providerId="LiveId" clId="{957F310B-9F73-4E82-8F26-768C6CA2EEB2}" dt="2026-06-24T19:49:17.802" v="556"/>
          <ac:spMkLst>
            <pc:docMk/>
            <pc:sldMk cId="1198142596" sldId="325"/>
            <ac:spMk id="2" creationId="{BD85AE59-238A-475E-B864-941585B64635}"/>
          </ac:spMkLst>
        </pc:spChg>
        <pc:spChg chg="mod">
          <ac:chgData name="JP Paulson" userId="460546f63f696f4c" providerId="LiveId" clId="{957F310B-9F73-4E82-8F26-768C6CA2EEB2}" dt="2026-06-26T20:48:44.769" v="1182" actId="27636"/>
          <ac:spMkLst>
            <pc:docMk/>
            <pc:sldMk cId="1198142596" sldId="325"/>
            <ac:spMk id="3" creationId="{F611C14C-422D-8582-8A03-6370E752AF0E}"/>
          </ac:spMkLst>
        </pc:spChg>
        <pc:spChg chg="mod">
          <ac:chgData name="JP Paulson" userId="460546f63f696f4c" providerId="LiveId" clId="{957F310B-9F73-4E82-8F26-768C6CA2EEB2}" dt="2026-06-26T21:45:54.908" v="3443" actId="20577"/>
          <ac:spMkLst>
            <pc:docMk/>
            <pc:sldMk cId="1198142596" sldId="325"/>
            <ac:spMk id="4" creationId="{C77A0F11-E481-D671-EF70-FA89B271F7F0}"/>
          </ac:spMkLst>
        </pc:spChg>
      </pc:sldChg>
      <pc:sldChg chg="addSp delSp modSp new del mod">
        <pc:chgData name="JP Paulson" userId="460546f63f696f4c" providerId="LiveId" clId="{957F310B-9F73-4E82-8F26-768C6CA2EEB2}" dt="2026-06-26T21:46:09.461" v="3473" actId="47"/>
        <pc:sldMkLst>
          <pc:docMk/>
          <pc:sldMk cId="956672400" sldId="326"/>
        </pc:sldMkLst>
        <pc:spChg chg="mod">
          <ac:chgData name="JP Paulson" userId="460546f63f696f4c" providerId="LiveId" clId="{957F310B-9F73-4E82-8F26-768C6CA2EEB2}" dt="2026-06-26T21:45:54.908" v="3442" actId="20577"/>
          <ac:spMkLst>
            <pc:docMk/>
            <pc:sldMk cId="956672400" sldId="326"/>
            <ac:spMk id="3" creationId="{D66E460E-32D2-7C32-6710-CC8C051B561D}"/>
          </ac:spMkLst>
        </pc:spChg>
      </pc:sldChg>
      <pc:sldChg chg="modSp add del modTransition modAnim">
        <pc:chgData name="JP Paulson" userId="460546f63f696f4c" providerId="LiveId" clId="{957F310B-9F73-4E82-8F26-768C6CA2EEB2}" dt="2026-06-26T21:45:54.859" v="3441" actId="2890"/>
        <pc:sldMkLst>
          <pc:docMk/>
          <pc:sldMk cId="2465100651" sldId="327"/>
        </pc:sldMkLst>
        <pc:spChg chg="mod">
          <ac:chgData name="JP Paulson" userId="460546f63f696f4c" providerId="LiveId" clId="{957F310B-9F73-4E82-8F26-768C6CA2EEB2}" dt="2026-06-26T21:45:26.845" v="1263"/>
          <ac:spMkLst>
            <pc:docMk/>
            <pc:sldMk cId="2465100651" sldId="327"/>
            <ac:spMk id="75" creationId="{00000000-0000-0000-0000-000000000000}"/>
          </ac:spMkLst>
        </pc:spChg>
      </pc:sldChg>
      <pc:sldChg chg="modSp add del modTransition modAnim">
        <pc:chgData name="JP Paulson" userId="460546f63f696f4c" providerId="LiveId" clId="{957F310B-9F73-4E82-8F26-768C6CA2EEB2}" dt="2026-06-26T21:45:54.855" v="3440" actId="2890"/>
        <pc:sldMkLst>
          <pc:docMk/>
          <pc:sldMk cId="2056468259" sldId="328"/>
        </pc:sldMkLst>
        <pc:spChg chg="mod">
          <ac:chgData name="JP Paulson" userId="460546f63f696f4c" providerId="LiveId" clId="{957F310B-9F73-4E82-8F26-768C6CA2EEB2}" dt="2026-06-26T21:45:26.875" v="1277"/>
          <ac:spMkLst>
            <pc:docMk/>
            <pc:sldMk cId="2056468259" sldId="328"/>
            <ac:spMk id="75" creationId="{00000000-0000-0000-0000-000000000000}"/>
          </ac:spMkLst>
        </pc:spChg>
      </pc:sldChg>
      <pc:sldChg chg="modSp add del modTransition modAnim">
        <pc:chgData name="JP Paulson" userId="460546f63f696f4c" providerId="LiveId" clId="{957F310B-9F73-4E82-8F26-768C6CA2EEB2}" dt="2026-06-26T21:45:54.850" v="3439" actId="2890"/>
        <pc:sldMkLst>
          <pc:docMk/>
          <pc:sldMk cId="1033912527" sldId="329"/>
        </pc:sldMkLst>
        <pc:spChg chg="mod">
          <ac:chgData name="JP Paulson" userId="460546f63f696f4c" providerId="LiveId" clId="{957F310B-9F73-4E82-8F26-768C6CA2EEB2}" dt="2026-06-26T21:45:26.888" v="1288"/>
          <ac:spMkLst>
            <pc:docMk/>
            <pc:sldMk cId="1033912527" sldId="329"/>
            <ac:spMk id="75" creationId="{00000000-0000-0000-0000-000000000000}"/>
          </ac:spMkLst>
        </pc:spChg>
      </pc:sldChg>
      <pc:sldChg chg="modSp add del modTransition modAnim">
        <pc:chgData name="JP Paulson" userId="460546f63f696f4c" providerId="LiveId" clId="{957F310B-9F73-4E82-8F26-768C6CA2EEB2}" dt="2026-06-26T21:45:54.846" v="3438" actId="2890"/>
        <pc:sldMkLst>
          <pc:docMk/>
          <pc:sldMk cId="23001679" sldId="330"/>
        </pc:sldMkLst>
        <pc:spChg chg="mod">
          <ac:chgData name="JP Paulson" userId="460546f63f696f4c" providerId="LiveId" clId="{957F310B-9F73-4E82-8F26-768C6CA2EEB2}" dt="2026-06-26T21:45:26.925" v="1296"/>
          <ac:spMkLst>
            <pc:docMk/>
            <pc:sldMk cId="23001679" sldId="330"/>
            <ac:spMk id="75" creationId="{00000000-0000-0000-0000-000000000000}"/>
          </ac:spMkLst>
        </pc:spChg>
      </pc:sldChg>
      <pc:sldChg chg="add del modTransition modAnim">
        <pc:chgData name="JP Paulson" userId="460546f63f696f4c" providerId="LiveId" clId="{957F310B-9F73-4E82-8F26-768C6CA2EEB2}" dt="2026-06-26T21:45:54.838" v="3437" actId="2890"/>
        <pc:sldMkLst>
          <pc:docMk/>
          <pc:sldMk cId="1873425046" sldId="331"/>
        </pc:sldMkLst>
      </pc:sldChg>
      <pc:sldChg chg="modSp add del modTransition modAnim">
        <pc:chgData name="JP Paulson" userId="460546f63f696f4c" providerId="LiveId" clId="{957F310B-9F73-4E82-8F26-768C6CA2EEB2}" dt="2026-06-26T21:45:54.825" v="3435" actId="2890"/>
        <pc:sldMkLst>
          <pc:docMk/>
          <pc:sldMk cId="3961077081" sldId="332"/>
        </pc:sldMkLst>
        <pc:spChg chg="mod">
          <ac:chgData name="JP Paulson" userId="460546f63f696f4c" providerId="LiveId" clId="{957F310B-9F73-4E82-8F26-768C6CA2EEB2}" dt="2026-06-26T21:45:26.980" v="1319"/>
          <ac:spMkLst>
            <pc:docMk/>
            <pc:sldMk cId="3961077081" sldId="332"/>
            <ac:spMk id="82" creationId="{00000000-0000-0000-0000-000000000000}"/>
          </ac:spMkLst>
        </pc:spChg>
      </pc:sldChg>
      <pc:sldChg chg="modSp add del modTransition modAnim">
        <pc:chgData name="JP Paulson" userId="460546f63f696f4c" providerId="LiveId" clId="{957F310B-9F73-4E82-8F26-768C6CA2EEB2}" dt="2026-06-26T21:45:54.821" v="3434" actId="2890"/>
        <pc:sldMkLst>
          <pc:docMk/>
          <pc:sldMk cId="1632099336" sldId="333"/>
        </pc:sldMkLst>
        <pc:spChg chg="mod">
          <ac:chgData name="JP Paulson" userId="460546f63f696f4c" providerId="LiveId" clId="{957F310B-9F73-4E82-8F26-768C6CA2EEB2}" dt="2026-06-26T21:45:26.984" v="1325"/>
          <ac:spMkLst>
            <pc:docMk/>
            <pc:sldMk cId="1632099336" sldId="333"/>
            <ac:spMk id="82" creationId="{00000000-0000-0000-0000-000000000000}"/>
          </ac:spMkLst>
        </pc:spChg>
      </pc:sldChg>
      <pc:sldChg chg="add del modTransition modAnim">
        <pc:chgData name="JP Paulson" userId="460546f63f696f4c" providerId="LiveId" clId="{957F310B-9F73-4E82-8F26-768C6CA2EEB2}" dt="2026-06-26T21:45:54.819" v="3433" actId="2890"/>
        <pc:sldMkLst>
          <pc:docMk/>
          <pc:sldMk cId="2896537495" sldId="334"/>
        </pc:sldMkLst>
      </pc:sldChg>
      <pc:sldChg chg="modSp add del modTransition modAnim">
        <pc:chgData name="JP Paulson" userId="460546f63f696f4c" providerId="LiveId" clId="{957F310B-9F73-4E82-8F26-768C6CA2EEB2}" dt="2026-06-26T21:45:54.805" v="3431" actId="2890"/>
        <pc:sldMkLst>
          <pc:docMk/>
          <pc:sldMk cId="2714363671" sldId="335"/>
        </pc:sldMkLst>
        <pc:spChg chg="mod">
          <ac:chgData name="JP Paulson" userId="460546f63f696f4c" providerId="LiveId" clId="{957F310B-9F73-4E82-8F26-768C6CA2EEB2}" dt="2026-06-26T21:45:27.072" v="1362"/>
          <ac:spMkLst>
            <pc:docMk/>
            <pc:sldMk cId="2714363671" sldId="335"/>
            <ac:spMk id="3" creationId="{B205CECB-C1B0-093E-D480-94BA197F274E}"/>
          </ac:spMkLst>
        </pc:spChg>
      </pc:sldChg>
      <pc:sldChg chg="modSp add del modTransition modAnim">
        <pc:chgData name="JP Paulson" userId="460546f63f696f4c" providerId="LiveId" clId="{957F310B-9F73-4E82-8F26-768C6CA2EEB2}" dt="2026-06-26T21:45:54.801" v="3430" actId="2890"/>
        <pc:sldMkLst>
          <pc:docMk/>
          <pc:sldMk cId="4266775441" sldId="336"/>
        </pc:sldMkLst>
        <pc:spChg chg="mod">
          <ac:chgData name="JP Paulson" userId="460546f63f696f4c" providerId="LiveId" clId="{957F310B-9F73-4E82-8F26-768C6CA2EEB2}" dt="2026-06-26T21:45:27.122" v="1384"/>
          <ac:spMkLst>
            <pc:docMk/>
            <pc:sldMk cId="4266775441" sldId="336"/>
            <ac:spMk id="3" creationId="{B205CECB-C1B0-093E-D480-94BA197F274E}"/>
          </ac:spMkLst>
        </pc:spChg>
      </pc:sldChg>
      <pc:sldChg chg="modSp add del modTransition modAnim">
        <pc:chgData name="JP Paulson" userId="460546f63f696f4c" providerId="LiveId" clId="{957F310B-9F73-4E82-8F26-768C6CA2EEB2}" dt="2026-06-26T21:45:54.797" v="3429" actId="2890"/>
        <pc:sldMkLst>
          <pc:docMk/>
          <pc:sldMk cId="3624682391" sldId="337"/>
        </pc:sldMkLst>
        <pc:spChg chg="mod">
          <ac:chgData name="JP Paulson" userId="460546f63f696f4c" providerId="LiveId" clId="{957F310B-9F73-4E82-8F26-768C6CA2EEB2}" dt="2026-06-26T21:45:27.157" v="1400"/>
          <ac:spMkLst>
            <pc:docMk/>
            <pc:sldMk cId="3624682391" sldId="337"/>
            <ac:spMk id="3" creationId="{B205CECB-C1B0-093E-D480-94BA197F274E}"/>
          </ac:spMkLst>
        </pc:spChg>
      </pc:sldChg>
      <pc:sldChg chg="modSp add del modTransition modAnim">
        <pc:chgData name="JP Paulson" userId="460546f63f696f4c" providerId="LiveId" clId="{957F310B-9F73-4E82-8F26-768C6CA2EEB2}" dt="2026-06-26T21:45:54.793" v="3428" actId="2890"/>
        <pc:sldMkLst>
          <pc:docMk/>
          <pc:sldMk cId="298729410" sldId="338"/>
        </pc:sldMkLst>
        <pc:spChg chg="mod">
          <ac:chgData name="JP Paulson" userId="460546f63f696f4c" providerId="LiveId" clId="{957F310B-9F73-4E82-8F26-768C6CA2EEB2}" dt="2026-06-26T21:45:27.194" v="1413"/>
          <ac:spMkLst>
            <pc:docMk/>
            <pc:sldMk cId="298729410" sldId="338"/>
            <ac:spMk id="3" creationId="{B205CECB-C1B0-093E-D480-94BA197F274E}"/>
          </ac:spMkLst>
        </pc:spChg>
      </pc:sldChg>
      <pc:sldChg chg="modSp add del modTransition modAnim">
        <pc:chgData name="JP Paulson" userId="460546f63f696f4c" providerId="LiveId" clId="{957F310B-9F73-4E82-8F26-768C6CA2EEB2}" dt="2026-06-26T21:45:54.789" v="3427" actId="2890"/>
        <pc:sldMkLst>
          <pc:docMk/>
          <pc:sldMk cId="3463252759" sldId="339"/>
        </pc:sldMkLst>
        <pc:spChg chg="mod">
          <ac:chgData name="JP Paulson" userId="460546f63f696f4c" providerId="LiveId" clId="{957F310B-9F73-4E82-8F26-768C6CA2EEB2}" dt="2026-06-26T21:45:27.202" v="1423"/>
          <ac:spMkLst>
            <pc:docMk/>
            <pc:sldMk cId="3463252759" sldId="339"/>
            <ac:spMk id="3" creationId="{B205CECB-C1B0-093E-D480-94BA197F274E}"/>
          </ac:spMkLst>
        </pc:spChg>
      </pc:sldChg>
      <pc:sldChg chg="add del modTransition modAnim">
        <pc:chgData name="JP Paulson" userId="460546f63f696f4c" providerId="LiveId" clId="{957F310B-9F73-4E82-8F26-768C6CA2EEB2}" dt="2026-06-26T21:45:54.784" v="3426" actId="2890"/>
        <pc:sldMkLst>
          <pc:docMk/>
          <pc:sldMk cId="1549218930" sldId="340"/>
        </pc:sldMkLst>
      </pc:sldChg>
      <pc:sldChg chg="addSp delSp add del mod modTransition addAnim delAnim modAnim">
        <pc:chgData name="JP Paulson" userId="460546f63f696f4c" providerId="LiveId" clId="{957F310B-9F73-4E82-8F26-768C6CA2EEB2}" dt="2026-06-26T21:45:54.764" v="3424" actId="2890"/>
        <pc:sldMkLst>
          <pc:docMk/>
          <pc:sldMk cId="4273123298" sldId="341"/>
        </pc:sldMkLst>
        <pc:picChg chg="add del">
          <ac:chgData name="JP Paulson" userId="460546f63f696f4c" providerId="LiveId" clId="{957F310B-9F73-4E82-8F26-768C6CA2EEB2}" dt="2026-06-26T21:45:54.751" v="3419" actId="478"/>
          <ac:picMkLst>
            <pc:docMk/>
            <pc:sldMk cId="4273123298" sldId="341"/>
            <ac:picMk id="16" creationId="{546608ED-A186-320F-8A3B-0344CA12B87E}"/>
          </ac:picMkLst>
        </pc:picChg>
        <pc:picChg chg="add del">
          <ac:chgData name="JP Paulson" userId="460546f63f696f4c" providerId="LiveId" clId="{957F310B-9F73-4E82-8F26-768C6CA2EEB2}" dt="2026-06-26T21:45:54.751" v="3420" actId="478"/>
          <ac:picMkLst>
            <pc:docMk/>
            <pc:sldMk cId="4273123298" sldId="341"/>
            <ac:picMk id="18" creationId="{FDE9963F-3F33-FA84-EFE6-2371059CEDB2}"/>
          </ac:picMkLst>
        </pc:picChg>
        <pc:picChg chg="add del">
          <ac:chgData name="JP Paulson" userId="460546f63f696f4c" providerId="LiveId" clId="{957F310B-9F73-4E82-8F26-768C6CA2EEB2}" dt="2026-06-26T21:45:54.756" v="3421" actId="478"/>
          <ac:picMkLst>
            <pc:docMk/>
            <pc:sldMk cId="4273123298" sldId="341"/>
            <ac:picMk id="20" creationId="{66CA177A-7AAC-75C3-7FAE-05F3E19B66E3}"/>
          </ac:picMkLst>
        </pc:picChg>
      </pc:sldChg>
      <pc:sldChg chg="addSp delSp add del mod modTransition addAnim delAnim modAnim">
        <pc:chgData name="JP Paulson" userId="460546f63f696f4c" providerId="LiveId" clId="{957F310B-9F73-4E82-8F26-768C6CA2EEB2}" dt="2026-06-26T21:45:54.760" v="3423" actId="2890"/>
        <pc:sldMkLst>
          <pc:docMk/>
          <pc:sldMk cId="1840482115" sldId="342"/>
        </pc:sldMkLst>
        <pc:picChg chg="add del">
          <ac:chgData name="JP Paulson" userId="460546f63f696f4c" providerId="LiveId" clId="{957F310B-9F73-4E82-8F26-768C6CA2EEB2}" dt="2026-06-26T21:45:54.751" v="3418" actId="478"/>
          <ac:picMkLst>
            <pc:docMk/>
            <pc:sldMk cId="1840482115" sldId="342"/>
            <ac:picMk id="16" creationId="{546608ED-A186-320F-8A3B-0344CA12B87E}"/>
          </ac:picMkLst>
        </pc:picChg>
      </pc:sldChg>
      <pc:sldChg chg="addSp delSp add del mod modTransition addAnim delAnim modAnim">
        <pc:chgData name="JP Paulson" userId="460546f63f696f4c" providerId="LiveId" clId="{957F310B-9F73-4E82-8F26-768C6CA2EEB2}" dt="2026-06-26T21:45:54.760" v="3422" actId="2890"/>
        <pc:sldMkLst>
          <pc:docMk/>
          <pc:sldMk cId="434039116" sldId="343"/>
        </pc:sldMkLst>
        <pc:picChg chg="add del">
          <ac:chgData name="JP Paulson" userId="460546f63f696f4c" providerId="LiveId" clId="{957F310B-9F73-4E82-8F26-768C6CA2EEB2}" dt="2026-06-26T21:45:54.747" v="3416" actId="478"/>
          <ac:picMkLst>
            <pc:docMk/>
            <pc:sldMk cId="434039116" sldId="343"/>
            <ac:picMk id="18" creationId="{FDE9963F-3F33-FA84-EFE6-2371059CEDB2}"/>
          </ac:picMkLst>
        </pc:picChg>
        <pc:picChg chg="add del">
          <ac:chgData name="JP Paulson" userId="460546f63f696f4c" providerId="LiveId" clId="{957F310B-9F73-4E82-8F26-768C6CA2EEB2}" dt="2026-06-26T21:45:54.747" v="3417" actId="478"/>
          <ac:picMkLst>
            <pc:docMk/>
            <pc:sldMk cId="434039116" sldId="343"/>
            <ac:picMk id="20" creationId="{66CA177A-7AAC-75C3-7FAE-05F3E19B66E3}"/>
          </ac:picMkLst>
        </pc:picChg>
      </pc:sldChg>
      <pc:sldChg chg="addSp delSp add del mod modTransition addAnim delAnim modAnim">
        <pc:chgData name="JP Paulson" userId="460546f63f696f4c" providerId="LiveId" clId="{957F310B-9F73-4E82-8F26-768C6CA2EEB2}" dt="2026-06-26T21:45:54.736" v="3414" actId="2890"/>
        <pc:sldMkLst>
          <pc:docMk/>
          <pc:sldMk cId="3240609311" sldId="344"/>
        </pc:sldMkLst>
        <pc:picChg chg="add del">
          <ac:chgData name="JP Paulson" userId="460546f63f696f4c" providerId="LiveId" clId="{957F310B-9F73-4E82-8F26-768C6CA2EEB2}" dt="2026-06-26T21:45:54.731" v="3408" actId="478"/>
          <ac:picMkLst>
            <pc:docMk/>
            <pc:sldMk cId="3240609311" sldId="344"/>
            <ac:picMk id="7" creationId="{B385F815-2BB1-A8AE-1369-13B89D83DC5D}"/>
          </ac:picMkLst>
        </pc:picChg>
      </pc:sldChg>
      <pc:sldChg chg="addSp delSp modSp add del mod modTransition addAnim delAnim modAnim">
        <pc:chgData name="JP Paulson" userId="460546f63f696f4c" providerId="LiveId" clId="{957F310B-9F73-4E82-8F26-768C6CA2EEB2}" dt="2026-06-26T21:45:54.731" v="3413" actId="2890"/>
        <pc:sldMkLst>
          <pc:docMk/>
          <pc:sldMk cId="1557027810" sldId="345"/>
        </pc:sldMkLst>
        <pc:picChg chg="add del mod">
          <ac:chgData name="JP Paulson" userId="460546f63f696f4c" providerId="LiveId" clId="{957F310B-9F73-4E82-8F26-768C6CA2EEB2}" dt="2026-06-26T21:45:54.731" v="3412" actId="1076"/>
          <ac:picMkLst>
            <pc:docMk/>
            <pc:sldMk cId="1557027810" sldId="345"/>
            <ac:picMk id="9" creationId="{58A2F6DC-5580-9B78-563D-F25062588DA1}"/>
          </ac:picMkLst>
        </pc:picChg>
        <pc:picChg chg="add del mod">
          <ac:chgData name="JP Paulson" userId="460546f63f696f4c" providerId="LiveId" clId="{957F310B-9F73-4E82-8F26-768C6CA2EEB2}" dt="2026-06-26T21:45:54.731" v="3410" actId="1076"/>
          <ac:picMkLst>
            <pc:docMk/>
            <pc:sldMk cId="1557027810" sldId="345"/>
            <ac:picMk id="11" creationId="{86545093-21CF-2CD4-C31B-2F1954B2BD2D}"/>
          </ac:picMkLst>
        </pc:picChg>
      </pc:sldChg>
      <pc:sldChg chg="addSp delSp add del mod modTransition addAnim delAnim modAnim">
        <pc:chgData name="JP Paulson" userId="460546f63f696f4c" providerId="LiveId" clId="{957F310B-9F73-4E82-8F26-768C6CA2EEB2}" dt="2026-06-26T21:45:54.713" v="3404" actId="2890"/>
        <pc:sldMkLst>
          <pc:docMk/>
          <pc:sldMk cId="2718623251" sldId="346"/>
        </pc:sldMkLst>
        <pc:picChg chg="add del">
          <ac:chgData name="JP Paulson" userId="460546f63f696f4c" providerId="LiveId" clId="{957F310B-9F73-4E82-8F26-768C6CA2EEB2}" dt="2026-06-26T21:45:54.705" v="3398" actId="478"/>
          <ac:picMkLst>
            <pc:docMk/>
            <pc:sldMk cId="2718623251" sldId="346"/>
            <ac:picMk id="9" creationId="{037EBF08-9830-0F93-954A-9253F40ADC15}"/>
          </ac:picMkLst>
        </pc:picChg>
      </pc:sldChg>
      <pc:sldChg chg="addSp delSp modSp add del mod modTransition addAnim delAnim modAnim">
        <pc:chgData name="JP Paulson" userId="460546f63f696f4c" providerId="LiveId" clId="{957F310B-9F73-4E82-8F26-768C6CA2EEB2}" dt="2026-06-26T21:45:54.709" v="3403" actId="2890"/>
        <pc:sldMkLst>
          <pc:docMk/>
          <pc:sldMk cId="779554057" sldId="347"/>
        </pc:sldMkLst>
        <pc:picChg chg="add del mod">
          <ac:chgData name="JP Paulson" userId="460546f63f696f4c" providerId="LiveId" clId="{957F310B-9F73-4E82-8F26-768C6CA2EEB2}" dt="2026-06-26T21:45:54.705" v="3400" actId="1076"/>
          <ac:picMkLst>
            <pc:docMk/>
            <pc:sldMk cId="779554057" sldId="347"/>
            <ac:picMk id="5" creationId="{1907E944-3A2A-2287-22B8-9B088CD604B6}"/>
          </ac:picMkLst>
        </pc:picChg>
        <pc:picChg chg="add del mod">
          <ac:chgData name="JP Paulson" userId="460546f63f696f4c" providerId="LiveId" clId="{957F310B-9F73-4E82-8F26-768C6CA2EEB2}" dt="2026-06-26T21:45:54.705" v="3402" actId="1076"/>
          <ac:picMkLst>
            <pc:docMk/>
            <pc:sldMk cId="779554057" sldId="347"/>
            <ac:picMk id="13" creationId="{AF9644A9-3A4E-3FB2-81CB-7671DAB84133}"/>
          </ac:picMkLst>
        </pc:picChg>
      </pc:sldChg>
      <pc:sldChg chg="addSp delSp add del mod modTransition addAnim delAnim modAnim">
        <pc:chgData name="JP Paulson" userId="460546f63f696f4c" providerId="LiveId" clId="{957F310B-9F73-4E82-8F26-768C6CA2EEB2}" dt="2026-06-26T21:45:54.694" v="3394" actId="2890"/>
        <pc:sldMkLst>
          <pc:docMk/>
          <pc:sldMk cId="1237401683" sldId="348"/>
        </pc:sldMkLst>
        <pc:picChg chg="add del">
          <ac:chgData name="JP Paulson" userId="460546f63f696f4c" providerId="LiveId" clId="{957F310B-9F73-4E82-8F26-768C6CA2EEB2}" dt="2026-06-26T21:45:54.685" v="3388" actId="478"/>
          <ac:picMkLst>
            <pc:docMk/>
            <pc:sldMk cId="1237401683" sldId="348"/>
            <ac:picMk id="5" creationId="{EA9B1EBC-F520-E5AC-4636-297A4A30B149}"/>
          </ac:picMkLst>
        </pc:picChg>
      </pc:sldChg>
      <pc:sldChg chg="addSp delSp modSp add del mod modTransition addAnim delAnim modAnim">
        <pc:chgData name="JP Paulson" userId="460546f63f696f4c" providerId="LiveId" clId="{957F310B-9F73-4E82-8F26-768C6CA2EEB2}" dt="2026-06-26T21:45:54.689" v="3393" actId="2890"/>
        <pc:sldMkLst>
          <pc:docMk/>
          <pc:sldMk cId="2511094095" sldId="349"/>
        </pc:sldMkLst>
        <pc:picChg chg="add del mod">
          <ac:chgData name="JP Paulson" userId="460546f63f696f4c" providerId="LiveId" clId="{957F310B-9F73-4E82-8F26-768C6CA2EEB2}" dt="2026-06-26T21:45:54.685" v="3392" actId="1076"/>
          <ac:picMkLst>
            <pc:docMk/>
            <pc:sldMk cId="2511094095" sldId="349"/>
            <ac:picMk id="8" creationId="{BD441951-2A20-826E-FB21-A7239EF46C47}"/>
          </ac:picMkLst>
        </pc:picChg>
        <pc:picChg chg="add del mod">
          <ac:chgData name="JP Paulson" userId="460546f63f696f4c" providerId="LiveId" clId="{957F310B-9F73-4E82-8F26-768C6CA2EEB2}" dt="2026-06-26T21:45:54.685" v="3390" actId="1076"/>
          <ac:picMkLst>
            <pc:docMk/>
            <pc:sldMk cId="2511094095" sldId="349"/>
            <ac:picMk id="11" creationId="{B0133B0A-16A8-EA43-A5B8-603BE96DBAB1}"/>
          </ac:picMkLst>
        </pc:picChg>
      </pc:sldChg>
      <pc:sldChg chg="addSp delSp add del mod modTransition addAnim delAnim modAnim">
        <pc:chgData name="JP Paulson" userId="460546f63f696f4c" providerId="LiveId" clId="{957F310B-9F73-4E82-8F26-768C6CA2EEB2}" dt="2026-06-26T21:45:54.668" v="3384" actId="2890"/>
        <pc:sldMkLst>
          <pc:docMk/>
          <pc:sldMk cId="681807988" sldId="350"/>
        </pc:sldMkLst>
        <pc:picChg chg="add del">
          <ac:chgData name="JP Paulson" userId="460546f63f696f4c" providerId="LiveId" clId="{957F310B-9F73-4E82-8F26-768C6CA2EEB2}" dt="2026-06-26T21:45:54.660" v="3381" actId="478"/>
          <ac:picMkLst>
            <pc:docMk/>
            <pc:sldMk cId="681807988" sldId="350"/>
            <ac:picMk id="6" creationId="{9FAE2A2E-F7E3-D5B6-2B9B-F9BBD49CE056}"/>
          </ac:picMkLst>
        </pc:picChg>
        <pc:picChg chg="add del">
          <ac:chgData name="JP Paulson" userId="460546f63f696f4c" providerId="LiveId" clId="{957F310B-9F73-4E82-8F26-768C6CA2EEB2}" dt="2026-06-26T21:45:54.660" v="3380" actId="478"/>
          <ac:picMkLst>
            <pc:docMk/>
            <pc:sldMk cId="681807988" sldId="350"/>
            <ac:picMk id="8" creationId="{DF301276-090B-F837-1C11-FE304EFFA895}"/>
          </ac:picMkLst>
        </pc:picChg>
      </pc:sldChg>
      <pc:sldChg chg="addSp delSp add del mod modTransition addAnim delAnim modAnim">
        <pc:chgData name="JP Paulson" userId="460546f63f696f4c" providerId="LiveId" clId="{957F310B-9F73-4E82-8F26-768C6CA2EEB2}" dt="2026-06-26T21:45:54.667" v="3383" actId="2890"/>
        <pc:sldMkLst>
          <pc:docMk/>
          <pc:sldMk cId="3504075298" sldId="351"/>
        </pc:sldMkLst>
        <pc:picChg chg="add del">
          <ac:chgData name="JP Paulson" userId="460546f63f696f4c" providerId="LiveId" clId="{957F310B-9F73-4E82-8F26-768C6CA2EEB2}" dt="2026-06-26T21:45:54.655" v="3379" actId="478"/>
          <ac:picMkLst>
            <pc:docMk/>
            <pc:sldMk cId="3504075298" sldId="351"/>
            <ac:picMk id="8" creationId="{DF301276-090B-F837-1C11-FE304EFFA895}"/>
          </ac:picMkLst>
        </pc:picChg>
      </pc:sldChg>
      <pc:sldChg chg="addSp delSp add del mod modTransition addAnim delAnim modAnim">
        <pc:chgData name="JP Paulson" userId="460546f63f696f4c" providerId="LiveId" clId="{957F310B-9F73-4E82-8F26-768C6CA2EEB2}" dt="2026-06-26T21:45:54.664" v="3382" actId="2890"/>
        <pc:sldMkLst>
          <pc:docMk/>
          <pc:sldMk cId="3303616061" sldId="352"/>
        </pc:sldMkLst>
        <pc:picChg chg="add del">
          <ac:chgData name="JP Paulson" userId="460546f63f696f4c" providerId="LiveId" clId="{957F310B-9F73-4E82-8F26-768C6CA2EEB2}" dt="2026-06-26T21:45:54.655" v="3378" actId="478"/>
          <ac:picMkLst>
            <pc:docMk/>
            <pc:sldMk cId="3303616061" sldId="352"/>
            <ac:picMk id="6" creationId="{9FAE2A2E-F7E3-D5B6-2B9B-F9BBD49CE056}"/>
          </ac:picMkLst>
        </pc:picChg>
      </pc:sldChg>
      <pc:sldChg chg="addSp delSp modSp add del mod modTransition addAnim delAnim modAnim">
        <pc:chgData name="JP Paulson" userId="460546f63f696f4c" providerId="LiveId" clId="{957F310B-9F73-4E82-8F26-768C6CA2EEB2}" dt="2026-06-26T21:45:54.643" v="3376" actId="2890"/>
        <pc:sldMkLst>
          <pc:docMk/>
          <pc:sldMk cId="1912995019" sldId="353"/>
        </pc:sldMkLst>
        <pc:spChg chg="mod">
          <ac:chgData name="JP Paulson" userId="460546f63f696f4c" providerId="LiveId" clId="{957F310B-9F73-4E82-8F26-768C6CA2EEB2}" dt="2026-06-26T21:45:27.500" v="1595"/>
          <ac:spMkLst>
            <pc:docMk/>
            <pc:sldMk cId="1912995019" sldId="353"/>
            <ac:spMk id="11" creationId="{3D170A25-2618-881A-8A1F-FEC50CCB6EDB}"/>
          </ac:spMkLst>
        </pc:spChg>
        <pc:picChg chg="add del">
          <ac:chgData name="JP Paulson" userId="460546f63f696f4c" providerId="LiveId" clId="{957F310B-9F73-4E82-8F26-768C6CA2EEB2}" dt="2026-06-26T21:45:54.622" v="3368" actId="478"/>
          <ac:picMkLst>
            <pc:docMk/>
            <pc:sldMk cId="1912995019" sldId="353"/>
            <ac:picMk id="9" creationId="{D952EE07-8FE2-0621-CF9E-065CCBE496D2}"/>
          </ac:picMkLst>
        </pc:picChg>
        <pc:picChg chg="add del">
          <ac:chgData name="JP Paulson" userId="460546f63f696f4c" providerId="LiveId" clId="{957F310B-9F73-4E82-8F26-768C6CA2EEB2}" dt="2026-06-26T21:45:54.622" v="3367" actId="478"/>
          <ac:picMkLst>
            <pc:docMk/>
            <pc:sldMk cId="1912995019" sldId="353"/>
            <ac:picMk id="10" creationId="{46D3103B-9101-A1E6-225B-FE59AE196780}"/>
          </ac:picMkLst>
        </pc:picChg>
      </pc:sldChg>
      <pc:sldChg chg="addSp delSp modSp add del mod modTransition addAnim delAnim modAnim">
        <pc:chgData name="JP Paulson" userId="460546f63f696f4c" providerId="LiveId" clId="{957F310B-9F73-4E82-8F26-768C6CA2EEB2}" dt="2026-06-26T21:45:54.635" v="3375" actId="2890"/>
        <pc:sldMkLst>
          <pc:docMk/>
          <pc:sldMk cId="932959504" sldId="354"/>
        </pc:sldMkLst>
        <pc:spChg chg="mod">
          <ac:chgData name="JP Paulson" userId="460546f63f696f4c" providerId="LiveId" clId="{957F310B-9F73-4E82-8F26-768C6CA2EEB2}" dt="2026-06-26T21:45:27.528" v="1610"/>
          <ac:spMkLst>
            <pc:docMk/>
            <pc:sldMk cId="932959504" sldId="354"/>
            <ac:spMk id="11" creationId="{3D170A25-2618-881A-8A1F-FEC50CCB6EDB}"/>
          </ac:spMkLst>
        </pc:spChg>
        <pc:picChg chg="add del mod">
          <ac:chgData name="JP Paulson" userId="460546f63f696f4c" providerId="LiveId" clId="{957F310B-9F73-4E82-8F26-768C6CA2EEB2}" dt="2026-06-26T21:45:54.635" v="3372" actId="1076"/>
          <ac:picMkLst>
            <pc:docMk/>
            <pc:sldMk cId="932959504" sldId="354"/>
            <ac:picMk id="5" creationId="{62816427-0C04-ABAF-D39D-6EC61894790A}"/>
          </ac:picMkLst>
        </pc:picChg>
        <pc:picChg chg="add del mod">
          <ac:chgData name="JP Paulson" userId="460546f63f696f4c" providerId="LiveId" clId="{957F310B-9F73-4E82-8F26-768C6CA2EEB2}" dt="2026-06-26T21:45:54.635" v="3374" actId="1076"/>
          <ac:picMkLst>
            <pc:docMk/>
            <pc:sldMk cId="932959504" sldId="354"/>
            <ac:picMk id="7" creationId="{3F707580-1E4A-111B-80DF-6BB2EF850A10}"/>
          </ac:picMkLst>
        </pc:picChg>
        <pc:picChg chg="add del">
          <ac:chgData name="JP Paulson" userId="460546f63f696f4c" providerId="LiveId" clId="{957F310B-9F73-4E82-8F26-768C6CA2EEB2}" dt="2026-06-26T21:45:54.614" v="3364" actId="478"/>
          <ac:picMkLst>
            <pc:docMk/>
            <pc:sldMk cId="932959504" sldId="354"/>
            <ac:picMk id="10" creationId="{46D3103B-9101-A1E6-225B-FE59AE196780}"/>
          </ac:picMkLst>
        </pc:picChg>
      </pc:sldChg>
      <pc:sldChg chg="addSp delSp modSp add del mod modTransition addAnim delAnim modAnim">
        <pc:chgData name="JP Paulson" userId="460546f63f696f4c" providerId="LiveId" clId="{957F310B-9F73-4E82-8F26-768C6CA2EEB2}" dt="2026-06-26T21:45:54.631" v="3370" actId="2890"/>
        <pc:sldMkLst>
          <pc:docMk/>
          <pc:sldMk cId="514311502" sldId="355"/>
        </pc:sldMkLst>
        <pc:spChg chg="mod">
          <ac:chgData name="JP Paulson" userId="460546f63f696f4c" providerId="LiveId" clId="{957F310B-9F73-4E82-8F26-768C6CA2EEB2}" dt="2026-06-26T21:45:27.583" v="1623"/>
          <ac:spMkLst>
            <pc:docMk/>
            <pc:sldMk cId="514311502" sldId="355"/>
            <ac:spMk id="11" creationId="{3D170A25-2618-881A-8A1F-FEC50CCB6EDB}"/>
          </ac:spMkLst>
        </pc:spChg>
        <pc:picChg chg="add del">
          <ac:chgData name="JP Paulson" userId="460546f63f696f4c" providerId="LiveId" clId="{957F310B-9F73-4E82-8F26-768C6CA2EEB2}" dt="2026-06-26T21:45:54.610" v="3362" actId="478"/>
          <ac:picMkLst>
            <pc:docMk/>
            <pc:sldMk cId="514311502" sldId="355"/>
            <ac:picMk id="5" creationId="{62816427-0C04-ABAF-D39D-6EC61894790A}"/>
          </ac:picMkLst>
        </pc:picChg>
        <pc:picChg chg="add del">
          <ac:chgData name="JP Paulson" userId="460546f63f696f4c" providerId="LiveId" clId="{957F310B-9F73-4E82-8F26-768C6CA2EEB2}" dt="2026-06-26T21:45:54.610" v="3363" actId="478"/>
          <ac:picMkLst>
            <pc:docMk/>
            <pc:sldMk cId="514311502" sldId="355"/>
            <ac:picMk id="7" creationId="{3F707580-1E4A-111B-80DF-6BB2EF850A10}"/>
          </ac:picMkLst>
        </pc:picChg>
        <pc:picChg chg="add del">
          <ac:chgData name="JP Paulson" userId="460546f63f696f4c" providerId="LiveId" clId="{957F310B-9F73-4E82-8F26-768C6CA2EEB2}" dt="2026-06-26T21:45:54.606" v="3361" actId="478"/>
          <ac:picMkLst>
            <pc:docMk/>
            <pc:sldMk cId="514311502" sldId="355"/>
            <ac:picMk id="9" creationId="{D952EE07-8FE2-0621-CF9E-065CCBE496D2}"/>
          </ac:picMkLst>
        </pc:picChg>
      </pc:sldChg>
      <pc:sldChg chg="addSp delSp add del mod modTransition addAnim delAnim modAnim">
        <pc:chgData name="JP Paulson" userId="460546f63f696f4c" providerId="LiveId" clId="{957F310B-9F73-4E82-8F26-768C6CA2EEB2}" dt="2026-06-26T21:45:54.626" v="3369" actId="2890"/>
        <pc:sldMkLst>
          <pc:docMk/>
          <pc:sldMk cId="2666357793" sldId="356"/>
        </pc:sldMkLst>
        <pc:picChg chg="add del">
          <ac:chgData name="JP Paulson" userId="460546f63f696f4c" providerId="LiveId" clId="{957F310B-9F73-4E82-8F26-768C6CA2EEB2}" dt="2026-06-26T21:45:54.602" v="3359" actId="478"/>
          <ac:picMkLst>
            <pc:docMk/>
            <pc:sldMk cId="2666357793" sldId="356"/>
            <ac:picMk id="5" creationId="{62816427-0C04-ABAF-D39D-6EC61894790A}"/>
          </ac:picMkLst>
        </pc:picChg>
        <pc:picChg chg="add del">
          <ac:chgData name="JP Paulson" userId="460546f63f696f4c" providerId="LiveId" clId="{957F310B-9F73-4E82-8F26-768C6CA2EEB2}" dt="2026-06-26T21:45:54.602" v="3360" actId="478"/>
          <ac:picMkLst>
            <pc:docMk/>
            <pc:sldMk cId="2666357793" sldId="356"/>
            <ac:picMk id="7" creationId="{3F707580-1E4A-111B-80DF-6BB2EF850A10}"/>
          </ac:picMkLst>
        </pc:picChg>
        <pc:picChg chg="add del">
          <ac:chgData name="JP Paulson" userId="460546f63f696f4c" providerId="LiveId" clId="{957F310B-9F73-4E82-8F26-768C6CA2EEB2}" dt="2026-06-26T21:45:54.598" v="3358" actId="478"/>
          <ac:picMkLst>
            <pc:docMk/>
            <pc:sldMk cId="2666357793" sldId="356"/>
            <ac:picMk id="9" creationId="{D952EE07-8FE2-0621-CF9E-065CCBE496D2}"/>
          </ac:picMkLst>
        </pc:picChg>
      </pc:sldChg>
      <pc:sldChg chg="addSp delSp add del mod modTransition addAnim delAnim modAnim">
        <pc:chgData name="JP Paulson" userId="460546f63f696f4c" providerId="LiveId" clId="{957F310B-9F73-4E82-8F26-768C6CA2EEB2}" dt="2026-06-26T21:45:54.569" v="3356" actId="2890"/>
        <pc:sldMkLst>
          <pc:docMk/>
          <pc:sldMk cId="1906615878" sldId="357"/>
        </pc:sldMkLst>
        <pc:spChg chg="add del">
          <ac:chgData name="JP Paulson" userId="460546f63f696f4c" providerId="LiveId" clId="{957F310B-9F73-4E82-8F26-768C6CA2EEB2}" dt="2026-06-26T21:45:53.991" v="3309" actId="478"/>
          <ac:spMkLst>
            <pc:docMk/>
            <pc:sldMk cId="1906615878" sldId="357"/>
            <ac:spMk id="2" creationId="{859C3D36-9D07-66C9-526A-4E00CA94F46B}"/>
          </ac:spMkLst>
        </pc:spChg>
        <pc:spChg chg="add del">
          <ac:chgData name="JP Paulson" userId="460546f63f696f4c" providerId="LiveId" clId="{957F310B-9F73-4E82-8F26-768C6CA2EEB2}" dt="2026-06-26T21:45:53.991" v="3308" actId="478"/>
          <ac:spMkLst>
            <pc:docMk/>
            <pc:sldMk cId="1906615878" sldId="357"/>
            <ac:spMk id="8" creationId="{A2648998-9F83-2C36-50F2-B620E5D9951B}"/>
          </ac:spMkLst>
        </pc:spChg>
        <pc:spChg chg="add del">
          <ac:chgData name="JP Paulson" userId="460546f63f696f4c" providerId="LiveId" clId="{957F310B-9F73-4E82-8F26-768C6CA2EEB2}" dt="2026-06-26T21:45:53.987" v="3307" actId="478"/>
          <ac:spMkLst>
            <pc:docMk/>
            <pc:sldMk cId="1906615878" sldId="357"/>
            <ac:spMk id="9" creationId="{B76386D2-B8EF-1EE5-2528-5C08AF45FF42}"/>
          </ac:spMkLst>
        </pc:spChg>
        <pc:spChg chg="add del">
          <ac:chgData name="JP Paulson" userId="460546f63f696f4c" providerId="LiveId" clId="{957F310B-9F73-4E82-8F26-768C6CA2EEB2}" dt="2026-06-26T21:45:53.987" v="3306" actId="478"/>
          <ac:spMkLst>
            <pc:docMk/>
            <pc:sldMk cId="1906615878" sldId="357"/>
            <ac:spMk id="10" creationId="{74053CAF-BB94-ACFB-5694-1382FA99CF1E}"/>
          </ac:spMkLst>
        </pc:spChg>
        <pc:spChg chg="add del">
          <ac:chgData name="JP Paulson" userId="460546f63f696f4c" providerId="LiveId" clId="{957F310B-9F73-4E82-8F26-768C6CA2EEB2}" dt="2026-06-26T21:45:53.987" v="3305" actId="478"/>
          <ac:spMkLst>
            <pc:docMk/>
            <pc:sldMk cId="1906615878" sldId="357"/>
            <ac:spMk id="11" creationId="{A94BC2B6-9373-7852-5232-3DAEB6C1EE7A}"/>
          </ac:spMkLst>
        </pc:spChg>
        <pc:spChg chg="add del">
          <ac:chgData name="JP Paulson" userId="460546f63f696f4c" providerId="LiveId" clId="{957F310B-9F73-4E82-8F26-768C6CA2EEB2}" dt="2026-06-26T21:45:53.991" v="3310" actId="478"/>
          <ac:spMkLst>
            <pc:docMk/>
            <pc:sldMk cId="1906615878" sldId="357"/>
            <ac:spMk id="272" creationId="{00000000-0000-0000-0000-000000000000}"/>
          </ac:spMkLst>
        </pc:spChg>
        <pc:grpChg chg="add del">
          <ac:chgData name="JP Paulson" userId="460546f63f696f4c" providerId="LiveId" clId="{957F310B-9F73-4E82-8F26-768C6CA2EEB2}" dt="2026-06-26T21:45:53.982" v="3304" actId="478"/>
          <ac:grpSpMkLst>
            <pc:docMk/>
            <pc:sldMk cId="1906615878" sldId="357"/>
            <ac:grpSpMk id="372" creationId="{9ED93B95-2A22-1666-A4E5-5DDF4089F4B0}"/>
          </ac:grpSpMkLst>
        </pc:grpChg>
        <pc:grpChg chg="add del">
          <ac:chgData name="JP Paulson" userId="460546f63f696f4c" providerId="LiveId" clId="{957F310B-9F73-4E82-8F26-768C6CA2EEB2}" dt="2026-06-26T21:45:53.982" v="3303" actId="478"/>
          <ac:grpSpMkLst>
            <pc:docMk/>
            <pc:sldMk cId="1906615878" sldId="357"/>
            <ac:grpSpMk id="383" creationId="{531C37E1-0517-938D-FDF6-7C5057260B3D}"/>
          </ac:grpSpMkLst>
        </pc:grpChg>
      </pc:sldChg>
      <pc:sldChg chg="addSp delSp modSp add del mod modTransition addAnim delAnim modAnim">
        <pc:chgData name="JP Paulson" userId="460546f63f696f4c" providerId="LiveId" clId="{957F310B-9F73-4E82-8F26-768C6CA2EEB2}" dt="2026-06-26T21:45:54.541" v="3355" actId="2890"/>
        <pc:sldMkLst>
          <pc:docMk/>
          <pc:sldMk cId="3027988042" sldId="358"/>
        </pc:sldMkLst>
        <pc:spChg chg="add del">
          <ac:chgData name="JP Paulson" userId="460546f63f696f4c" providerId="LiveId" clId="{957F310B-9F73-4E82-8F26-768C6CA2EEB2}" dt="2026-06-26T21:45:53.976" v="3301" actId="478"/>
          <ac:spMkLst>
            <pc:docMk/>
            <pc:sldMk cId="3027988042" sldId="358"/>
            <ac:spMk id="2" creationId="{859C3D36-9D07-66C9-526A-4E00CA94F46B}"/>
          </ac:spMkLst>
        </pc:spChg>
        <pc:spChg chg="add del">
          <ac:chgData name="JP Paulson" userId="460546f63f696f4c" providerId="LiveId" clId="{957F310B-9F73-4E82-8F26-768C6CA2EEB2}" dt="2026-06-26T21:45:53.976" v="3300" actId="478"/>
          <ac:spMkLst>
            <pc:docMk/>
            <pc:sldMk cId="3027988042" sldId="358"/>
            <ac:spMk id="8" creationId="{A2648998-9F83-2C36-50F2-B620E5D9951B}"/>
          </ac:spMkLst>
        </pc:spChg>
        <pc:spChg chg="add del">
          <ac:chgData name="JP Paulson" userId="460546f63f696f4c" providerId="LiveId" clId="{957F310B-9F73-4E82-8F26-768C6CA2EEB2}" dt="2026-06-26T21:45:53.974" v="3299" actId="478"/>
          <ac:spMkLst>
            <pc:docMk/>
            <pc:sldMk cId="3027988042" sldId="358"/>
            <ac:spMk id="9" creationId="{B76386D2-B8EF-1EE5-2528-5C08AF45FF42}"/>
          </ac:spMkLst>
        </pc:spChg>
        <pc:spChg chg="add del">
          <ac:chgData name="JP Paulson" userId="460546f63f696f4c" providerId="LiveId" clId="{957F310B-9F73-4E82-8F26-768C6CA2EEB2}" dt="2026-06-26T21:45:53.972" v="3298" actId="478"/>
          <ac:spMkLst>
            <pc:docMk/>
            <pc:sldMk cId="3027988042" sldId="358"/>
            <ac:spMk id="10" creationId="{74053CAF-BB94-ACFB-5694-1382FA99CF1E}"/>
          </ac:spMkLst>
        </pc:spChg>
        <pc:spChg chg="add del">
          <ac:chgData name="JP Paulson" userId="460546f63f696f4c" providerId="LiveId" clId="{957F310B-9F73-4E82-8F26-768C6CA2EEB2}" dt="2026-06-26T21:45:53.970" v="3297" actId="478"/>
          <ac:spMkLst>
            <pc:docMk/>
            <pc:sldMk cId="3027988042" sldId="358"/>
            <ac:spMk id="11" creationId="{A94BC2B6-9373-7852-5232-3DAEB6C1EE7A}"/>
          </ac:spMkLst>
        </pc:spChg>
        <pc:spChg chg="mod">
          <ac:chgData name="JP Paulson" userId="460546f63f696f4c" providerId="LiveId" clId="{957F310B-9F73-4E82-8F26-768C6CA2EEB2}" dt="2026-06-26T21:45:27.749" v="1644"/>
          <ac:spMkLst>
            <pc:docMk/>
            <pc:sldMk cId="3027988042" sldId="358"/>
            <ac:spMk id="256" creationId="{00000000-0000-0000-0000-000000000000}"/>
          </ac:spMkLst>
        </pc:spChg>
        <pc:spChg chg="mod">
          <ac:chgData name="JP Paulson" userId="460546f63f696f4c" providerId="LiveId" clId="{957F310B-9F73-4E82-8F26-768C6CA2EEB2}" dt="2026-06-26T21:45:27.749" v="1644"/>
          <ac:spMkLst>
            <pc:docMk/>
            <pc:sldMk cId="3027988042" sldId="358"/>
            <ac:spMk id="257" creationId="{00000000-0000-0000-0000-000000000000}"/>
          </ac:spMkLst>
        </pc:spChg>
        <pc:spChg chg="mod">
          <ac:chgData name="JP Paulson" userId="460546f63f696f4c" providerId="LiveId" clId="{957F310B-9F73-4E82-8F26-768C6CA2EEB2}" dt="2026-06-26T21:45:27.749" v="1644"/>
          <ac:spMkLst>
            <pc:docMk/>
            <pc:sldMk cId="3027988042" sldId="358"/>
            <ac:spMk id="258" creationId="{00000000-0000-0000-0000-000000000000}"/>
          </ac:spMkLst>
        </pc:spChg>
        <pc:spChg chg="mod">
          <ac:chgData name="JP Paulson" userId="460546f63f696f4c" providerId="LiveId" clId="{957F310B-9F73-4E82-8F26-768C6CA2EEB2}" dt="2026-06-26T21:45:27.749" v="1644"/>
          <ac:spMkLst>
            <pc:docMk/>
            <pc:sldMk cId="3027988042" sldId="358"/>
            <ac:spMk id="259" creationId="{00000000-0000-0000-0000-000000000000}"/>
          </ac:spMkLst>
        </pc:spChg>
        <pc:spChg chg="add del">
          <ac:chgData name="JP Paulson" userId="460546f63f696f4c" providerId="LiveId" clId="{957F310B-9F73-4E82-8F26-768C6CA2EEB2}" dt="2026-06-26T21:45:53.978" v="3302" actId="478"/>
          <ac:spMkLst>
            <pc:docMk/>
            <pc:sldMk cId="3027988042" sldId="358"/>
            <ac:spMk id="272" creationId="{00000000-0000-0000-0000-000000000000}"/>
          </ac:spMkLst>
        </pc:spChg>
        <pc:grpChg chg="mod">
          <ac:chgData name="JP Paulson" userId="460546f63f696f4c" providerId="LiveId" clId="{957F310B-9F73-4E82-8F26-768C6CA2EEB2}" dt="2026-06-26T21:45:54.512" v="3354" actId="1076"/>
          <ac:grpSpMkLst>
            <pc:docMk/>
            <pc:sldMk cId="3027988042" sldId="358"/>
            <ac:grpSpMk id="255" creationId="{00000000-0000-0000-0000-000000000000}"/>
          </ac:grpSpMkLst>
        </pc:grpChg>
        <pc:grpChg chg="add del">
          <ac:chgData name="JP Paulson" userId="460546f63f696f4c" providerId="LiveId" clId="{957F310B-9F73-4E82-8F26-768C6CA2EEB2}" dt="2026-06-26T21:45:53.968" v="3296" actId="478"/>
          <ac:grpSpMkLst>
            <pc:docMk/>
            <pc:sldMk cId="3027988042" sldId="358"/>
            <ac:grpSpMk id="372" creationId="{9ED93B95-2A22-1666-A4E5-5DDF4089F4B0}"/>
          </ac:grpSpMkLst>
        </pc:grpChg>
        <pc:grpChg chg="add del">
          <ac:chgData name="JP Paulson" userId="460546f63f696f4c" providerId="LiveId" clId="{957F310B-9F73-4E82-8F26-768C6CA2EEB2}" dt="2026-06-26T21:45:53.966" v="3295" actId="478"/>
          <ac:grpSpMkLst>
            <pc:docMk/>
            <pc:sldMk cId="3027988042" sldId="358"/>
            <ac:grpSpMk id="383" creationId="{531C37E1-0517-938D-FDF6-7C5057260B3D}"/>
          </ac:grpSpMkLst>
        </pc:grpChg>
      </pc:sldChg>
      <pc:sldChg chg="addSp delSp add del mod modTransition addAnim delAnim modAnim">
        <pc:chgData name="JP Paulson" userId="460546f63f696f4c" providerId="LiveId" clId="{957F310B-9F73-4E82-8F26-768C6CA2EEB2}" dt="2026-06-26T21:45:54.512" v="3352" actId="2890"/>
        <pc:sldMkLst>
          <pc:docMk/>
          <pc:sldMk cId="2139529388" sldId="359"/>
        </pc:sldMkLst>
        <pc:spChg chg="add del">
          <ac:chgData name="JP Paulson" userId="460546f63f696f4c" providerId="LiveId" clId="{957F310B-9F73-4E82-8F26-768C6CA2EEB2}" dt="2026-06-26T21:45:53.956" v="3292" actId="478"/>
          <ac:spMkLst>
            <pc:docMk/>
            <pc:sldMk cId="2139529388" sldId="359"/>
            <ac:spMk id="2" creationId="{859C3D36-9D07-66C9-526A-4E00CA94F46B}"/>
          </ac:spMkLst>
        </pc:spChg>
        <pc:spChg chg="add del">
          <ac:chgData name="JP Paulson" userId="460546f63f696f4c" providerId="LiveId" clId="{957F310B-9F73-4E82-8F26-768C6CA2EEB2}" dt="2026-06-26T21:45:53.956" v="3291" actId="478"/>
          <ac:spMkLst>
            <pc:docMk/>
            <pc:sldMk cId="2139529388" sldId="359"/>
            <ac:spMk id="8" creationId="{A2648998-9F83-2C36-50F2-B620E5D9951B}"/>
          </ac:spMkLst>
        </pc:spChg>
        <pc:spChg chg="add del">
          <ac:chgData name="JP Paulson" userId="460546f63f696f4c" providerId="LiveId" clId="{957F310B-9F73-4E82-8F26-768C6CA2EEB2}" dt="2026-06-26T21:45:53.954" v="3290" actId="478"/>
          <ac:spMkLst>
            <pc:docMk/>
            <pc:sldMk cId="2139529388" sldId="359"/>
            <ac:spMk id="9" creationId="{B76386D2-B8EF-1EE5-2528-5C08AF45FF42}"/>
          </ac:spMkLst>
        </pc:spChg>
        <pc:spChg chg="add del">
          <ac:chgData name="JP Paulson" userId="460546f63f696f4c" providerId="LiveId" clId="{957F310B-9F73-4E82-8F26-768C6CA2EEB2}" dt="2026-06-26T21:45:53.952" v="3289" actId="478"/>
          <ac:spMkLst>
            <pc:docMk/>
            <pc:sldMk cId="2139529388" sldId="359"/>
            <ac:spMk id="10" creationId="{74053CAF-BB94-ACFB-5694-1382FA99CF1E}"/>
          </ac:spMkLst>
        </pc:spChg>
        <pc:spChg chg="add del">
          <ac:chgData name="JP Paulson" userId="460546f63f696f4c" providerId="LiveId" clId="{957F310B-9F73-4E82-8F26-768C6CA2EEB2}" dt="2026-06-26T21:45:53.950" v="3288" actId="478"/>
          <ac:spMkLst>
            <pc:docMk/>
            <pc:sldMk cId="2139529388" sldId="359"/>
            <ac:spMk id="11" creationId="{A94BC2B6-9373-7852-5232-3DAEB6C1EE7A}"/>
          </ac:spMkLst>
        </pc:spChg>
        <pc:grpChg chg="add del">
          <ac:chgData name="JP Paulson" userId="460546f63f696f4c" providerId="LiveId" clId="{957F310B-9F73-4E82-8F26-768C6CA2EEB2}" dt="2026-06-26T21:45:53.964" v="3294" actId="478"/>
          <ac:grpSpMkLst>
            <pc:docMk/>
            <pc:sldMk cId="2139529388" sldId="359"/>
            <ac:grpSpMk id="255" creationId="{00000000-0000-0000-0000-000000000000}"/>
          </ac:grpSpMkLst>
        </pc:grpChg>
        <pc:grpChg chg="add del">
          <ac:chgData name="JP Paulson" userId="460546f63f696f4c" providerId="LiveId" clId="{957F310B-9F73-4E82-8F26-768C6CA2EEB2}" dt="2026-06-26T21:45:53.962" v="3293" actId="478"/>
          <ac:grpSpMkLst>
            <pc:docMk/>
            <pc:sldMk cId="2139529388" sldId="359"/>
            <ac:grpSpMk id="273" creationId="{00000000-0000-0000-0000-000000000000}"/>
          </ac:grpSpMkLst>
        </pc:grpChg>
        <pc:grpChg chg="add del">
          <ac:chgData name="JP Paulson" userId="460546f63f696f4c" providerId="LiveId" clId="{957F310B-9F73-4E82-8F26-768C6CA2EEB2}" dt="2026-06-26T21:45:53.950" v="3287" actId="478"/>
          <ac:grpSpMkLst>
            <pc:docMk/>
            <pc:sldMk cId="2139529388" sldId="359"/>
            <ac:grpSpMk id="372" creationId="{9ED93B95-2A22-1666-A4E5-5DDF4089F4B0}"/>
          </ac:grpSpMkLst>
        </pc:grpChg>
        <pc:grpChg chg="add del">
          <ac:chgData name="JP Paulson" userId="460546f63f696f4c" providerId="LiveId" clId="{957F310B-9F73-4E82-8F26-768C6CA2EEB2}" dt="2026-06-26T21:45:53.945" v="3286" actId="478"/>
          <ac:grpSpMkLst>
            <pc:docMk/>
            <pc:sldMk cId="2139529388" sldId="359"/>
            <ac:grpSpMk id="383" creationId="{531C37E1-0517-938D-FDF6-7C5057260B3D}"/>
          </ac:grpSpMkLst>
        </pc:grpChg>
      </pc:sldChg>
      <pc:sldChg chg="addSp delSp modSp add del mod modTransition addAnim delAnim modAnim">
        <pc:chgData name="JP Paulson" userId="460546f63f696f4c" providerId="LiveId" clId="{957F310B-9F73-4E82-8F26-768C6CA2EEB2}" dt="2026-06-26T21:45:54.483" v="3351" actId="2890"/>
        <pc:sldMkLst>
          <pc:docMk/>
          <pc:sldMk cId="2503595109" sldId="360"/>
        </pc:sldMkLst>
        <pc:spChg chg="add del">
          <ac:chgData name="JP Paulson" userId="460546f63f696f4c" providerId="LiveId" clId="{957F310B-9F73-4E82-8F26-768C6CA2EEB2}" dt="2026-06-26T21:45:53.933" v="3283" actId="478"/>
          <ac:spMkLst>
            <pc:docMk/>
            <pc:sldMk cId="2503595109" sldId="360"/>
            <ac:spMk id="2" creationId="{859C3D36-9D07-66C9-526A-4E00CA94F46B}"/>
          </ac:spMkLst>
        </pc:spChg>
        <pc:spChg chg="add del">
          <ac:chgData name="JP Paulson" userId="460546f63f696f4c" providerId="LiveId" clId="{957F310B-9F73-4E82-8F26-768C6CA2EEB2}" dt="2026-06-26T21:45:53.933" v="3282" actId="478"/>
          <ac:spMkLst>
            <pc:docMk/>
            <pc:sldMk cId="2503595109" sldId="360"/>
            <ac:spMk id="8" creationId="{A2648998-9F83-2C36-50F2-B620E5D9951B}"/>
          </ac:spMkLst>
        </pc:spChg>
        <pc:spChg chg="add del">
          <ac:chgData name="JP Paulson" userId="460546f63f696f4c" providerId="LiveId" clId="{957F310B-9F73-4E82-8F26-768C6CA2EEB2}" dt="2026-06-26T21:45:53.933" v="3281" actId="478"/>
          <ac:spMkLst>
            <pc:docMk/>
            <pc:sldMk cId="2503595109" sldId="360"/>
            <ac:spMk id="9" creationId="{B76386D2-B8EF-1EE5-2528-5C08AF45FF42}"/>
          </ac:spMkLst>
        </pc:spChg>
        <pc:spChg chg="add del">
          <ac:chgData name="JP Paulson" userId="460546f63f696f4c" providerId="LiveId" clId="{957F310B-9F73-4E82-8F26-768C6CA2EEB2}" dt="2026-06-26T21:45:53.929" v="3280" actId="478"/>
          <ac:spMkLst>
            <pc:docMk/>
            <pc:sldMk cId="2503595109" sldId="360"/>
            <ac:spMk id="10" creationId="{74053CAF-BB94-ACFB-5694-1382FA99CF1E}"/>
          </ac:spMkLst>
        </pc:spChg>
        <pc:spChg chg="add del">
          <ac:chgData name="JP Paulson" userId="460546f63f696f4c" providerId="LiveId" clId="{957F310B-9F73-4E82-8F26-768C6CA2EEB2}" dt="2026-06-26T21:45:53.929" v="3279" actId="478"/>
          <ac:spMkLst>
            <pc:docMk/>
            <pc:sldMk cId="2503595109" sldId="360"/>
            <ac:spMk id="11" creationId="{A94BC2B6-9373-7852-5232-3DAEB6C1EE7A}"/>
          </ac:spMkLst>
        </pc:spChg>
        <pc:spChg chg="mod">
          <ac:chgData name="JP Paulson" userId="460546f63f696f4c" providerId="LiveId" clId="{957F310B-9F73-4E82-8F26-768C6CA2EEB2}" dt="2026-06-26T21:45:54.458" v="3350" actId="1076"/>
          <ac:spMkLst>
            <pc:docMk/>
            <pc:sldMk cId="2503595109" sldId="360"/>
            <ac:spMk id="272" creationId="{00000000-0000-0000-0000-000000000000}"/>
          </ac:spMkLst>
        </pc:spChg>
        <pc:grpChg chg="add del">
          <ac:chgData name="JP Paulson" userId="460546f63f696f4c" providerId="LiveId" clId="{957F310B-9F73-4E82-8F26-768C6CA2EEB2}" dt="2026-06-26T21:45:53.942" v="3285" actId="478"/>
          <ac:grpSpMkLst>
            <pc:docMk/>
            <pc:sldMk cId="2503595109" sldId="360"/>
            <ac:grpSpMk id="255" creationId="{00000000-0000-0000-0000-000000000000}"/>
          </ac:grpSpMkLst>
        </pc:grpChg>
        <pc:grpChg chg="add del">
          <ac:chgData name="JP Paulson" userId="460546f63f696f4c" providerId="LiveId" clId="{957F310B-9F73-4E82-8F26-768C6CA2EEB2}" dt="2026-06-26T21:45:53.942" v="3284" actId="478"/>
          <ac:grpSpMkLst>
            <pc:docMk/>
            <pc:sldMk cId="2503595109" sldId="360"/>
            <ac:grpSpMk id="273" creationId="{00000000-0000-0000-0000-000000000000}"/>
          </ac:grpSpMkLst>
        </pc:grpChg>
        <pc:grpChg chg="add del">
          <ac:chgData name="JP Paulson" userId="460546f63f696f4c" providerId="LiveId" clId="{957F310B-9F73-4E82-8F26-768C6CA2EEB2}" dt="2026-06-26T21:45:53.929" v="3278" actId="478"/>
          <ac:grpSpMkLst>
            <pc:docMk/>
            <pc:sldMk cId="2503595109" sldId="360"/>
            <ac:grpSpMk id="372" creationId="{9ED93B95-2A22-1666-A4E5-5DDF4089F4B0}"/>
          </ac:grpSpMkLst>
        </pc:grpChg>
        <pc:grpChg chg="add del">
          <ac:chgData name="JP Paulson" userId="460546f63f696f4c" providerId="LiveId" clId="{957F310B-9F73-4E82-8F26-768C6CA2EEB2}" dt="2026-06-26T21:45:53.924" v="3277" actId="478"/>
          <ac:grpSpMkLst>
            <pc:docMk/>
            <pc:sldMk cId="2503595109" sldId="360"/>
            <ac:grpSpMk id="383" creationId="{531C37E1-0517-938D-FDF6-7C5057260B3D}"/>
          </ac:grpSpMkLst>
        </pc:grpChg>
      </pc:sldChg>
      <pc:sldChg chg="addSp delSp modSp add del mod modTransition addAnim delAnim modAnim">
        <pc:chgData name="JP Paulson" userId="460546f63f696f4c" providerId="LiveId" clId="{957F310B-9F73-4E82-8F26-768C6CA2EEB2}" dt="2026-06-26T21:45:54.454" v="3348" actId="2890"/>
        <pc:sldMkLst>
          <pc:docMk/>
          <pc:sldMk cId="778811327" sldId="361"/>
        </pc:sldMkLst>
        <pc:spChg chg="add del">
          <ac:chgData name="JP Paulson" userId="460546f63f696f4c" providerId="LiveId" clId="{957F310B-9F73-4E82-8F26-768C6CA2EEB2}" dt="2026-06-26T21:45:53.920" v="3275" actId="478"/>
          <ac:spMkLst>
            <pc:docMk/>
            <pc:sldMk cId="778811327" sldId="361"/>
            <ac:spMk id="2" creationId="{859C3D36-9D07-66C9-526A-4E00CA94F46B}"/>
          </ac:spMkLst>
        </pc:spChg>
        <pc:spChg chg="add del">
          <ac:chgData name="JP Paulson" userId="460546f63f696f4c" providerId="LiveId" clId="{957F310B-9F73-4E82-8F26-768C6CA2EEB2}" dt="2026-06-26T21:45:53.916" v="3274" actId="478"/>
          <ac:spMkLst>
            <pc:docMk/>
            <pc:sldMk cId="778811327" sldId="361"/>
            <ac:spMk id="8" creationId="{A2648998-9F83-2C36-50F2-B620E5D9951B}"/>
          </ac:spMkLst>
        </pc:spChg>
        <pc:spChg chg="add del">
          <ac:chgData name="JP Paulson" userId="460546f63f696f4c" providerId="LiveId" clId="{957F310B-9F73-4E82-8F26-768C6CA2EEB2}" dt="2026-06-26T21:45:53.916" v="3273" actId="478"/>
          <ac:spMkLst>
            <pc:docMk/>
            <pc:sldMk cId="778811327" sldId="361"/>
            <ac:spMk id="9" creationId="{B76386D2-B8EF-1EE5-2528-5C08AF45FF42}"/>
          </ac:spMkLst>
        </pc:spChg>
        <pc:spChg chg="add del">
          <ac:chgData name="JP Paulson" userId="460546f63f696f4c" providerId="LiveId" clId="{957F310B-9F73-4E82-8F26-768C6CA2EEB2}" dt="2026-06-26T21:45:53.916" v="3272" actId="478"/>
          <ac:spMkLst>
            <pc:docMk/>
            <pc:sldMk cId="778811327" sldId="361"/>
            <ac:spMk id="10" creationId="{74053CAF-BB94-ACFB-5694-1382FA99CF1E}"/>
          </ac:spMkLst>
        </pc:spChg>
        <pc:spChg chg="add del">
          <ac:chgData name="JP Paulson" userId="460546f63f696f4c" providerId="LiveId" clId="{957F310B-9F73-4E82-8F26-768C6CA2EEB2}" dt="2026-06-26T21:45:53.912" v="3271" actId="478"/>
          <ac:spMkLst>
            <pc:docMk/>
            <pc:sldMk cId="778811327" sldId="361"/>
            <ac:spMk id="11" creationId="{A94BC2B6-9373-7852-5232-3DAEB6C1EE7A}"/>
          </ac:spMkLst>
        </pc:spChg>
        <pc:spChg chg="mod">
          <ac:chgData name="JP Paulson" userId="460546f63f696f4c" providerId="LiveId" clId="{957F310B-9F73-4E82-8F26-768C6CA2EEB2}" dt="2026-06-26T21:45:27.874" v="1660"/>
          <ac:spMkLst>
            <pc:docMk/>
            <pc:sldMk cId="778811327" sldId="361"/>
            <ac:spMk id="251" creationId="{00000000-0000-0000-0000-000000000000}"/>
          </ac:spMkLst>
        </pc:spChg>
        <pc:spChg chg="mod">
          <ac:chgData name="JP Paulson" userId="460546f63f696f4c" providerId="LiveId" clId="{957F310B-9F73-4E82-8F26-768C6CA2EEB2}" dt="2026-06-26T21:45:27.874" v="1660"/>
          <ac:spMkLst>
            <pc:docMk/>
            <pc:sldMk cId="778811327" sldId="361"/>
            <ac:spMk id="252" creationId="{00000000-0000-0000-0000-000000000000}"/>
          </ac:spMkLst>
        </pc:spChg>
        <pc:spChg chg="mod">
          <ac:chgData name="JP Paulson" userId="460546f63f696f4c" providerId="LiveId" clId="{957F310B-9F73-4E82-8F26-768C6CA2EEB2}" dt="2026-06-26T21:45:27.874" v="1660"/>
          <ac:spMkLst>
            <pc:docMk/>
            <pc:sldMk cId="778811327" sldId="361"/>
            <ac:spMk id="253" creationId="{00000000-0000-0000-0000-000000000000}"/>
          </ac:spMkLst>
        </pc:spChg>
        <pc:spChg chg="mod">
          <ac:chgData name="JP Paulson" userId="460546f63f696f4c" providerId="LiveId" clId="{957F310B-9F73-4E82-8F26-768C6CA2EEB2}" dt="2026-06-26T21:45:27.874" v="1660"/>
          <ac:spMkLst>
            <pc:docMk/>
            <pc:sldMk cId="778811327" sldId="361"/>
            <ac:spMk id="254" creationId="{00000000-0000-0000-0000-000000000000}"/>
          </ac:spMkLst>
        </pc:spChg>
        <pc:grpChg chg="mod">
          <ac:chgData name="JP Paulson" userId="460546f63f696f4c" providerId="LiveId" clId="{957F310B-9F73-4E82-8F26-768C6CA2EEB2}" dt="2026-06-26T21:45:54.428" v="3347" actId="1076"/>
          <ac:grpSpMkLst>
            <pc:docMk/>
            <pc:sldMk cId="778811327" sldId="361"/>
            <ac:grpSpMk id="250" creationId="{00000000-0000-0000-0000-000000000000}"/>
          </ac:grpSpMkLst>
        </pc:grpChg>
        <pc:grpChg chg="add del">
          <ac:chgData name="JP Paulson" userId="460546f63f696f4c" providerId="LiveId" clId="{957F310B-9F73-4E82-8F26-768C6CA2EEB2}" dt="2026-06-26T21:45:53.920" v="3276" actId="478"/>
          <ac:grpSpMkLst>
            <pc:docMk/>
            <pc:sldMk cId="778811327" sldId="361"/>
            <ac:grpSpMk id="255" creationId="{00000000-0000-0000-0000-000000000000}"/>
          </ac:grpSpMkLst>
        </pc:grpChg>
        <pc:grpChg chg="add del">
          <ac:chgData name="JP Paulson" userId="460546f63f696f4c" providerId="LiveId" clId="{957F310B-9F73-4E82-8F26-768C6CA2EEB2}" dt="2026-06-26T21:45:53.912" v="3270" actId="478"/>
          <ac:grpSpMkLst>
            <pc:docMk/>
            <pc:sldMk cId="778811327" sldId="361"/>
            <ac:grpSpMk id="372" creationId="{9ED93B95-2A22-1666-A4E5-5DDF4089F4B0}"/>
          </ac:grpSpMkLst>
        </pc:grpChg>
        <pc:grpChg chg="add del">
          <ac:chgData name="JP Paulson" userId="460546f63f696f4c" providerId="LiveId" clId="{957F310B-9F73-4E82-8F26-768C6CA2EEB2}" dt="2026-06-26T21:45:53.908" v="3269" actId="478"/>
          <ac:grpSpMkLst>
            <pc:docMk/>
            <pc:sldMk cId="778811327" sldId="361"/>
            <ac:grpSpMk id="383" creationId="{531C37E1-0517-938D-FDF6-7C5057260B3D}"/>
          </ac:grpSpMkLst>
        </pc:grpChg>
      </pc:sldChg>
      <pc:sldChg chg="addSp delSp add del mod modTransition addAnim delAnim modAnim">
        <pc:chgData name="JP Paulson" userId="460546f63f696f4c" providerId="LiveId" clId="{957F310B-9F73-4E82-8F26-768C6CA2EEB2}" dt="2026-06-26T21:45:54.424" v="3345" actId="2890"/>
        <pc:sldMkLst>
          <pc:docMk/>
          <pc:sldMk cId="2371456270" sldId="362"/>
        </pc:sldMkLst>
        <pc:spChg chg="add del">
          <ac:chgData name="JP Paulson" userId="460546f63f696f4c" providerId="LiveId" clId="{957F310B-9F73-4E82-8F26-768C6CA2EEB2}" dt="2026-06-26T21:45:53.895" v="3265" actId="478"/>
          <ac:spMkLst>
            <pc:docMk/>
            <pc:sldMk cId="2371456270" sldId="362"/>
            <ac:spMk id="8" creationId="{A2648998-9F83-2C36-50F2-B620E5D9951B}"/>
          </ac:spMkLst>
        </pc:spChg>
        <pc:spChg chg="add del">
          <ac:chgData name="JP Paulson" userId="460546f63f696f4c" providerId="LiveId" clId="{957F310B-9F73-4E82-8F26-768C6CA2EEB2}" dt="2026-06-26T21:45:53.895" v="3264" actId="478"/>
          <ac:spMkLst>
            <pc:docMk/>
            <pc:sldMk cId="2371456270" sldId="362"/>
            <ac:spMk id="9" creationId="{B76386D2-B8EF-1EE5-2528-5C08AF45FF42}"/>
          </ac:spMkLst>
        </pc:spChg>
        <pc:spChg chg="add del">
          <ac:chgData name="JP Paulson" userId="460546f63f696f4c" providerId="LiveId" clId="{957F310B-9F73-4E82-8F26-768C6CA2EEB2}" dt="2026-06-26T21:45:53.895" v="3263" actId="478"/>
          <ac:spMkLst>
            <pc:docMk/>
            <pc:sldMk cId="2371456270" sldId="362"/>
            <ac:spMk id="10" creationId="{74053CAF-BB94-ACFB-5694-1382FA99CF1E}"/>
          </ac:spMkLst>
        </pc:spChg>
        <pc:spChg chg="add del">
          <ac:chgData name="JP Paulson" userId="460546f63f696f4c" providerId="LiveId" clId="{957F310B-9F73-4E82-8F26-768C6CA2EEB2}" dt="2026-06-26T21:45:53.891" v="3262" actId="478"/>
          <ac:spMkLst>
            <pc:docMk/>
            <pc:sldMk cId="2371456270" sldId="362"/>
            <ac:spMk id="11" creationId="{A94BC2B6-9373-7852-5232-3DAEB6C1EE7A}"/>
          </ac:spMkLst>
        </pc:spChg>
        <pc:grpChg chg="add del">
          <ac:chgData name="JP Paulson" userId="460546f63f696f4c" providerId="LiveId" clId="{957F310B-9F73-4E82-8F26-768C6CA2EEB2}" dt="2026-06-26T21:45:53.899" v="3266" actId="478"/>
          <ac:grpSpMkLst>
            <pc:docMk/>
            <pc:sldMk cId="2371456270" sldId="362"/>
            <ac:grpSpMk id="250" creationId="{00000000-0000-0000-0000-000000000000}"/>
          </ac:grpSpMkLst>
        </pc:grpChg>
        <pc:grpChg chg="add del">
          <ac:chgData name="JP Paulson" userId="460546f63f696f4c" providerId="LiveId" clId="{957F310B-9F73-4E82-8F26-768C6CA2EEB2}" dt="2026-06-26T21:45:53.904" v="3268" actId="478"/>
          <ac:grpSpMkLst>
            <pc:docMk/>
            <pc:sldMk cId="2371456270" sldId="362"/>
            <ac:grpSpMk id="255" creationId="{00000000-0000-0000-0000-000000000000}"/>
          </ac:grpSpMkLst>
        </pc:grpChg>
        <pc:grpChg chg="add del">
          <ac:chgData name="JP Paulson" userId="460546f63f696f4c" providerId="LiveId" clId="{957F310B-9F73-4E82-8F26-768C6CA2EEB2}" dt="2026-06-26T21:45:53.904" v="3267" actId="478"/>
          <ac:grpSpMkLst>
            <pc:docMk/>
            <pc:sldMk cId="2371456270" sldId="362"/>
            <ac:grpSpMk id="273" creationId="{00000000-0000-0000-0000-000000000000}"/>
          </ac:grpSpMkLst>
        </pc:grpChg>
        <pc:grpChg chg="add del">
          <ac:chgData name="JP Paulson" userId="460546f63f696f4c" providerId="LiveId" clId="{957F310B-9F73-4E82-8F26-768C6CA2EEB2}" dt="2026-06-26T21:45:53.891" v="3261" actId="478"/>
          <ac:grpSpMkLst>
            <pc:docMk/>
            <pc:sldMk cId="2371456270" sldId="362"/>
            <ac:grpSpMk id="372" creationId="{9ED93B95-2A22-1666-A4E5-5DDF4089F4B0}"/>
          </ac:grpSpMkLst>
        </pc:grpChg>
        <pc:grpChg chg="add del">
          <ac:chgData name="JP Paulson" userId="460546f63f696f4c" providerId="LiveId" clId="{957F310B-9F73-4E82-8F26-768C6CA2EEB2}" dt="2026-06-26T21:45:53.887" v="3260" actId="478"/>
          <ac:grpSpMkLst>
            <pc:docMk/>
            <pc:sldMk cId="2371456270" sldId="362"/>
            <ac:grpSpMk id="383" creationId="{531C37E1-0517-938D-FDF6-7C5057260B3D}"/>
          </ac:grpSpMkLst>
        </pc:grpChg>
      </pc:sldChg>
      <pc:sldChg chg="addSp delSp modSp add del mod modTransition addAnim delAnim modAnim">
        <pc:chgData name="JP Paulson" userId="460546f63f696f4c" providerId="LiveId" clId="{957F310B-9F73-4E82-8F26-768C6CA2EEB2}" dt="2026-06-26T21:45:54.394" v="3344" actId="2890"/>
        <pc:sldMkLst>
          <pc:docMk/>
          <pc:sldMk cId="2050318909" sldId="363"/>
        </pc:sldMkLst>
        <pc:spChg chg="mod">
          <ac:chgData name="JP Paulson" userId="460546f63f696f4c" providerId="LiveId" clId="{957F310B-9F73-4E82-8F26-768C6CA2EEB2}" dt="2026-06-26T21:45:54.368" v="3343" actId="1076"/>
          <ac:spMkLst>
            <pc:docMk/>
            <pc:sldMk cId="2050318909" sldId="363"/>
            <ac:spMk id="2" creationId="{859C3D36-9D07-66C9-526A-4E00CA94F46B}"/>
          </ac:spMkLst>
        </pc:spChg>
        <pc:spChg chg="add del">
          <ac:chgData name="JP Paulson" userId="460546f63f696f4c" providerId="LiveId" clId="{957F310B-9F73-4E82-8F26-768C6CA2EEB2}" dt="2026-06-26T21:45:53.878" v="3256" actId="478"/>
          <ac:spMkLst>
            <pc:docMk/>
            <pc:sldMk cId="2050318909" sldId="363"/>
            <ac:spMk id="8" creationId="{A2648998-9F83-2C36-50F2-B620E5D9951B}"/>
          </ac:spMkLst>
        </pc:spChg>
        <pc:spChg chg="add del">
          <ac:chgData name="JP Paulson" userId="460546f63f696f4c" providerId="LiveId" clId="{957F310B-9F73-4E82-8F26-768C6CA2EEB2}" dt="2026-06-26T21:45:53.874" v="3255" actId="478"/>
          <ac:spMkLst>
            <pc:docMk/>
            <pc:sldMk cId="2050318909" sldId="363"/>
            <ac:spMk id="9" creationId="{B76386D2-B8EF-1EE5-2528-5C08AF45FF42}"/>
          </ac:spMkLst>
        </pc:spChg>
        <pc:spChg chg="add del">
          <ac:chgData name="JP Paulson" userId="460546f63f696f4c" providerId="LiveId" clId="{957F310B-9F73-4E82-8F26-768C6CA2EEB2}" dt="2026-06-26T21:45:53.874" v="3254" actId="478"/>
          <ac:spMkLst>
            <pc:docMk/>
            <pc:sldMk cId="2050318909" sldId="363"/>
            <ac:spMk id="10" creationId="{74053CAF-BB94-ACFB-5694-1382FA99CF1E}"/>
          </ac:spMkLst>
        </pc:spChg>
        <pc:spChg chg="add del">
          <ac:chgData name="JP Paulson" userId="460546f63f696f4c" providerId="LiveId" clId="{957F310B-9F73-4E82-8F26-768C6CA2EEB2}" dt="2026-06-26T21:45:53.874" v="3253" actId="478"/>
          <ac:spMkLst>
            <pc:docMk/>
            <pc:sldMk cId="2050318909" sldId="363"/>
            <ac:spMk id="11" creationId="{A94BC2B6-9373-7852-5232-3DAEB6C1EE7A}"/>
          </ac:spMkLst>
        </pc:spChg>
        <pc:grpChg chg="add del">
          <ac:chgData name="JP Paulson" userId="460546f63f696f4c" providerId="LiveId" clId="{957F310B-9F73-4E82-8F26-768C6CA2EEB2}" dt="2026-06-26T21:45:53.878" v="3257" actId="478"/>
          <ac:grpSpMkLst>
            <pc:docMk/>
            <pc:sldMk cId="2050318909" sldId="363"/>
            <ac:grpSpMk id="250" creationId="{00000000-0000-0000-0000-000000000000}"/>
          </ac:grpSpMkLst>
        </pc:grpChg>
        <pc:grpChg chg="add del">
          <ac:chgData name="JP Paulson" userId="460546f63f696f4c" providerId="LiveId" clId="{957F310B-9F73-4E82-8F26-768C6CA2EEB2}" dt="2026-06-26T21:45:53.887" v="3259" actId="478"/>
          <ac:grpSpMkLst>
            <pc:docMk/>
            <pc:sldMk cId="2050318909" sldId="363"/>
            <ac:grpSpMk id="255" creationId="{00000000-0000-0000-0000-000000000000}"/>
          </ac:grpSpMkLst>
        </pc:grpChg>
        <pc:grpChg chg="add del">
          <ac:chgData name="JP Paulson" userId="460546f63f696f4c" providerId="LiveId" clId="{957F310B-9F73-4E82-8F26-768C6CA2EEB2}" dt="2026-06-26T21:45:53.882" v="3258" actId="478"/>
          <ac:grpSpMkLst>
            <pc:docMk/>
            <pc:sldMk cId="2050318909" sldId="363"/>
            <ac:grpSpMk id="273" creationId="{00000000-0000-0000-0000-000000000000}"/>
          </ac:grpSpMkLst>
        </pc:grpChg>
        <pc:grpChg chg="add del">
          <ac:chgData name="JP Paulson" userId="460546f63f696f4c" providerId="LiveId" clId="{957F310B-9F73-4E82-8F26-768C6CA2EEB2}" dt="2026-06-26T21:45:53.870" v="3252" actId="478"/>
          <ac:grpSpMkLst>
            <pc:docMk/>
            <pc:sldMk cId="2050318909" sldId="363"/>
            <ac:grpSpMk id="372" creationId="{9ED93B95-2A22-1666-A4E5-5DDF4089F4B0}"/>
          </ac:grpSpMkLst>
        </pc:grpChg>
        <pc:grpChg chg="add del">
          <ac:chgData name="JP Paulson" userId="460546f63f696f4c" providerId="LiveId" clId="{957F310B-9F73-4E82-8F26-768C6CA2EEB2}" dt="2026-06-26T21:45:53.870" v="3251" actId="478"/>
          <ac:grpSpMkLst>
            <pc:docMk/>
            <pc:sldMk cId="2050318909" sldId="363"/>
            <ac:grpSpMk id="383" creationId="{531C37E1-0517-938D-FDF6-7C5057260B3D}"/>
          </ac:grpSpMkLst>
        </pc:grpChg>
      </pc:sldChg>
      <pc:sldChg chg="addSp delSp modSp add del mod modTransition addAnim delAnim modAnim">
        <pc:chgData name="JP Paulson" userId="460546f63f696f4c" providerId="LiveId" clId="{957F310B-9F73-4E82-8F26-768C6CA2EEB2}" dt="2026-06-26T21:45:54.364" v="3341" actId="2890"/>
        <pc:sldMkLst>
          <pc:docMk/>
          <pc:sldMk cId="3354871098" sldId="364"/>
        </pc:sldMkLst>
        <pc:spChg chg="add del">
          <ac:chgData name="JP Paulson" userId="460546f63f696f4c" providerId="LiveId" clId="{957F310B-9F73-4E82-8F26-768C6CA2EEB2}" dt="2026-06-26T21:45:53.861" v="3248" actId="478"/>
          <ac:spMkLst>
            <pc:docMk/>
            <pc:sldMk cId="3354871098" sldId="364"/>
            <ac:spMk id="8" creationId="{A2648998-9F83-2C36-50F2-B620E5D9951B}"/>
          </ac:spMkLst>
        </pc:spChg>
        <pc:spChg chg="add del">
          <ac:chgData name="JP Paulson" userId="460546f63f696f4c" providerId="LiveId" clId="{957F310B-9F73-4E82-8F26-768C6CA2EEB2}" dt="2026-06-26T21:45:53.861" v="3247" actId="478"/>
          <ac:spMkLst>
            <pc:docMk/>
            <pc:sldMk cId="3354871098" sldId="364"/>
            <ac:spMk id="9" creationId="{B76386D2-B8EF-1EE5-2528-5C08AF45FF42}"/>
          </ac:spMkLst>
        </pc:spChg>
        <pc:spChg chg="add del">
          <ac:chgData name="JP Paulson" userId="460546f63f696f4c" providerId="LiveId" clId="{957F310B-9F73-4E82-8F26-768C6CA2EEB2}" dt="2026-06-26T21:45:53.859" v="3246" actId="478"/>
          <ac:spMkLst>
            <pc:docMk/>
            <pc:sldMk cId="3354871098" sldId="364"/>
            <ac:spMk id="10" creationId="{74053CAF-BB94-ACFB-5694-1382FA99CF1E}"/>
          </ac:spMkLst>
        </pc:spChg>
        <pc:spChg chg="add del">
          <ac:chgData name="JP Paulson" userId="460546f63f696f4c" providerId="LiveId" clId="{957F310B-9F73-4E82-8F26-768C6CA2EEB2}" dt="2026-06-26T21:45:53.857" v="3245" actId="478"/>
          <ac:spMkLst>
            <pc:docMk/>
            <pc:sldMk cId="3354871098" sldId="364"/>
            <ac:spMk id="11" creationId="{A94BC2B6-9373-7852-5232-3DAEB6C1EE7A}"/>
          </ac:spMkLst>
        </pc:spChg>
        <pc:spChg chg="mod">
          <ac:chgData name="JP Paulson" userId="460546f63f696f4c" providerId="LiveId" clId="{957F310B-9F73-4E82-8F26-768C6CA2EEB2}" dt="2026-06-26T21:45:27.993" v="1676"/>
          <ac:spMkLst>
            <pc:docMk/>
            <pc:sldMk cId="3354871098" sldId="364"/>
            <ac:spMk id="246" creationId="{00000000-0000-0000-0000-000000000000}"/>
          </ac:spMkLst>
        </pc:spChg>
        <pc:spChg chg="mod">
          <ac:chgData name="JP Paulson" userId="460546f63f696f4c" providerId="LiveId" clId="{957F310B-9F73-4E82-8F26-768C6CA2EEB2}" dt="2026-06-26T21:45:27.993" v="1676"/>
          <ac:spMkLst>
            <pc:docMk/>
            <pc:sldMk cId="3354871098" sldId="364"/>
            <ac:spMk id="247" creationId="{00000000-0000-0000-0000-000000000000}"/>
          </ac:spMkLst>
        </pc:spChg>
        <pc:spChg chg="mod">
          <ac:chgData name="JP Paulson" userId="460546f63f696f4c" providerId="LiveId" clId="{957F310B-9F73-4E82-8F26-768C6CA2EEB2}" dt="2026-06-26T21:45:27.993" v="1676"/>
          <ac:spMkLst>
            <pc:docMk/>
            <pc:sldMk cId="3354871098" sldId="364"/>
            <ac:spMk id="248" creationId="{00000000-0000-0000-0000-000000000000}"/>
          </ac:spMkLst>
        </pc:spChg>
        <pc:spChg chg="mod">
          <ac:chgData name="JP Paulson" userId="460546f63f696f4c" providerId="LiveId" clId="{957F310B-9F73-4E82-8F26-768C6CA2EEB2}" dt="2026-06-26T21:45:27.993" v="1676"/>
          <ac:spMkLst>
            <pc:docMk/>
            <pc:sldMk cId="3354871098" sldId="364"/>
            <ac:spMk id="249" creationId="{00000000-0000-0000-0000-000000000000}"/>
          </ac:spMkLst>
        </pc:spChg>
        <pc:grpChg chg="mod">
          <ac:chgData name="JP Paulson" userId="460546f63f696f4c" providerId="LiveId" clId="{957F310B-9F73-4E82-8F26-768C6CA2EEB2}" dt="2026-06-26T21:45:54.339" v="3340" actId="1076"/>
          <ac:grpSpMkLst>
            <pc:docMk/>
            <pc:sldMk cId="3354871098" sldId="364"/>
            <ac:grpSpMk id="245" creationId="{00000000-0000-0000-0000-000000000000}"/>
          </ac:grpSpMkLst>
        </pc:grpChg>
        <pc:grpChg chg="add del">
          <ac:chgData name="JP Paulson" userId="460546f63f696f4c" providerId="LiveId" clId="{957F310B-9F73-4E82-8F26-768C6CA2EEB2}" dt="2026-06-26T21:45:53.865" v="3249" actId="478"/>
          <ac:grpSpMkLst>
            <pc:docMk/>
            <pc:sldMk cId="3354871098" sldId="364"/>
            <ac:grpSpMk id="250" creationId="{00000000-0000-0000-0000-000000000000}"/>
          </ac:grpSpMkLst>
        </pc:grpChg>
        <pc:grpChg chg="add del">
          <ac:chgData name="JP Paulson" userId="460546f63f696f4c" providerId="LiveId" clId="{957F310B-9F73-4E82-8F26-768C6CA2EEB2}" dt="2026-06-26T21:45:53.865" v="3250" actId="478"/>
          <ac:grpSpMkLst>
            <pc:docMk/>
            <pc:sldMk cId="3354871098" sldId="364"/>
            <ac:grpSpMk id="255" creationId="{00000000-0000-0000-0000-000000000000}"/>
          </ac:grpSpMkLst>
        </pc:grpChg>
        <pc:grpChg chg="add del">
          <ac:chgData name="JP Paulson" userId="460546f63f696f4c" providerId="LiveId" clId="{957F310B-9F73-4E82-8F26-768C6CA2EEB2}" dt="2026-06-26T21:45:53.853" v="3244" actId="478"/>
          <ac:grpSpMkLst>
            <pc:docMk/>
            <pc:sldMk cId="3354871098" sldId="364"/>
            <ac:grpSpMk id="372" creationId="{9ED93B95-2A22-1666-A4E5-5DDF4089F4B0}"/>
          </ac:grpSpMkLst>
        </pc:grpChg>
        <pc:grpChg chg="add del">
          <ac:chgData name="JP Paulson" userId="460546f63f696f4c" providerId="LiveId" clId="{957F310B-9F73-4E82-8F26-768C6CA2EEB2}" dt="2026-06-26T21:45:53.853" v="3243" actId="478"/>
          <ac:grpSpMkLst>
            <pc:docMk/>
            <pc:sldMk cId="3354871098" sldId="364"/>
            <ac:grpSpMk id="383" creationId="{531C37E1-0517-938D-FDF6-7C5057260B3D}"/>
          </ac:grpSpMkLst>
        </pc:grpChg>
      </pc:sldChg>
      <pc:sldChg chg="addSp delSp add del mod modTransition addAnim delAnim modAnim">
        <pc:chgData name="JP Paulson" userId="460546f63f696f4c" providerId="LiveId" clId="{957F310B-9F73-4E82-8F26-768C6CA2EEB2}" dt="2026-06-26T21:45:54.334" v="3338" actId="2890"/>
        <pc:sldMkLst>
          <pc:docMk/>
          <pc:sldMk cId="1681766347" sldId="365"/>
        </pc:sldMkLst>
        <pc:spChg chg="add del">
          <ac:chgData name="JP Paulson" userId="460546f63f696f4c" providerId="LiveId" clId="{957F310B-9F73-4E82-8F26-768C6CA2EEB2}" dt="2026-06-26T21:45:53.837" v="3238" actId="478"/>
          <ac:spMkLst>
            <pc:docMk/>
            <pc:sldMk cId="1681766347" sldId="365"/>
            <ac:spMk id="9" creationId="{B76386D2-B8EF-1EE5-2528-5C08AF45FF42}"/>
          </ac:spMkLst>
        </pc:spChg>
        <pc:spChg chg="add del">
          <ac:chgData name="JP Paulson" userId="460546f63f696f4c" providerId="LiveId" clId="{957F310B-9F73-4E82-8F26-768C6CA2EEB2}" dt="2026-06-26T21:45:53.837" v="3237" actId="478"/>
          <ac:spMkLst>
            <pc:docMk/>
            <pc:sldMk cId="1681766347" sldId="365"/>
            <ac:spMk id="10" creationId="{74053CAF-BB94-ACFB-5694-1382FA99CF1E}"/>
          </ac:spMkLst>
        </pc:spChg>
        <pc:spChg chg="add del">
          <ac:chgData name="JP Paulson" userId="460546f63f696f4c" providerId="LiveId" clId="{957F310B-9F73-4E82-8F26-768C6CA2EEB2}" dt="2026-06-26T21:45:53.833" v="3236" actId="478"/>
          <ac:spMkLst>
            <pc:docMk/>
            <pc:sldMk cId="1681766347" sldId="365"/>
            <ac:spMk id="11" creationId="{A94BC2B6-9373-7852-5232-3DAEB6C1EE7A}"/>
          </ac:spMkLst>
        </pc:spChg>
        <pc:grpChg chg="add del">
          <ac:chgData name="JP Paulson" userId="460546f63f696f4c" providerId="LiveId" clId="{957F310B-9F73-4E82-8F26-768C6CA2EEB2}" dt="2026-06-26T21:45:53.841" v="3239" actId="478"/>
          <ac:grpSpMkLst>
            <pc:docMk/>
            <pc:sldMk cId="1681766347" sldId="365"/>
            <ac:grpSpMk id="245" creationId="{00000000-0000-0000-0000-000000000000}"/>
          </ac:grpSpMkLst>
        </pc:grpChg>
        <pc:grpChg chg="add del">
          <ac:chgData name="JP Paulson" userId="460546f63f696f4c" providerId="LiveId" clId="{957F310B-9F73-4E82-8F26-768C6CA2EEB2}" dt="2026-06-26T21:45:53.841" v="3240" actId="478"/>
          <ac:grpSpMkLst>
            <pc:docMk/>
            <pc:sldMk cId="1681766347" sldId="365"/>
            <ac:grpSpMk id="250" creationId="{00000000-0000-0000-0000-000000000000}"/>
          </ac:grpSpMkLst>
        </pc:grpChg>
        <pc:grpChg chg="add del">
          <ac:chgData name="JP Paulson" userId="460546f63f696f4c" providerId="LiveId" clId="{957F310B-9F73-4E82-8F26-768C6CA2EEB2}" dt="2026-06-26T21:45:53.849" v="3242" actId="478"/>
          <ac:grpSpMkLst>
            <pc:docMk/>
            <pc:sldMk cId="1681766347" sldId="365"/>
            <ac:grpSpMk id="255" creationId="{00000000-0000-0000-0000-000000000000}"/>
          </ac:grpSpMkLst>
        </pc:grpChg>
        <pc:grpChg chg="add del">
          <ac:chgData name="JP Paulson" userId="460546f63f696f4c" providerId="LiveId" clId="{957F310B-9F73-4E82-8F26-768C6CA2EEB2}" dt="2026-06-26T21:45:53.849" v="3241" actId="478"/>
          <ac:grpSpMkLst>
            <pc:docMk/>
            <pc:sldMk cId="1681766347" sldId="365"/>
            <ac:grpSpMk id="273" creationId="{00000000-0000-0000-0000-000000000000}"/>
          </ac:grpSpMkLst>
        </pc:grpChg>
        <pc:grpChg chg="add del">
          <ac:chgData name="JP Paulson" userId="460546f63f696f4c" providerId="LiveId" clId="{957F310B-9F73-4E82-8F26-768C6CA2EEB2}" dt="2026-06-26T21:45:53.833" v="3235" actId="478"/>
          <ac:grpSpMkLst>
            <pc:docMk/>
            <pc:sldMk cId="1681766347" sldId="365"/>
            <ac:grpSpMk id="372" creationId="{9ED93B95-2A22-1666-A4E5-5DDF4089F4B0}"/>
          </ac:grpSpMkLst>
        </pc:grpChg>
        <pc:grpChg chg="add del">
          <ac:chgData name="JP Paulson" userId="460546f63f696f4c" providerId="LiveId" clId="{957F310B-9F73-4E82-8F26-768C6CA2EEB2}" dt="2026-06-26T21:45:53.833" v="3234" actId="478"/>
          <ac:grpSpMkLst>
            <pc:docMk/>
            <pc:sldMk cId="1681766347" sldId="365"/>
            <ac:grpSpMk id="383" creationId="{531C37E1-0517-938D-FDF6-7C5057260B3D}"/>
          </ac:grpSpMkLst>
        </pc:grpChg>
      </pc:sldChg>
      <pc:sldChg chg="addSp delSp modSp add del mod modTransition addAnim delAnim modAnim">
        <pc:chgData name="JP Paulson" userId="460546f63f696f4c" providerId="LiveId" clId="{957F310B-9F73-4E82-8F26-768C6CA2EEB2}" dt="2026-06-26T21:45:54.310" v="3337" actId="2890"/>
        <pc:sldMkLst>
          <pc:docMk/>
          <pc:sldMk cId="2816496271" sldId="366"/>
        </pc:sldMkLst>
        <pc:spChg chg="mod">
          <ac:chgData name="JP Paulson" userId="460546f63f696f4c" providerId="LiveId" clId="{957F310B-9F73-4E82-8F26-768C6CA2EEB2}" dt="2026-06-26T21:45:54.282" v="3336" actId="1076"/>
          <ac:spMkLst>
            <pc:docMk/>
            <pc:sldMk cId="2816496271" sldId="366"/>
            <ac:spMk id="8" creationId="{A2648998-9F83-2C36-50F2-B620E5D9951B}"/>
          </ac:spMkLst>
        </pc:spChg>
        <pc:spChg chg="add del">
          <ac:chgData name="JP Paulson" userId="460546f63f696f4c" providerId="LiveId" clId="{957F310B-9F73-4E82-8F26-768C6CA2EEB2}" dt="2026-06-26T21:45:53.815" v="3229" actId="478"/>
          <ac:spMkLst>
            <pc:docMk/>
            <pc:sldMk cId="2816496271" sldId="366"/>
            <ac:spMk id="9" creationId="{B76386D2-B8EF-1EE5-2528-5C08AF45FF42}"/>
          </ac:spMkLst>
        </pc:spChg>
        <pc:spChg chg="add del">
          <ac:chgData name="JP Paulson" userId="460546f63f696f4c" providerId="LiveId" clId="{957F310B-9F73-4E82-8F26-768C6CA2EEB2}" dt="2026-06-26T21:45:53.815" v="3228" actId="478"/>
          <ac:spMkLst>
            <pc:docMk/>
            <pc:sldMk cId="2816496271" sldId="366"/>
            <ac:spMk id="10" creationId="{74053CAF-BB94-ACFB-5694-1382FA99CF1E}"/>
          </ac:spMkLst>
        </pc:spChg>
        <pc:spChg chg="add del">
          <ac:chgData name="JP Paulson" userId="460546f63f696f4c" providerId="LiveId" clId="{957F310B-9F73-4E82-8F26-768C6CA2EEB2}" dt="2026-06-26T21:45:53.811" v="3227" actId="478"/>
          <ac:spMkLst>
            <pc:docMk/>
            <pc:sldMk cId="2816496271" sldId="366"/>
            <ac:spMk id="11" creationId="{A94BC2B6-9373-7852-5232-3DAEB6C1EE7A}"/>
          </ac:spMkLst>
        </pc:spChg>
        <pc:grpChg chg="add del">
          <ac:chgData name="JP Paulson" userId="460546f63f696f4c" providerId="LiveId" clId="{957F310B-9F73-4E82-8F26-768C6CA2EEB2}" dt="2026-06-26T21:45:53.821" v="3230" actId="478"/>
          <ac:grpSpMkLst>
            <pc:docMk/>
            <pc:sldMk cId="2816496271" sldId="366"/>
            <ac:grpSpMk id="245" creationId="{00000000-0000-0000-0000-000000000000}"/>
          </ac:grpSpMkLst>
        </pc:grpChg>
        <pc:grpChg chg="add del">
          <ac:chgData name="JP Paulson" userId="460546f63f696f4c" providerId="LiveId" clId="{957F310B-9F73-4E82-8F26-768C6CA2EEB2}" dt="2026-06-26T21:45:53.821" v="3231" actId="478"/>
          <ac:grpSpMkLst>
            <pc:docMk/>
            <pc:sldMk cId="2816496271" sldId="366"/>
            <ac:grpSpMk id="250" creationId="{00000000-0000-0000-0000-000000000000}"/>
          </ac:grpSpMkLst>
        </pc:grpChg>
        <pc:grpChg chg="add del">
          <ac:chgData name="JP Paulson" userId="460546f63f696f4c" providerId="LiveId" clId="{957F310B-9F73-4E82-8F26-768C6CA2EEB2}" dt="2026-06-26T21:45:53.828" v="3233" actId="478"/>
          <ac:grpSpMkLst>
            <pc:docMk/>
            <pc:sldMk cId="2816496271" sldId="366"/>
            <ac:grpSpMk id="255" creationId="{00000000-0000-0000-0000-000000000000}"/>
          </ac:grpSpMkLst>
        </pc:grpChg>
        <pc:grpChg chg="add del">
          <ac:chgData name="JP Paulson" userId="460546f63f696f4c" providerId="LiveId" clId="{957F310B-9F73-4E82-8F26-768C6CA2EEB2}" dt="2026-06-26T21:45:53.824" v="3232" actId="478"/>
          <ac:grpSpMkLst>
            <pc:docMk/>
            <pc:sldMk cId="2816496271" sldId="366"/>
            <ac:grpSpMk id="273" creationId="{00000000-0000-0000-0000-000000000000}"/>
          </ac:grpSpMkLst>
        </pc:grpChg>
        <pc:grpChg chg="add del">
          <ac:chgData name="JP Paulson" userId="460546f63f696f4c" providerId="LiveId" clId="{957F310B-9F73-4E82-8F26-768C6CA2EEB2}" dt="2026-06-26T21:45:53.811" v="3226" actId="478"/>
          <ac:grpSpMkLst>
            <pc:docMk/>
            <pc:sldMk cId="2816496271" sldId="366"/>
            <ac:grpSpMk id="372" creationId="{9ED93B95-2A22-1666-A4E5-5DDF4089F4B0}"/>
          </ac:grpSpMkLst>
        </pc:grpChg>
        <pc:grpChg chg="add del">
          <ac:chgData name="JP Paulson" userId="460546f63f696f4c" providerId="LiveId" clId="{957F310B-9F73-4E82-8F26-768C6CA2EEB2}" dt="2026-06-26T21:45:53.811" v="3225" actId="478"/>
          <ac:grpSpMkLst>
            <pc:docMk/>
            <pc:sldMk cId="2816496271" sldId="366"/>
            <ac:grpSpMk id="383" creationId="{531C37E1-0517-938D-FDF6-7C5057260B3D}"/>
          </ac:grpSpMkLst>
        </pc:grpChg>
      </pc:sldChg>
      <pc:sldChg chg="addSp delSp modSp add del mod modTransition addAnim delAnim modAnim">
        <pc:chgData name="JP Paulson" userId="460546f63f696f4c" providerId="LiveId" clId="{957F310B-9F73-4E82-8F26-768C6CA2EEB2}" dt="2026-06-26T21:45:54.282" v="3334" actId="2890"/>
        <pc:sldMkLst>
          <pc:docMk/>
          <pc:sldMk cId="864298791" sldId="367"/>
        </pc:sldMkLst>
        <pc:spChg chg="add del">
          <ac:chgData name="JP Paulson" userId="460546f63f696f4c" providerId="LiveId" clId="{957F310B-9F73-4E82-8F26-768C6CA2EEB2}" dt="2026-06-26T21:45:53.798" v="3221" actId="478"/>
          <ac:spMkLst>
            <pc:docMk/>
            <pc:sldMk cId="864298791" sldId="367"/>
            <ac:spMk id="9" creationId="{B76386D2-B8EF-1EE5-2528-5C08AF45FF42}"/>
          </ac:spMkLst>
        </pc:spChg>
        <pc:spChg chg="add del">
          <ac:chgData name="JP Paulson" userId="460546f63f696f4c" providerId="LiveId" clId="{957F310B-9F73-4E82-8F26-768C6CA2EEB2}" dt="2026-06-26T21:45:53.794" v="3220" actId="478"/>
          <ac:spMkLst>
            <pc:docMk/>
            <pc:sldMk cId="864298791" sldId="367"/>
            <ac:spMk id="10" creationId="{74053CAF-BB94-ACFB-5694-1382FA99CF1E}"/>
          </ac:spMkLst>
        </pc:spChg>
        <pc:spChg chg="add del">
          <ac:chgData name="JP Paulson" userId="460546f63f696f4c" providerId="LiveId" clId="{957F310B-9F73-4E82-8F26-768C6CA2EEB2}" dt="2026-06-26T21:45:53.794" v="3219" actId="478"/>
          <ac:spMkLst>
            <pc:docMk/>
            <pc:sldMk cId="864298791" sldId="367"/>
            <ac:spMk id="11" creationId="{A94BC2B6-9373-7852-5232-3DAEB6C1EE7A}"/>
          </ac:spMkLst>
        </pc:spChg>
        <pc:spChg chg="mod">
          <ac:chgData name="JP Paulson" userId="460546f63f696f4c" providerId="LiveId" clId="{957F310B-9F73-4E82-8F26-768C6CA2EEB2}" dt="2026-06-26T21:45:28.112" v="1692"/>
          <ac:spMkLst>
            <pc:docMk/>
            <pc:sldMk cId="864298791" sldId="367"/>
            <ac:spMk id="241" creationId="{00000000-0000-0000-0000-000000000000}"/>
          </ac:spMkLst>
        </pc:spChg>
        <pc:spChg chg="mod">
          <ac:chgData name="JP Paulson" userId="460546f63f696f4c" providerId="LiveId" clId="{957F310B-9F73-4E82-8F26-768C6CA2EEB2}" dt="2026-06-26T21:45:28.112" v="1692"/>
          <ac:spMkLst>
            <pc:docMk/>
            <pc:sldMk cId="864298791" sldId="367"/>
            <ac:spMk id="242" creationId="{00000000-0000-0000-0000-000000000000}"/>
          </ac:spMkLst>
        </pc:spChg>
        <pc:spChg chg="mod">
          <ac:chgData name="JP Paulson" userId="460546f63f696f4c" providerId="LiveId" clId="{957F310B-9F73-4E82-8F26-768C6CA2EEB2}" dt="2026-06-26T21:45:28.112" v="1692"/>
          <ac:spMkLst>
            <pc:docMk/>
            <pc:sldMk cId="864298791" sldId="367"/>
            <ac:spMk id="243" creationId="{00000000-0000-0000-0000-000000000000}"/>
          </ac:spMkLst>
        </pc:spChg>
        <pc:spChg chg="mod">
          <ac:chgData name="JP Paulson" userId="460546f63f696f4c" providerId="LiveId" clId="{957F310B-9F73-4E82-8F26-768C6CA2EEB2}" dt="2026-06-26T21:45:28.112" v="1692"/>
          <ac:spMkLst>
            <pc:docMk/>
            <pc:sldMk cId="864298791" sldId="367"/>
            <ac:spMk id="244" creationId="{00000000-0000-0000-0000-000000000000}"/>
          </ac:spMkLst>
        </pc:spChg>
        <pc:grpChg chg="mod">
          <ac:chgData name="JP Paulson" userId="460546f63f696f4c" providerId="LiveId" clId="{957F310B-9F73-4E82-8F26-768C6CA2EEB2}" dt="2026-06-26T21:45:54.252" v="3333" actId="1076"/>
          <ac:grpSpMkLst>
            <pc:docMk/>
            <pc:sldMk cId="864298791" sldId="367"/>
            <ac:grpSpMk id="240" creationId="{00000000-0000-0000-0000-000000000000}"/>
          </ac:grpSpMkLst>
        </pc:grpChg>
        <pc:grpChg chg="add del">
          <ac:chgData name="JP Paulson" userId="460546f63f696f4c" providerId="LiveId" clId="{957F310B-9F73-4E82-8F26-768C6CA2EEB2}" dt="2026-06-26T21:45:53.802" v="3222" actId="478"/>
          <ac:grpSpMkLst>
            <pc:docMk/>
            <pc:sldMk cId="864298791" sldId="367"/>
            <ac:grpSpMk id="245" creationId="{00000000-0000-0000-0000-000000000000}"/>
          </ac:grpSpMkLst>
        </pc:grpChg>
        <pc:grpChg chg="add del">
          <ac:chgData name="JP Paulson" userId="460546f63f696f4c" providerId="LiveId" clId="{957F310B-9F73-4E82-8F26-768C6CA2EEB2}" dt="2026-06-26T21:45:53.802" v="3223" actId="478"/>
          <ac:grpSpMkLst>
            <pc:docMk/>
            <pc:sldMk cId="864298791" sldId="367"/>
            <ac:grpSpMk id="250" creationId="{00000000-0000-0000-0000-000000000000}"/>
          </ac:grpSpMkLst>
        </pc:grpChg>
        <pc:grpChg chg="add del">
          <ac:chgData name="JP Paulson" userId="460546f63f696f4c" providerId="LiveId" clId="{957F310B-9F73-4E82-8F26-768C6CA2EEB2}" dt="2026-06-26T21:45:53.807" v="3224" actId="478"/>
          <ac:grpSpMkLst>
            <pc:docMk/>
            <pc:sldMk cId="864298791" sldId="367"/>
            <ac:grpSpMk id="255" creationId="{00000000-0000-0000-0000-000000000000}"/>
          </ac:grpSpMkLst>
        </pc:grpChg>
        <pc:grpChg chg="add del">
          <ac:chgData name="JP Paulson" userId="460546f63f696f4c" providerId="LiveId" clId="{957F310B-9F73-4E82-8F26-768C6CA2EEB2}" dt="2026-06-26T21:45:53.794" v="3218" actId="478"/>
          <ac:grpSpMkLst>
            <pc:docMk/>
            <pc:sldMk cId="864298791" sldId="367"/>
            <ac:grpSpMk id="372" creationId="{9ED93B95-2A22-1666-A4E5-5DDF4089F4B0}"/>
          </ac:grpSpMkLst>
        </pc:grpChg>
        <pc:grpChg chg="add del">
          <ac:chgData name="JP Paulson" userId="460546f63f696f4c" providerId="LiveId" clId="{957F310B-9F73-4E82-8F26-768C6CA2EEB2}" dt="2026-06-26T21:45:53.790" v="3217" actId="478"/>
          <ac:grpSpMkLst>
            <pc:docMk/>
            <pc:sldMk cId="864298791" sldId="367"/>
            <ac:grpSpMk id="383" creationId="{531C37E1-0517-938D-FDF6-7C5057260B3D}"/>
          </ac:grpSpMkLst>
        </pc:grpChg>
      </pc:sldChg>
      <pc:sldChg chg="addSp delSp add del mod modTransition addAnim delAnim modAnim">
        <pc:chgData name="JP Paulson" userId="460546f63f696f4c" providerId="LiveId" clId="{957F310B-9F73-4E82-8F26-768C6CA2EEB2}" dt="2026-06-26T21:45:54.252" v="3331" actId="2890"/>
        <pc:sldMkLst>
          <pc:docMk/>
          <pc:sldMk cId="3748712012" sldId="368"/>
        </pc:sldMkLst>
        <pc:spChg chg="add del">
          <ac:chgData name="JP Paulson" userId="460546f63f696f4c" providerId="LiveId" clId="{957F310B-9F73-4E82-8F26-768C6CA2EEB2}" dt="2026-06-26T21:45:53.773" v="3211" actId="478"/>
          <ac:spMkLst>
            <pc:docMk/>
            <pc:sldMk cId="3748712012" sldId="368"/>
            <ac:spMk id="10" creationId="{74053CAF-BB94-ACFB-5694-1382FA99CF1E}"/>
          </ac:spMkLst>
        </pc:spChg>
        <pc:spChg chg="add del">
          <ac:chgData name="JP Paulson" userId="460546f63f696f4c" providerId="LiveId" clId="{957F310B-9F73-4E82-8F26-768C6CA2EEB2}" dt="2026-06-26T21:45:53.773" v="3210" actId="478"/>
          <ac:spMkLst>
            <pc:docMk/>
            <pc:sldMk cId="3748712012" sldId="368"/>
            <ac:spMk id="11" creationId="{A94BC2B6-9373-7852-5232-3DAEB6C1EE7A}"/>
          </ac:spMkLst>
        </pc:spChg>
        <pc:grpChg chg="add del">
          <ac:chgData name="JP Paulson" userId="460546f63f696f4c" providerId="LiveId" clId="{957F310B-9F73-4E82-8F26-768C6CA2EEB2}" dt="2026-06-26T21:45:53.777" v="3212" actId="478"/>
          <ac:grpSpMkLst>
            <pc:docMk/>
            <pc:sldMk cId="3748712012" sldId="368"/>
            <ac:grpSpMk id="240" creationId="{00000000-0000-0000-0000-000000000000}"/>
          </ac:grpSpMkLst>
        </pc:grpChg>
        <pc:grpChg chg="add del">
          <ac:chgData name="JP Paulson" userId="460546f63f696f4c" providerId="LiveId" clId="{957F310B-9F73-4E82-8F26-768C6CA2EEB2}" dt="2026-06-26T21:45:53.778" v="3213" actId="478"/>
          <ac:grpSpMkLst>
            <pc:docMk/>
            <pc:sldMk cId="3748712012" sldId="368"/>
            <ac:grpSpMk id="245" creationId="{00000000-0000-0000-0000-000000000000}"/>
          </ac:grpSpMkLst>
        </pc:grpChg>
        <pc:grpChg chg="add del">
          <ac:chgData name="JP Paulson" userId="460546f63f696f4c" providerId="LiveId" clId="{957F310B-9F73-4E82-8F26-768C6CA2EEB2}" dt="2026-06-26T21:45:53.781" v="3214" actId="478"/>
          <ac:grpSpMkLst>
            <pc:docMk/>
            <pc:sldMk cId="3748712012" sldId="368"/>
            <ac:grpSpMk id="250" creationId="{00000000-0000-0000-0000-000000000000}"/>
          </ac:grpSpMkLst>
        </pc:grpChg>
        <pc:grpChg chg="add del">
          <ac:chgData name="JP Paulson" userId="460546f63f696f4c" providerId="LiveId" clId="{957F310B-9F73-4E82-8F26-768C6CA2EEB2}" dt="2026-06-26T21:45:53.785" v="3216" actId="478"/>
          <ac:grpSpMkLst>
            <pc:docMk/>
            <pc:sldMk cId="3748712012" sldId="368"/>
            <ac:grpSpMk id="255" creationId="{00000000-0000-0000-0000-000000000000}"/>
          </ac:grpSpMkLst>
        </pc:grpChg>
        <pc:grpChg chg="add del">
          <ac:chgData name="JP Paulson" userId="460546f63f696f4c" providerId="LiveId" clId="{957F310B-9F73-4E82-8F26-768C6CA2EEB2}" dt="2026-06-26T21:45:53.785" v="3215" actId="478"/>
          <ac:grpSpMkLst>
            <pc:docMk/>
            <pc:sldMk cId="3748712012" sldId="368"/>
            <ac:grpSpMk id="273" creationId="{00000000-0000-0000-0000-000000000000}"/>
          </ac:grpSpMkLst>
        </pc:grpChg>
        <pc:grpChg chg="add del">
          <ac:chgData name="JP Paulson" userId="460546f63f696f4c" providerId="LiveId" clId="{957F310B-9F73-4E82-8F26-768C6CA2EEB2}" dt="2026-06-26T21:45:53.769" v="3209" actId="478"/>
          <ac:grpSpMkLst>
            <pc:docMk/>
            <pc:sldMk cId="3748712012" sldId="368"/>
            <ac:grpSpMk id="372" creationId="{9ED93B95-2A22-1666-A4E5-5DDF4089F4B0}"/>
          </ac:grpSpMkLst>
        </pc:grpChg>
        <pc:grpChg chg="add del">
          <ac:chgData name="JP Paulson" userId="460546f63f696f4c" providerId="LiveId" clId="{957F310B-9F73-4E82-8F26-768C6CA2EEB2}" dt="2026-06-26T21:45:53.769" v="3208" actId="478"/>
          <ac:grpSpMkLst>
            <pc:docMk/>
            <pc:sldMk cId="3748712012" sldId="368"/>
            <ac:grpSpMk id="383" creationId="{531C37E1-0517-938D-FDF6-7C5057260B3D}"/>
          </ac:grpSpMkLst>
        </pc:grpChg>
      </pc:sldChg>
      <pc:sldChg chg="addSp delSp modSp add del mod modTransition addAnim delAnim modAnim">
        <pc:chgData name="JP Paulson" userId="460546f63f696f4c" providerId="LiveId" clId="{957F310B-9F73-4E82-8F26-768C6CA2EEB2}" dt="2026-06-26T21:45:54.225" v="3330" actId="2890"/>
        <pc:sldMkLst>
          <pc:docMk/>
          <pc:sldMk cId="2141753519" sldId="369"/>
        </pc:sldMkLst>
        <pc:spChg chg="mod">
          <ac:chgData name="JP Paulson" userId="460546f63f696f4c" providerId="LiveId" clId="{957F310B-9F73-4E82-8F26-768C6CA2EEB2}" dt="2026-06-26T21:45:54.199" v="3329" actId="1076"/>
          <ac:spMkLst>
            <pc:docMk/>
            <pc:sldMk cId="2141753519" sldId="369"/>
            <ac:spMk id="9" creationId="{B76386D2-B8EF-1EE5-2528-5C08AF45FF42}"/>
          </ac:spMkLst>
        </pc:spChg>
        <pc:spChg chg="add del">
          <ac:chgData name="JP Paulson" userId="460546f63f696f4c" providerId="LiveId" clId="{957F310B-9F73-4E82-8F26-768C6CA2EEB2}" dt="2026-06-26T21:45:53.751" v="3202" actId="478"/>
          <ac:spMkLst>
            <pc:docMk/>
            <pc:sldMk cId="2141753519" sldId="369"/>
            <ac:spMk id="10" creationId="{74053CAF-BB94-ACFB-5694-1382FA99CF1E}"/>
          </ac:spMkLst>
        </pc:spChg>
        <pc:spChg chg="add del">
          <ac:chgData name="JP Paulson" userId="460546f63f696f4c" providerId="LiveId" clId="{957F310B-9F73-4E82-8F26-768C6CA2EEB2}" dt="2026-06-26T21:45:53.746" v="3201" actId="478"/>
          <ac:spMkLst>
            <pc:docMk/>
            <pc:sldMk cId="2141753519" sldId="369"/>
            <ac:spMk id="11" creationId="{A94BC2B6-9373-7852-5232-3DAEB6C1EE7A}"/>
          </ac:spMkLst>
        </pc:spChg>
        <pc:grpChg chg="add del">
          <ac:chgData name="JP Paulson" userId="460546f63f696f4c" providerId="LiveId" clId="{957F310B-9F73-4E82-8F26-768C6CA2EEB2}" dt="2026-06-26T21:45:53.751" v="3203" actId="478"/>
          <ac:grpSpMkLst>
            <pc:docMk/>
            <pc:sldMk cId="2141753519" sldId="369"/>
            <ac:grpSpMk id="240" creationId="{00000000-0000-0000-0000-000000000000}"/>
          </ac:grpSpMkLst>
        </pc:grpChg>
        <pc:grpChg chg="add del">
          <ac:chgData name="JP Paulson" userId="460546f63f696f4c" providerId="LiveId" clId="{957F310B-9F73-4E82-8F26-768C6CA2EEB2}" dt="2026-06-26T21:45:53.755" v="3204" actId="478"/>
          <ac:grpSpMkLst>
            <pc:docMk/>
            <pc:sldMk cId="2141753519" sldId="369"/>
            <ac:grpSpMk id="245" creationId="{00000000-0000-0000-0000-000000000000}"/>
          </ac:grpSpMkLst>
        </pc:grpChg>
        <pc:grpChg chg="add del">
          <ac:chgData name="JP Paulson" userId="460546f63f696f4c" providerId="LiveId" clId="{957F310B-9F73-4E82-8F26-768C6CA2EEB2}" dt="2026-06-26T21:45:53.755" v="3205" actId="478"/>
          <ac:grpSpMkLst>
            <pc:docMk/>
            <pc:sldMk cId="2141753519" sldId="369"/>
            <ac:grpSpMk id="250" creationId="{00000000-0000-0000-0000-000000000000}"/>
          </ac:grpSpMkLst>
        </pc:grpChg>
        <pc:grpChg chg="add del">
          <ac:chgData name="JP Paulson" userId="460546f63f696f4c" providerId="LiveId" clId="{957F310B-9F73-4E82-8F26-768C6CA2EEB2}" dt="2026-06-26T21:45:53.764" v="3207" actId="478"/>
          <ac:grpSpMkLst>
            <pc:docMk/>
            <pc:sldMk cId="2141753519" sldId="369"/>
            <ac:grpSpMk id="255" creationId="{00000000-0000-0000-0000-000000000000}"/>
          </ac:grpSpMkLst>
        </pc:grpChg>
        <pc:grpChg chg="add del">
          <ac:chgData name="JP Paulson" userId="460546f63f696f4c" providerId="LiveId" clId="{957F310B-9F73-4E82-8F26-768C6CA2EEB2}" dt="2026-06-26T21:45:53.764" v="3206" actId="478"/>
          <ac:grpSpMkLst>
            <pc:docMk/>
            <pc:sldMk cId="2141753519" sldId="369"/>
            <ac:grpSpMk id="273" creationId="{00000000-0000-0000-0000-000000000000}"/>
          </ac:grpSpMkLst>
        </pc:grpChg>
        <pc:grpChg chg="add del">
          <ac:chgData name="JP Paulson" userId="460546f63f696f4c" providerId="LiveId" clId="{957F310B-9F73-4E82-8F26-768C6CA2EEB2}" dt="2026-06-26T21:45:53.746" v="3200" actId="478"/>
          <ac:grpSpMkLst>
            <pc:docMk/>
            <pc:sldMk cId="2141753519" sldId="369"/>
            <ac:grpSpMk id="372" creationId="{9ED93B95-2A22-1666-A4E5-5DDF4089F4B0}"/>
          </ac:grpSpMkLst>
        </pc:grpChg>
        <pc:grpChg chg="add del">
          <ac:chgData name="JP Paulson" userId="460546f63f696f4c" providerId="LiveId" clId="{957F310B-9F73-4E82-8F26-768C6CA2EEB2}" dt="2026-06-26T21:45:53.743" v="3199" actId="478"/>
          <ac:grpSpMkLst>
            <pc:docMk/>
            <pc:sldMk cId="2141753519" sldId="369"/>
            <ac:grpSpMk id="383" creationId="{531C37E1-0517-938D-FDF6-7C5057260B3D}"/>
          </ac:grpSpMkLst>
        </pc:grpChg>
      </pc:sldChg>
      <pc:sldChg chg="addSp delSp modSp add del mod modTransition addAnim delAnim modAnim">
        <pc:chgData name="JP Paulson" userId="460546f63f696f4c" providerId="LiveId" clId="{957F310B-9F73-4E82-8F26-768C6CA2EEB2}" dt="2026-06-26T21:45:54.194" v="3327" actId="2890"/>
        <pc:sldMkLst>
          <pc:docMk/>
          <pc:sldMk cId="2731117437" sldId="370"/>
        </pc:sldMkLst>
        <pc:spChg chg="add del">
          <ac:chgData name="JP Paulson" userId="460546f63f696f4c" providerId="LiveId" clId="{957F310B-9F73-4E82-8F26-768C6CA2EEB2}" dt="2026-06-26T21:45:53.725" v="3194" actId="478"/>
          <ac:spMkLst>
            <pc:docMk/>
            <pc:sldMk cId="2731117437" sldId="370"/>
            <ac:spMk id="10" creationId="{74053CAF-BB94-ACFB-5694-1382FA99CF1E}"/>
          </ac:spMkLst>
        </pc:spChg>
        <pc:spChg chg="add del">
          <ac:chgData name="JP Paulson" userId="460546f63f696f4c" providerId="LiveId" clId="{957F310B-9F73-4E82-8F26-768C6CA2EEB2}" dt="2026-06-26T21:45:53.725" v="3193" actId="478"/>
          <ac:spMkLst>
            <pc:docMk/>
            <pc:sldMk cId="2731117437" sldId="370"/>
            <ac:spMk id="11" creationId="{A94BC2B6-9373-7852-5232-3DAEB6C1EE7A}"/>
          </ac:spMkLst>
        </pc:spChg>
        <pc:spChg chg="mod">
          <ac:chgData name="JP Paulson" userId="460546f63f696f4c" providerId="LiveId" clId="{957F310B-9F73-4E82-8F26-768C6CA2EEB2}" dt="2026-06-26T21:45:28.233" v="1708"/>
          <ac:spMkLst>
            <pc:docMk/>
            <pc:sldMk cId="2731117437" sldId="370"/>
            <ac:spMk id="236" creationId="{00000000-0000-0000-0000-000000000000}"/>
          </ac:spMkLst>
        </pc:spChg>
        <pc:spChg chg="mod">
          <ac:chgData name="JP Paulson" userId="460546f63f696f4c" providerId="LiveId" clId="{957F310B-9F73-4E82-8F26-768C6CA2EEB2}" dt="2026-06-26T21:45:28.233" v="1708"/>
          <ac:spMkLst>
            <pc:docMk/>
            <pc:sldMk cId="2731117437" sldId="370"/>
            <ac:spMk id="237" creationId="{00000000-0000-0000-0000-000000000000}"/>
          </ac:spMkLst>
        </pc:spChg>
        <pc:spChg chg="mod">
          <ac:chgData name="JP Paulson" userId="460546f63f696f4c" providerId="LiveId" clId="{957F310B-9F73-4E82-8F26-768C6CA2EEB2}" dt="2026-06-26T21:45:28.233" v="1708"/>
          <ac:spMkLst>
            <pc:docMk/>
            <pc:sldMk cId="2731117437" sldId="370"/>
            <ac:spMk id="238" creationId="{00000000-0000-0000-0000-000000000000}"/>
          </ac:spMkLst>
        </pc:spChg>
        <pc:spChg chg="mod">
          <ac:chgData name="JP Paulson" userId="460546f63f696f4c" providerId="LiveId" clId="{957F310B-9F73-4E82-8F26-768C6CA2EEB2}" dt="2026-06-26T21:45:28.233" v="1708"/>
          <ac:spMkLst>
            <pc:docMk/>
            <pc:sldMk cId="2731117437" sldId="370"/>
            <ac:spMk id="239" creationId="{00000000-0000-0000-0000-000000000000}"/>
          </ac:spMkLst>
        </pc:spChg>
        <pc:grpChg chg="mod">
          <ac:chgData name="JP Paulson" userId="460546f63f696f4c" providerId="LiveId" clId="{957F310B-9F73-4E82-8F26-768C6CA2EEB2}" dt="2026-06-26T21:45:54.169" v="3326" actId="1076"/>
          <ac:grpSpMkLst>
            <pc:docMk/>
            <pc:sldMk cId="2731117437" sldId="370"/>
            <ac:grpSpMk id="235" creationId="{00000000-0000-0000-0000-000000000000}"/>
          </ac:grpSpMkLst>
        </pc:grpChg>
        <pc:grpChg chg="add del">
          <ac:chgData name="JP Paulson" userId="460546f63f696f4c" providerId="LiveId" clId="{957F310B-9F73-4E82-8F26-768C6CA2EEB2}" dt="2026-06-26T21:45:53.732" v="3195" actId="478"/>
          <ac:grpSpMkLst>
            <pc:docMk/>
            <pc:sldMk cId="2731117437" sldId="370"/>
            <ac:grpSpMk id="240" creationId="{00000000-0000-0000-0000-000000000000}"/>
          </ac:grpSpMkLst>
        </pc:grpChg>
        <pc:grpChg chg="add del">
          <ac:chgData name="JP Paulson" userId="460546f63f696f4c" providerId="LiveId" clId="{957F310B-9F73-4E82-8F26-768C6CA2EEB2}" dt="2026-06-26T21:45:53.734" v="3196" actId="478"/>
          <ac:grpSpMkLst>
            <pc:docMk/>
            <pc:sldMk cId="2731117437" sldId="370"/>
            <ac:grpSpMk id="245" creationId="{00000000-0000-0000-0000-000000000000}"/>
          </ac:grpSpMkLst>
        </pc:grpChg>
        <pc:grpChg chg="add del">
          <ac:chgData name="JP Paulson" userId="460546f63f696f4c" providerId="LiveId" clId="{957F310B-9F73-4E82-8F26-768C6CA2EEB2}" dt="2026-06-26T21:45:53.738" v="3197" actId="478"/>
          <ac:grpSpMkLst>
            <pc:docMk/>
            <pc:sldMk cId="2731117437" sldId="370"/>
            <ac:grpSpMk id="250" creationId="{00000000-0000-0000-0000-000000000000}"/>
          </ac:grpSpMkLst>
        </pc:grpChg>
        <pc:grpChg chg="add del">
          <ac:chgData name="JP Paulson" userId="460546f63f696f4c" providerId="LiveId" clId="{957F310B-9F73-4E82-8F26-768C6CA2EEB2}" dt="2026-06-26T21:45:53.738" v="3198" actId="478"/>
          <ac:grpSpMkLst>
            <pc:docMk/>
            <pc:sldMk cId="2731117437" sldId="370"/>
            <ac:grpSpMk id="255" creationId="{00000000-0000-0000-0000-000000000000}"/>
          </ac:grpSpMkLst>
        </pc:grpChg>
        <pc:grpChg chg="add del">
          <ac:chgData name="JP Paulson" userId="460546f63f696f4c" providerId="LiveId" clId="{957F310B-9F73-4E82-8F26-768C6CA2EEB2}" dt="2026-06-26T21:45:53.725" v="3192" actId="478"/>
          <ac:grpSpMkLst>
            <pc:docMk/>
            <pc:sldMk cId="2731117437" sldId="370"/>
            <ac:grpSpMk id="372" creationId="{9ED93B95-2A22-1666-A4E5-5DDF4089F4B0}"/>
          </ac:grpSpMkLst>
        </pc:grpChg>
        <pc:grpChg chg="add del">
          <ac:chgData name="JP Paulson" userId="460546f63f696f4c" providerId="LiveId" clId="{957F310B-9F73-4E82-8F26-768C6CA2EEB2}" dt="2026-06-26T21:45:53.721" v="3191" actId="478"/>
          <ac:grpSpMkLst>
            <pc:docMk/>
            <pc:sldMk cId="2731117437" sldId="370"/>
            <ac:grpSpMk id="383" creationId="{531C37E1-0517-938D-FDF6-7C5057260B3D}"/>
          </ac:grpSpMkLst>
        </pc:grpChg>
      </pc:sldChg>
      <pc:sldChg chg="addSp delSp add del mod modTransition addAnim delAnim modAnim">
        <pc:chgData name="JP Paulson" userId="460546f63f696f4c" providerId="LiveId" clId="{957F310B-9F73-4E82-8F26-768C6CA2EEB2}" dt="2026-06-26T21:45:54.165" v="3324" actId="2890"/>
        <pc:sldMkLst>
          <pc:docMk/>
          <pc:sldMk cId="2849309072" sldId="371"/>
        </pc:sldMkLst>
        <pc:spChg chg="add del">
          <ac:chgData name="JP Paulson" userId="460546f63f696f4c" providerId="LiveId" clId="{957F310B-9F73-4E82-8F26-768C6CA2EEB2}" dt="2026-06-26T21:45:53.702" v="3184" actId="478"/>
          <ac:spMkLst>
            <pc:docMk/>
            <pc:sldMk cId="2849309072" sldId="371"/>
            <ac:spMk id="11" creationId="{A94BC2B6-9373-7852-5232-3DAEB6C1EE7A}"/>
          </ac:spMkLst>
        </pc:spChg>
        <pc:grpChg chg="add del">
          <ac:chgData name="JP Paulson" userId="460546f63f696f4c" providerId="LiveId" clId="{957F310B-9F73-4E82-8F26-768C6CA2EEB2}" dt="2026-06-26T21:45:53.704" v="3185" actId="478"/>
          <ac:grpSpMkLst>
            <pc:docMk/>
            <pc:sldMk cId="2849309072" sldId="371"/>
            <ac:grpSpMk id="235" creationId="{00000000-0000-0000-0000-000000000000}"/>
          </ac:grpSpMkLst>
        </pc:grpChg>
        <pc:grpChg chg="add del">
          <ac:chgData name="JP Paulson" userId="460546f63f696f4c" providerId="LiveId" clId="{957F310B-9F73-4E82-8F26-768C6CA2EEB2}" dt="2026-06-26T21:45:53.706" v="3186" actId="478"/>
          <ac:grpSpMkLst>
            <pc:docMk/>
            <pc:sldMk cId="2849309072" sldId="371"/>
            <ac:grpSpMk id="240" creationId="{00000000-0000-0000-0000-000000000000}"/>
          </ac:grpSpMkLst>
        </pc:grpChg>
        <pc:grpChg chg="add del">
          <ac:chgData name="JP Paulson" userId="460546f63f696f4c" providerId="LiveId" clId="{957F310B-9F73-4E82-8F26-768C6CA2EEB2}" dt="2026-06-26T21:45:53.708" v="3187" actId="478"/>
          <ac:grpSpMkLst>
            <pc:docMk/>
            <pc:sldMk cId="2849309072" sldId="371"/>
            <ac:grpSpMk id="245" creationId="{00000000-0000-0000-0000-000000000000}"/>
          </ac:grpSpMkLst>
        </pc:grpChg>
        <pc:grpChg chg="add del">
          <ac:chgData name="JP Paulson" userId="460546f63f696f4c" providerId="LiveId" clId="{957F310B-9F73-4E82-8F26-768C6CA2EEB2}" dt="2026-06-26T21:45:53.713" v="3188" actId="478"/>
          <ac:grpSpMkLst>
            <pc:docMk/>
            <pc:sldMk cId="2849309072" sldId="371"/>
            <ac:grpSpMk id="250" creationId="{00000000-0000-0000-0000-000000000000}"/>
          </ac:grpSpMkLst>
        </pc:grpChg>
        <pc:grpChg chg="add del">
          <ac:chgData name="JP Paulson" userId="460546f63f696f4c" providerId="LiveId" clId="{957F310B-9F73-4E82-8F26-768C6CA2EEB2}" dt="2026-06-26T21:45:53.717" v="3190" actId="478"/>
          <ac:grpSpMkLst>
            <pc:docMk/>
            <pc:sldMk cId="2849309072" sldId="371"/>
            <ac:grpSpMk id="255" creationId="{00000000-0000-0000-0000-000000000000}"/>
          </ac:grpSpMkLst>
        </pc:grpChg>
        <pc:grpChg chg="add del">
          <ac:chgData name="JP Paulson" userId="460546f63f696f4c" providerId="LiveId" clId="{957F310B-9F73-4E82-8F26-768C6CA2EEB2}" dt="2026-06-26T21:45:53.717" v="3189" actId="478"/>
          <ac:grpSpMkLst>
            <pc:docMk/>
            <pc:sldMk cId="2849309072" sldId="371"/>
            <ac:grpSpMk id="273" creationId="{00000000-0000-0000-0000-000000000000}"/>
          </ac:grpSpMkLst>
        </pc:grpChg>
        <pc:grpChg chg="add del">
          <ac:chgData name="JP Paulson" userId="460546f63f696f4c" providerId="LiveId" clId="{957F310B-9F73-4E82-8F26-768C6CA2EEB2}" dt="2026-06-26T21:45:53.700" v="3183" actId="478"/>
          <ac:grpSpMkLst>
            <pc:docMk/>
            <pc:sldMk cId="2849309072" sldId="371"/>
            <ac:grpSpMk id="372" creationId="{9ED93B95-2A22-1666-A4E5-5DDF4089F4B0}"/>
          </ac:grpSpMkLst>
        </pc:grpChg>
        <pc:grpChg chg="add del">
          <ac:chgData name="JP Paulson" userId="460546f63f696f4c" providerId="LiveId" clId="{957F310B-9F73-4E82-8F26-768C6CA2EEB2}" dt="2026-06-26T21:45:53.697" v="3182" actId="478"/>
          <ac:grpSpMkLst>
            <pc:docMk/>
            <pc:sldMk cId="2849309072" sldId="371"/>
            <ac:grpSpMk id="383" creationId="{531C37E1-0517-938D-FDF6-7C5057260B3D}"/>
          </ac:grpSpMkLst>
        </pc:grpChg>
      </pc:sldChg>
      <pc:sldChg chg="addSp delSp modSp add del mod modTransition addAnim delAnim modAnim">
        <pc:chgData name="JP Paulson" userId="460546f63f696f4c" providerId="LiveId" clId="{957F310B-9F73-4E82-8F26-768C6CA2EEB2}" dt="2026-06-26T21:45:54.140" v="3323" actId="2890"/>
        <pc:sldMkLst>
          <pc:docMk/>
          <pc:sldMk cId="673928870" sldId="372"/>
        </pc:sldMkLst>
        <pc:spChg chg="mod">
          <ac:chgData name="JP Paulson" userId="460546f63f696f4c" providerId="LiveId" clId="{957F310B-9F73-4E82-8F26-768C6CA2EEB2}" dt="2026-06-26T21:45:54.113" v="3322" actId="1076"/>
          <ac:spMkLst>
            <pc:docMk/>
            <pc:sldMk cId="673928870" sldId="372"/>
            <ac:spMk id="10" creationId="{74053CAF-BB94-ACFB-5694-1382FA99CF1E}"/>
          </ac:spMkLst>
        </pc:spChg>
        <pc:spChg chg="add del">
          <ac:chgData name="JP Paulson" userId="460546f63f696f4c" providerId="LiveId" clId="{957F310B-9F73-4E82-8F26-768C6CA2EEB2}" dt="2026-06-26T21:45:53.675" v="3175" actId="478"/>
          <ac:spMkLst>
            <pc:docMk/>
            <pc:sldMk cId="673928870" sldId="372"/>
            <ac:spMk id="11" creationId="{A94BC2B6-9373-7852-5232-3DAEB6C1EE7A}"/>
          </ac:spMkLst>
        </pc:spChg>
        <pc:grpChg chg="add del">
          <ac:chgData name="JP Paulson" userId="460546f63f696f4c" providerId="LiveId" clId="{957F310B-9F73-4E82-8F26-768C6CA2EEB2}" dt="2026-06-26T21:45:53.679" v="3176" actId="478"/>
          <ac:grpSpMkLst>
            <pc:docMk/>
            <pc:sldMk cId="673928870" sldId="372"/>
            <ac:grpSpMk id="235" creationId="{00000000-0000-0000-0000-000000000000}"/>
          </ac:grpSpMkLst>
        </pc:grpChg>
        <pc:grpChg chg="add del">
          <ac:chgData name="JP Paulson" userId="460546f63f696f4c" providerId="LiveId" clId="{957F310B-9F73-4E82-8F26-768C6CA2EEB2}" dt="2026-06-26T21:45:53.679" v="3177" actId="478"/>
          <ac:grpSpMkLst>
            <pc:docMk/>
            <pc:sldMk cId="673928870" sldId="372"/>
            <ac:grpSpMk id="240" creationId="{00000000-0000-0000-0000-000000000000}"/>
          </ac:grpSpMkLst>
        </pc:grpChg>
        <pc:grpChg chg="add del">
          <ac:chgData name="JP Paulson" userId="460546f63f696f4c" providerId="LiveId" clId="{957F310B-9F73-4E82-8F26-768C6CA2EEB2}" dt="2026-06-26T21:45:53.683" v="3178" actId="478"/>
          <ac:grpSpMkLst>
            <pc:docMk/>
            <pc:sldMk cId="673928870" sldId="372"/>
            <ac:grpSpMk id="245" creationId="{00000000-0000-0000-0000-000000000000}"/>
          </ac:grpSpMkLst>
        </pc:grpChg>
        <pc:grpChg chg="add del">
          <ac:chgData name="JP Paulson" userId="460546f63f696f4c" providerId="LiveId" clId="{957F310B-9F73-4E82-8F26-768C6CA2EEB2}" dt="2026-06-26T21:45:53.687" v="3179" actId="478"/>
          <ac:grpSpMkLst>
            <pc:docMk/>
            <pc:sldMk cId="673928870" sldId="372"/>
            <ac:grpSpMk id="250" creationId="{00000000-0000-0000-0000-000000000000}"/>
          </ac:grpSpMkLst>
        </pc:grpChg>
        <pc:grpChg chg="add del">
          <ac:chgData name="JP Paulson" userId="460546f63f696f4c" providerId="LiveId" clId="{957F310B-9F73-4E82-8F26-768C6CA2EEB2}" dt="2026-06-26T21:45:53.692" v="3181" actId="478"/>
          <ac:grpSpMkLst>
            <pc:docMk/>
            <pc:sldMk cId="673928870" sldId="372"/>
            <ac:grpSpMk id="255" creationId="{00000000-0000-0000-0000-000000000000}"/>
          </ac:grpSpMkLst>
        </pc:grpChg>
        <pc:grpChg chg="add del">
          <ac:chgData name="JP Paulson" userId="460546f63f696f4c" providerId="LiveId" clId="{957F310B-9F73-4E82-8F26-768C6CA2EEB2}" dt="2026-06-26T21:45:53.692" v="3180" actId="478"/>
          <ac:grpSpMkLst>
            <pc:docMk/>
            <pc:sldMk cId="673928870" sldId="372"/>
            <ac:grpSpMk id="273" creationId="{00000000-0000-0000-0000-000000000000}"/>
          </ac:grpSpMkLst>
        </pc:grpChg>
        <pc:grpChg chg="add del">
          <ac:chgData name="JP Paulson" userId="460546f63f696f4c" providerId="LiveId" clId="{957F310B-9F73-4E82-8F26-768C6CA2EEB2}" dt="2026-06-26T21:45:53.675" v="3174" actId="478"/>
          <ac:grpSpMkLst>
            <pc:docMk/>
            <pc:sldMk cId="673928870" sldId="372"/>
            <ac:grpSpMk id="372" creationId="{9ED93B95-2A22-1666-A4E5-5DDF4089F4B0}"/>
          </ac:grpSpMkLst>
        </pc:grpChg>
        <pc:grpChg chg="add del">
          <ac:chgData name="JP Paulson" userId="460546f63f696f4c" providerId="LiveId" clId="{957F310B-9F73-4E82-8F26-768C6CA2EEB2}" dt="2026-06-26T21:45:53.671" v="3173" actId="478"/>
          <ac:grpSpMkLst>
            <pc:docMk/>
            <pc:sldMk cId="673928870" sldId="372"/>
            <ac:grpSpMk id="383" creationId="{531C37E1-0517-938D-FDF6-7C5057260B3D}"/>
          </ac:grpSpMkLst>
        </pc:grpChg>
      </pc:sldChg>
      <pc:sldChg chg="addSp delSp modSp add del mod modTransition addAnim delAnim modAnim">
        <pc:chgData name="JP Paulson" userId="460546f63f696f4c" providerId="LiveId" clId="{957F310B-9F73-4E82-8F26-768C6CA2EEB2}" dt="2026-06-26T21:45:54.107" v="3320" actId="2890"/>
        <pc:sldMkLst>
          <pc:docMk/>
          <pc:sldMk cId="3914046365" sldId="373"/>
        </pc:sldMkLst>
        <pc:spChg chg="add del">
          <ac:chgData name="JP Paulson" userId="460546f63f696f4c" providerId="LiveId" clId="{957F310B-9F73-4E82-8F26-768C6CA2EEB2}" dt="2026-06-26T21:45:53.650" v="3167" actId="478"/>
          <ac:spMkLst>
            <pc:docMk/>
            <pc:sldMk cId="3914046365" sldId="373"/>
            <ac:spMk id="11" creationId="{A94BC2B6-9373-7852-5232-3DAEB6C1EE7A}"/>
          </ac:spMkLst>
        </pc:spChg>
        <pc:spChg chg="mod">
          <ac:chgData name="JP Paulson" userId="460546f63f696f4c" providerId="LiveId" clId="{957F310B-9F73-4E82-8F26-768C6CA2EEB2}" dt="2026-06-26T21:45:28.351" v="1724"/>
          <ac:spMkLst>
            <pc:docMk/>
            <pc:sldMk cId="3914046365" sldId="373"/>
            <ac:spMk id="231" creationId="{00000000-0000-0000-0000-000000000000}"/>
          </ac:spMkLst>
        </pc:spChg>
        <pc:spChg chg="mod">
          <ac:chgData name="JP Paulson" userId="460546f63f696f4c" providerId="LiveId" clId="{957F310B-9F73-4E82-8F26-768C6CA2EEB2}" dt="2026-06-26T21:45:28.351" v="1724"/>
          <ac:spMkLst>
            <pc:docMk/>
            <pc:sldMk cId="3914046365" sldId="373"/>
            <ac:spMk id="232" creationId="{00000000-0000-0000-0000-000000000000}"/>
          </ac:spMkLst>
        </pc:spChg>
        <pc:spChg chg="mod">
          <ac:chgData name="JP Paulson" userId="460546f63f696f4c" providerId="LiveId" clId="{957F310B-9F73-4E82-8F26-768C6CA2EEB2}" dt="2026-06-26T21:45:28.351" v="1724"/>
          <ac:spMkLst>
            <pc:docMk/>
            <pc:sldMk cId="3914046365" sldId="373"/>
            <ac:spMk id="233" creationId="{00000000-0000-0000-0000-000000000000}"/>
          </ac:spMkLst>
        </pc:spChg>
        <pc:spChg chg="mod">
          <ac:chgData name="JP Paulson" userId="460546f63f696f4c" providerId="LiveId" clId="{957F310B-9F73-4E82-8F26-768C6CA2EEB2}" dt="2026-06-26T21:45:28.351" v="1724"/>
          <ac:spMkLst>
            <pc:docMk/>
            <pc:sldMk cId="3914046365" sldId="373"/>
            <ac:spMk id="234" creationId="{00000000-0000-0000-0000-000000000000}"/>
          </ac:spMkLst>
        </pc:spChg>
        <pc:grpChg chg="mod">
          <ac:chgData name="JP Paulson" userId="460546f63f696f4c" providerId="LiveId" clId="{957F310B-9F73-4E82-8F26-768C6CA2EEB2}" dt="2026-06-26T21:45:54.082" v="3319" actId="1076"/>
          <ac:grpSpMkLst>
            <pc:docMk/>
            <pc:sldMk cId="3914046365" sldId="373"/>
            <ac:grpSpMk id="230" creationId="{00000000-0000-0000-0000-000000000000}"/>
          </ac:grpSpMkLst>
        </pc:grpChg>
        <pc:grpChg chg="add del">
          <ac:chgData name="JP Paulson" userId="460546f63f696f4c" providerId="LiveId" clId="{957F310B-9F73-4E82-8F26-768C6CA2EEB2}" dt="2026-06-26T21:45:53.655" v="3168" actId="478"/>
          <ac:grpSpMkLst>
            <pc:docMk/>
            <pc:sldMk cId="3914046365" sldId="373"/>
            <ac:grpSpMk id="235" creationId="{00000000-0000-0000-0000-000000000000}"/>
          </ac:grpSpMkLst>
        </pc:grpChg>
        <pc:grpChg chg="add del">
          <ac:chgData name="JP Paulson" userId="460546f63f696f4c" providerId="LiveId" clId="{957F310B-9F73-4E82-8F26-768C6CA2EEB2}" dt="2026-06-26T21:45:53.659" v="3169" actId="478"/>
          <ac:grpSpMkLst>
            <pc:docMk/>
            <pc:sldMk cId="3914046365" sldId="373"/>
            <ac:grpSpMk id="240" creationId="{00000000-0000-0000-0000-000000000000}"/>
          </ac:grpSpMkLst>
        </pc:grpChg>
        <pc:grpChg chg="add del">
          <ac:chgData name="JP Paulson" userId="460546f63f696f4c" providerId="LiveId" clId="{957F310B-9F73-4E82-8F26-768C6CA2EEB2}" dt="2026-06-26T21:45:53.665" v="3170" actId="478"/>
          <ac:grpSpMkLst>
            <pc:docMk/>
            <pc:sldMk cId="3914046365" sldId="373"/>
            <ac:grpSpMk id="245" creationId="{00000000-0000-0000-0000-000000000000}"/>
          </ac:grpSpMkLst>
        </pc:grpChg>
        <pc:grpChg chg="add del">
          <ac:chgData name="JP Paulson" userId="460546f63f696f4c" providerId="LiveId" clId="{957F310B-9F73-4E82-8F26-768C6CA2EEB2}" dt="2026-06-26T21:45:53.667" v="3171" actId="478"/>
          <ac:grpSpMkLst>
            <pc:docMk/>
            <pc:sldMk cId="3914046365" sldId="373"/>
            <ac:grpSpMk id="250" creationId="{00000000-0000-0000-0000-000000000000}"/>
          </ac:grpSpMkLst>
        </pc:grpChg>
        <pc:grpChg chg="add del">
          <ac:chgData name="JP Paulson" userId="460546f63f696f4c" providerId="LiveId" clId="{957F310B-9F73-4E82-8F26-768C6CA2EEB2}" dt="2026-06-26T21:45:53.669" v="3172" actId="478"/>
          <ac:grpSpMkLst>
            <pc:docMk/>
            <pc:sldMk cId="3914046365" sldId="373"/>
            <ac:grpSpMk id="255" creationId="{00000000-0000-0000-0000-000000000000}"/>
          </ac:grpSpMkLst>
        </pc:grpChg>
        <pc:grpChg chg="add del">
          <ac:chgData name="JP Paulson" userId="460546f63f696f4c" providerId="LiveId" clId="{957F310B-9F73-4E82-8F26-768C6CA2EEB2}" dt="2026-06-26T21:45:53.650" v="3166" actId="478"/>
          <ac:grpSpMkLst>
            <pc:docMk/>
            <pc:sldMk cId="3914046365" sldId="373"/>
            <ac:grpSpMk id="372" creationId="{9ED93B95-2A22-1666-A4E5-5DDF4089F4B0}"/>
          </ac:grpSpMkLst>
        </pc:grpChg>
        <pc:grpChg chg="add del">
          <ac:chgData name="JP Paulson" userId="460546f63f696f4c" providerId="LiveId" clId="{957F310B-9F73-4E82-8F26-768C6CA2EEB2}" dt="2026-06-26T21:45:53.646" v="3165" actId="478"/>
          <ac:grpSpMkLst>
            <pc:docMk/>
            <pc:sldMk cId="3914046365" sldId="373"/>
            <ac:grpSpMk id="383" creationId="{531C37E1-0517-938D-FDF6-7C5057260B3D}"/>
          </ac:grpSpMkLst>
        </pc:grpChg>
      </pc:sldChg>
      <pc:sldChg chg="addSp delSp add del mod modTransition addAnim delAnim modAnim">
        <pc:chgData name="JP Paulson" userId="460546f63f696f4c" providerId="LiveId" clId="{957F310B-9F73-4E82-8F26-768C6CA2EEB2}" dt="2026-06-26T21:45:54.080" v="3317" actId="2890"/>
        <pc:sldMkLst>
          <pc:docMk/>
          <pc:sldMk cId="1132248919" sldId="374"/>
        </pc:sldMkLst>
        <pc:grpChg chg="add del">
          <ac:chgData name="JP Paulson" userId="460546f63f696f4c" providerId="LiveId" clId="{957F310B-9F73-4E82-8F26-768C6CA2EEB2}" dt="2026-06-26T21:45:53.626" v="3158" actId="478"/>
          <ac:grpSpMkLst>
            <pc:docMk/>
            <pc:sldMk cId="1132248919" sldId="374"/>
            <ac:grpSpMk id="230" creationId="{00000000-0000-0000-0000-000000000000}"/>
          </ac:grpSpMkLst>
        </pc:grpChg>
        <pc:grpChg chg="add del">
          <ac:chgData name="JP Paulson" userId="460546f63f696f4c" providerId="LiveId" clId="{957F310B-9F73-4E82-8F26-768C6CA2EEB2}" dt="2026-06-26T21:45:53.630" v="3159" actId="478"/>
          <ac:grpSpMkLst>
            <pc:docMk/>
            <pc:sldMk cId="1132248919" sldId="374"/>
            <ac:grpSpMk id="235" creationId="{00000000-0000-0000-0000-000000000000}"/>
          </ac:grpSpMkLst>
        </pc:grpChg>
        <pc:grpChg chg="add del">
          <ac:chgData name="JP Paulson" userId="460546f63f696f4c" providerId="LiveId" clId="{957F310B-9F73-4E82-8F26-768C6CA2EEB2}" dt="2026-06-26T21:45:53.632" v="3160" actId="478"/>
          <ac:grpSpMkLst>
            <pc:docMk/>
            <pc:sldMk cId="1132248919" sldId="374"/>
            <ac:grpSpMk id="240" creationId="{00000000-0000-0000-0000-000000000000}"/>
          </ac:grpSpMkLst>
        </pc:grpChg>
        <pc:grpChg chg="add del">
          <ac:chgData name="JP Paulson" userId="460546f63f696f4c" providerId="LiveId" clId="{957F310B-9F73-4E82-8F26-768C6CA2EEB2}" dt="2026-06-26T21:45:53.636" v="3161" actId="478"/>
          <ac:grpSpMkLst>
            <pc:docMk/>
            <pc:sldMk cId="1132248919" sldId="374"/>
            <ac:grpSpMk id="245" creationId="{00000000-0000-0000-0000-000000000000}"/>
          </ac:grpSpMkLst>
        </pc:grpChg>
        <pc:grpChg chg="add del">
          <ac:chgData name="JP Paulson" userId="460546f63f696f4c" providerId="LiveId" clId="{957F310B-9F73-4E82-8F26-768C6CA2EEB2}" dt="2026-06-26T21:45:53.638" v="3162" actId="478"/>
          <ac:grpSpMkLst>
            <pc:docMk/>
            <pc:sldMk cId="1132248919" sldId="374"/>
            <ac:grpSpMk id="250" creationId="{00000000-0000-0000-0000-000000000000}"/>
          </ac:grpSpMkLst>
        </pc:grpChg>
        <pc:grpChg chg="add del">
          <ac:chgData name="JP Paulson" userId="460546f63f696f4c" providerId="LiveId" clId="{957F310B-9F73-4E82-8F26-768C6CA2EEB2}" dt="2026-06-26T21:45:53.644" v="3164" actId="478"/>
          <ac:grpSpMkLst>
            <pc:docMk/>
            <pc:sldMk cId="1132248919" sldId="374"/>
            <ac:grpSpMk id="255" creationId="{00000000-0000-0000-0000-000000000000}"/>
          </ac:grpSpMkLst>
        </pc:grpChg>
        <pc:grpChg chg="add del">
          <ac:chgData name="JP Paulson" userId="460546f63f696f4c" providerId="LiveId" clId="{957F310B-9F73-4E82-8F26-768C6CA2EEB2}" dt="2026-06-26T21:45:53.642" v="3163" actId="478"/>
          <ac:grpSpMkLst>
            <pc:docMk/>
            <pc:sldMk cId="1132248919" sldId="374"/>
            <ac:grpSpMk id="273" creationId="{00000000-0000-0000-0000-000000000000}"/>
          </ac:grpSpMkLst>
        </pc:grpChg>
        <pc:grpChg chg="add del">
          <ac:chgData name="JP Paulson" userId="460546f63f696f4c" providerId="LiveId" clId="{957F310B-9F73-4E82-8F26-768C6CA2EEB2}" dt="2026-06-26T21:45:53.624" v="3157" actId="478"/>
          <ac:grpSpMkLst>
            <pc:docMk/>
            <pc:sldMk cId="1132248919" sldId="374"/>
            <ac:grpSpMk id="372" creationId="{9ED93B95-2A22-1666-A4E5-5DDF4089F4B0}"/>
          </ac:grpSpMkLst>
        </pc:grpChg>
        <pc:grpChg chg="add del">
          <ac:chgData name="JP Paulson" userId="460546f63f696f4c" providerId="LiveId" clId="{957F310B-9F73-4E82-8F26-768C6CA2EEB2}" dt="2026-06-26T21:45:53.622" v="3156" actId="478"/>
          <ac:grpSpMkLst>
            <pc:docMk/>
            <pc:sldMk cId="1132248919" sldId="374"/>
            <ac:grpSpMk id="383" creationId="{531C37E1-0517-938D-FDF6-7C5057260B3D}"/>
          </ac:grpSpMkLst>
        </pc:grpChg>
      </pc:sldChg>
      <pc:sldChg chg="addSp delSp modSp add del mod modTransition addAnim delAnim modAnim">
        <pc:chgData name="JP Paulson" userId="460546f63f696f4c" providerId="LiveId" clId="{957F310B-9F73-4E82-8F26-768C6CA2EEB2}" dt="2026-06-26T21:45:54.050" v="3316" actId="2890"/>
        <pc:sldMkLst>
          <pc:docMk/>
          <pc:sldMk cId="1589168035" sldId="375"/>
        </pc:sldMkLst>
        <pc:spChg chg="mod">
          <ac:chgData name="JP Paulson" userId="460546f63f696f4c" providerId="LiveId" clId="{957F310B-9F73-4E82-8F26-768C6CA2EEB2}" dt="2026-06-26T21:45:54.025" v="3315" actId="1076"/>
          <ac:spMkLst>
            <pc:docMk/>
            <pc:sldMk cId="1589168035" sldId="375"/>
            <ac:spMk id="11" creationId="{A94BC2B6-9373-7852-5232-3DAEB6C1EE7A}"/>
          </ac:spMkLst>
        </pc:spChg>
        <pc:spChg chg="mod">
          <ac:chgData name="JP Paulson" userId="460546f63f696f4c" providerId="LiveId" clId="{957F310B-9F73-4E82-8F26-768C6CA2EEB2}" dt="2026-06-26T21:45:28.436" v="1738"/>
          <ac:spMkLst>
            <pc:docMk/>
            <pc:sldMk cId="1589168035" sldId="375"/>
            <ac:spMk id="274" creationId="{00000000-0000-0000-0000-000000000000}"/>
          </ac:spMkLst>
        </pc:spChg>
        <pc:spChg chg="mod">
          <ac:chgData name="JP Paulson" userId="460546f63f696f4c" providerId="LiveId" clId="{957F310B-9F73-4E82-8F26-768C6CA2EEB2}" dt="2026-06-26T21:45:28.436" v="1738"/>
          <ac:spMkLst>
            <pc:docMk/>
            <pc:sldMk cId="1589168035" sldId="375"/>
            <ac:spMk id="275" creationId="{00000000-0000-0000-0000-000000000000}"/>
          </ac:spMkLst>
        </pc:spChg>
        <pc:spChg chg="mod">
          <ac:chgData name="JP Paulson" userId="460546f63f696f4c" providerId="LiveId" clId="{957F310B-9F73-4E82-8F26-768C6CA2EEB2}" dt="2026-06-26T21:45:28.436" v="1738"/>
          <ac:spMkLst>
            <pc:docMk/>
            <pc:sldMk cId="1589168035" sldId="375"/>
            <ac:spMk id="276" creationId="{00000000-0000-0000-0000-000000000000}"/>
          </ac:spMkLst>
        </pc:spChg>
        <pc:spChg chg="mod">
          <ac:chgData name="JP Paulson" userId="460546f63f696f4c" providerId="LiveId" clId="{957F310B-9F73-4E82-8F26-768C6CA2EEB2}" dt="2026-06-26T21:45:28.436" v="1738"/>
          <ac:spMkLst>
            <pc:docMk/>
            <pc:sldMk cId="1589168035" sldId="375"/>
            <ac:spMk id="277" creationId="{00000000-0000-0000-0000-000000000000}"/>
          </ac:spMkLst>
        </pc:spChg>
        <pc:grpChg chg="add del">
          <ac:chgData name="JP Paulson" userId="460546f63f696f4c" providerId="LiveId" clId="{957F310B-9F73-4E82-8F26-768C6CA2EEB2}" dt="2026-06-26T21:45:53.601" v="3149" actId="478"/>
          <ac:grpSpMkLst>
            <pc:docMk/>
            <pc:sldMk cId="1589168035" sldId="375"/>
            <ac:grpSpMk id="230" creationId="{00000000-0000-0000-0000-000000000000}"/>
          </ac:grpSpMkLst>
        </pc:grpChg>
        <pc:grpChg chg="add del">
          <ac:chgData name="JP Paulson" userId="460546f63f696f4c" providerId="LiveId" clId="{957F310B-9F73-4E82-8F26-768C6CA2EEB2}" dt="2026-06-26T21:45:53.601" v="3150" actId="478"/>
          <ac:grpSpMkLst>
            <pc:docMk/>
            <pc:sldMk cId="1589168035" sldId="375"/>
            <ac:grpSpMk id="235" creationId="{00000000-0000-0000-0000-000000000000}"/>
          </ac:grpSpMkLst>
        </pc:grpChg>
        <pc:grpChg chg="add del">
          <ac:chgData name="JP Paulson" userId="460546f63f696f4c" providerId="LiveId" clId="{957F310B-9F73-4E82-8F26-768C6CA2EEB2}" dt="2026-06-26T21:45:53.605" v="3151" actId="478"/>
          <ac:grpSpMkLst>
            <pc:docMk/>
            <pc:sldMk cId="1589168035" sldId="375"/>
            <ac:grpSpMk id="240" creationId="{00000000-0000-0000-0000-000000000000}"/>
          </ac:grpSpMkLst>
        </pc:grpChg>
        <pc:grpChg chg="add del">
          <ac:chgData name="JP Paulson" userId="460546f63f696f4c" providerId="LiveId" clId="{957F310B-9F73-4E82-8F26-768C6CA2EEB2}" dt="2026-06-26T21:45:53.609" v="3152" actId="478"/>
          <ac:grpSpMkLst>
            <pc:docMk/>
            <pc:sldMk cId="1589168035" sldId="375"/>
            <ac:grpSpMk id="245" creationId="{00000000-0000-0000-0000-000000000000}"/>
          </ac:grpSpMkLst>
        </pc:grpChg>
        <pc:grpChg chg="add del">
          <ac:chgData name="JP Paulson" userId="460546f63f696f4c" providerId="LiveId" clId="{957F310B-9F73-4E82-8F26-768C6CA2EEB2}" dt="2026-06-26T21:45:53.609" v="3153" actId="478"/>
          <ac:grpSpMkLst>
            <pc:docMk/>
            <pc:sldMk cId="1589168035" sldId="375"/>
            <ac:grpSpMk id="250" creationId="{00000000-0000-0000-0000-000000000000}"/>
          </ac:grpSpMkLst>
        </pc:grpChg>
        <pc:grpChg chg="add del">
          <ac:chgData name="JP Paulson" userId="460546f63f696f4c" providerId="LiveId" clId="{957F310B-9F73-4E82-8F26-768C6CA2EEB2}" dt="2026-06-26T21:45:53.618" v="3155" actId="478"/>
          <ac:grpSpMkLst>
            <pc:docMk/>
            <pc:sldMk cId="1589168035" sldId="375"/>
            <ac:grpSpMk id="255" creationId="{00000000-0000-0000-0000-000000000000}"/>
          </ac:grpSpMkLst>
        </pc:grpChg>
        <pc:grpChg chg="add del mod">
          <ac:chgData name="JP Paulson" userId="460546f63f696f4c" providerId="LiveId" clId="{957F310B-9F73-4E82-8F26-768C6CA2EEB2}" dt="2026-06-26T21:45:54.022" v="3313" actId="1076"/>
          <ac:grpSpMkLst>
            <pc:docMk/>
            <pc:sldMk cId="1589168035" sldId="375"/>
            <ac:grpSpMk id="273" creationId="{00000000-0000-0000-0000-000000000000}"/>
          </ac:grpSpMkLst>
        </pc:grpChg>
        <pc:grpChg chg="add del">
          <ac:chgData name="JP Paulson" userId="460546f63f696f4c" providerId="LiveId" clId="{957F310B-9F73-4E82-8F26-768C6CA2EEB2}" dt="2026-06-26T21:45:53.596" v="3148" actId="478"/>
          <ac:grpSpMkLst>
            <pc:docMk/>
            <pc:sldMk cId="1589168035" sldId="375"/>
            <ac:grpSpMk id="372" creationId="{9ED93B95-2A22-1666-A4E5-5DDF4089F4B0}"/>
          </ac:grpSpMkLst>
        </pc:grpChg>
        <pc:grpChg chg="add del">
          <ac:chgData name="JP Paulson" userId="460546f63f696f4c" providerId="LiveId" clId="{957F310B-9F73-4E82-8F26-768C6CA2EEB2}" dt="2026-06-26T21:45:53.596" v="3147" actId="478"/>
          <ac:grpSpMkLst>
            <pc:docMk/>
            <pc:sldMk cId="1589168035" sldId="375"/>
            <ac:grpSpMk id="383" creationId="{531C37E1-0517-938D-FDF6-7C5057260B3D}"/>
          </ac:grpSpMkLst>
        </pc:grpChg>
      </pc:sldChg>
      <pc:sldChg chg="addSp delSp add del mod modTransition addAnim delAnim modAnim">
        <pc:chgData name="JP Paulson" userId="460546f63f696f4c" providerId="LiveId" clId="{957F310B-9F73-4E82-8F26-768C6CA2EEB2}" dt="2026-06-26T21:45:54.017" v="3311" actId="2890"/>
        <pc:sldMkLst>
          <pc:docMk/>
          <pc:sldMk cId="353045366" sldId="376"/>
        </pc:sldMkLst>
        <pc:grpChg chg="add del">
          <ac:chgData name="JP Paulson" userId="460546f63f696f4c" providerId="LiveId" clId="{957F310B-9F73-4E82-8F26-768C6CA2EEB2}" dt="2026-06-26T21:45:53.575" v="3141" actId="478"/>
          <ac:grpSpMkLst>
            <pc:docMk/>
            <pc:sldMk cId="353045366" sldId="376"/>
            <ac:grpSpMk id="230" creationId="{00000000-0000-0000-0000-000000000000}"/>
          </ac:grpSpMkLst>
        </pc:grpChg>
        <pc:grpChg chg="add del">
          <ac:chgData name="JP Paulson" userId="460546f63f696f4c" providerId="LiveId" clId="{957F310B-9F73-4E82-8F26-768C6CA2EEB2}" dt="2026-06-26T21:45:53.579" v="3142" actId="478"/>
          <ac:grpSpMkLst>
            <pc:docMk/>
            <pc:sldMk cId="353045366" sldId="376"/>
            <ac:grpSpMk id="235" creationId="{00000000-0000-0000-0000-000000000000}"/>
          </ac:grpSpMkLst>
        </pc:grpChg>
        <pc:grpChg chg="add del">
          <ac:chgData name="JP Paulson" userId="460546f63f696f4c" providerId="LiveId" clId="{957F310B-9F73-4E82-8F26-768C6CA2EEB2}" dt="2026-06-26T21:45:53.584" v="3143" actId="478"/>
          <ac:grpSpMkLst>
            <pc:docMk/>
            <pc:sldMk cId="353045366" sldId="376"/>
            <ac:grpSpMk id="240" creationId="{00000000-0000-0000-0000-000000000000}"/>
          </ac:grpSpMkLst>
        </pc:grpChg>
        <pc:grpChg chg="add del">
          <ac:chgData name="JP Paulson" userId="460546f63f696f4c" providerId="LiveId" clId="{957F310B-9F73-4E82-8F26-768C6CA2EEB2}" dt="2026-06-26T21:45:53.588" v="3144" actId="478"/>
          <ac:grpSpMkLst>
            <pc:docMk/>
            <pc:sldMk cId="353045366" sldId="376"/>
            <ac:grpSpMk id="245" creationId="{00000000-0000-0000-0000-000000000000}"/>
          </ac:grpSpMkLst>
        </pc:grpChg>
        <pc:grpChg chg="add del">
          <ac:chgData name="JP Paulson" userId="460546f63f696f4c" providerId="LiveId" clId="{957F310B-9F73-4E82-8F26-768C6CA2EEB2}" dt="2026-06-26T21:45:53.588" v="3145" actId="478"/>
          <ac:grpSpMkLst>
            <pc:docMk/>
            <pc:sldMk cId="353045366" sldId="376"/>
            <ac:grpSpMk id="250" creationId="{00000000-0000-0000-0000-000000000000}"/>
          </ac:grpSpMkLst>
        </pc:grpChg>
        <pc:grpChg chg="add del">
          <ac:chgData name="JP Paulson" userId="460546f63f696f4c" providerId="LiveId" clId="{957F310B-9F73-4E82-8F26-768C6CA2EEB2}" dt="2026-06-26T21:45:53.592" v="3146" actId="478"/>
          <ac:grpSpMkLst>
            <pc:docMk/>
            <pc:sldMk cId="353045366" sldId="376"/>
            <ac:grpSpMk id="255" creationId="{00000000-0000-0000-0000-000000000000}"/>
          </ac:grpSpMkLst>
        </pc:grpChg>
      </pc:sldChg>
      <pc:sldChg chg="addSp delSp modSp add del mod modTransition addAnim delAnim modAnim">
        <pc:chgData name="JP Paulson" userId="460546f63f696f4c" providerId="LiveId" clId="{957F310B-9F73-4E82-8F26-768C6CA2EEB2}" dt="2026-06-26T21:45:53.533" v="3139" actId="2890"/>
        <pc:sldMkLst>
          <pc:docMk/>
          <pc:sldMk cId="410946729" sldId="377"/>
        </pc:sldMkLst>
        <pc:spChg chg="add del">
          <ac:chgData name="JP Paulson" userId="460546f63f696f4c" providerId="LiveId" clId="{957F310B-9F73-4E82-8F26-768C6CA2EEB2}" dt="2026-06-26T21:45:53.367" v="3129" actId="478"/>
          <ac:spMkLst>
            <pc:docMk/>
            <pc:sldMk cId="410946729" sldId="377"/>
            <ac:spMk id="13" creationId="{0479AAB2-DBC0-C2B4-42DE-7E4EE5FC5B22}"/>
          </ac:spMkLst>
        </pc:spChg>
        <pc:spChg chg="mod">
          <ac:chgData name="JP Paulson" userId="460546f63f696f4c" providerId="LiveId" clId="{957F310B-9F73-4E82-8F26-768C6CA2EEB2}" dt="2026-06-26T21:45:29.768" v="2482"/>
          <ac:spMkLst>
            <pc:docMk/>
            <pc:sldMk cId="410946729" sldId="377"/>
            <ac:spMk id="14" creationId="{BB050A37-F0BE-A416-1F60-449777F56ECE}"/>
          </ac:spMkLst>
        </pc:spChg>
        <pc:spChg chg="add del">
          <ac:chgData name="JP Paulson" userId="460546f63f696f4c" providerId="LiveId" clId="{957F310B-9F73-4E82-8F26-768C6CA2EEB2}" dt="2026-06-26T21:45:53.363" v="3128" actId="478"/>
          <ac:spMkLst>
            <pc:docMk/>
            <pc:sldMk cId="410946729" sldId="377"/>
            <ac:spMk id="15" creationId="{0FE6D25D-48C5-6AAD-6350-042D1B5B2563}"/>
          </ac:spMkLst>
        </pc:spChg>
        <pc:spChg chg="add del">
          <ac:chgData name="JP Paulson" userId="460546f63f696f4c" providerId="LiveId" clId="{957F310B-9F73-4E82-8F26-768C6CA2EEB2}" dt="2026-06-26T21:45:53.363" v="3127" actId="478"/>
          <ac:spMkLst>
            <pc:docMk/>
            <pc:sldMk cId="410946729" sldId="377"/>
            <ac:spMk id="16" creationId="{E6D69075-BF75-3F72-43B1-BB73299B8433}"/>
          </ac:spMkLst>
        </pc:spChg>
        <pc:spChg chg="add del">
          <ac:chgData name="JP Paulson" userId="460546f63f696f4c" providerId="LiveId" clId="{957F310B-9F73-4E82-8F26-768C6CA2EEB2}" dt="2026-06-26T21:45:53.358" v="3126" actId="478"/>
          <ac:spMkLst>
            <pc:docMk/>
            <pc:sldMk cId="410946729" sldId="377"/>
            <ac:spMk id="18" creationId="{69E88EC9-B503-837C-47B3-B1DE109A0151}"/>
          </ac:spMkLst>
        </pc:spChg>
        <pc:spChg chg="add del">
          <ac:chgData name="JP Paulson" userId="460546f63f696f4c" providerId="LiveId" clId="{957F310B-9F73-4E82-8F26-768C6CA2EEB2}" dt="2026-06-26T21:45:53.346" v="3121" actId="478"/>
          <ac:spMkLst>
            <pc:docMk/>
            <pc:sldMk cId="410946729" sldId="377"/>
            <ac:spMk id="19" creationId="{33512B64-2470-0678-833F-297EF057CDCC}"/>
          </ac:spMkLst>
        </pc:spChg>
        <pc:spChg chg="mod">
          <ac:chgData name="JP Paulson" userId="460546f63f696f4c" providerId="LiveId" clId="{957F310B-9F73-4E82-8F26-768C6CA2EEB2}" dt="2026-06-26T21:45:29.834" v="2508"/>
          <ac:spMkLst>
            <pc:docMk/>
            <pc:sldMk cId="410946729" sldId="377"/>
            <ac:spMk id="20" creationId="{042711DC-AC9B-5CB7-6C53-C038FD65DF84}"/>
          </ac:spMkLst>
        </pc:spChg>
        <pc:spChg chg="mod">
          <ac:chgData name="JP Paulson" userId="460546f63f696f4c" providerId="LiveId" clId="{957F310B-9F73-4E82-8F26-768C6CA2EEB2}" dt="2026-06-26T21:45:29.824" v="2504"/>
          <ac:spMkLst>
            <pc:docMk/>
            <pc:sldMk cId="410946729" sldId="377"/>
            <ac:spMk id="21" creationId="{FA5B827A-9204-530E-EF33-3EC8ECA91A59}"/>
          </ac:spMkLst>
        </pc:spChg>
        <pc:spChg chg="add del">
          <ac:chgData name="JP Paulson" userId="460546f63f696f4c" providerId="LiveId" clId="{957F310B-9F73-4E82-8F26-768C6CA2EEB2}" dt="2026-06-26T21:45:53.342" v="3120" actId="478"/>
          <ac:spMkLst>
            <pc:docMk/>
            <pc:sldMk cId="410946729" sldId="377"/>
            <ac:spMk id="22" creationId="{91608BD6-0858-1C08-E863-79DE61EEB3F4}"/>
          </ac:spMkLst>
        </pc:spChg>
        <pc:spChg chg="add del">
          <ac:chgData name="JP Paulson" userId="460546f63f696f4c" providerId="LiveId" clId="{957F310B-9F73-4E82-8F26-768C6CA2EEB2}" dt="2026-06-26T21:45:53.337" v="3118" actId="478"/>
          <ac:spMkLst>
            <pc:docMk/>
            <pc:sldMk cId="410946729" sldId="377"/>
            <ac:spMk id="23" creationId="{F91A89D7-F4F7-C3B8-4885-10CEA2EF4FD5}"/>
          </ac:spMkLst>
        </pc:spChg>
        <pc:spChg chg="add del">
          <ac:chgData name="JP Paulson" userId="460546f63f696f4c" providerId="LiveId" clId="{957F310B-9F73-4E82-8F26-768C6CA2EEB2}" dt="2026-06-26T21:45:53.342" v="3119" actId="478"/>
          <ac:spMkLst>
            <pc:docMk/>
            <pc:sldMk cId="410946729" sldId="377"/>
            <ac:spMk id="25" creationId="{00B81673-BBD6-05EB-75E8-97215A045642}"/>
          </ac:spMkLst>
        </pc:spChg>
        <pc:spChg chg="add del">
          <ac:chgData name="JP Paulson" userId="460546f63f696f4c" providerId="LiveId" clId="{957F310B-9F73-4E82-8F26-768C6CA2EEB2}" dt="2026-06-26T21:45:53.358" v="3125" actId="478"/>
          <ac:spMkLst>
            <pc:docMk/>
            <pc:sldMk cId="410946729" sldId="377"/>
            <ac:spMk id="29" creationId="{42B737F8-C616-4EC5-FB6F-BCAA89221A4F}"/>
          </ac:spMkLst>
        </pc:spChg>
        <pc:spChg chg="add del">
          <ac:chgData name="JP Paulson" userId="460546f63f696f4c" providerId="LiveId" clId="{957F310B-9F73-4E82-8F26-768C6CA2EEB2}" dt="2026-06-26T21:45:53.354" v="3124" actId="478"/>
          <ac:spMkLst>
            <pc:docMk/>
            <pc:sldMk cId="410946729" sldId="377"/>
            <ac:spMk id="30" creationId="{C5CA073A-FA8A-FD4B-0F85-4027504869BA}"/>
          </ac:spMkLst>
        </pc:spChg>
        <pc:spChg chg="add del">
          <ac:chgData name="JP Paulson" userId="460546f63f696f4c" providerId="LiveId" clId="{957F310B-9F73-4E82-8F26-768C6CA2EEB2}" dt="2026-06-26T21:45:53.350" v="3123" actId="478"/>
          <ac:spMkLst>
            <pc:docMk/>
            <pc:sldMk cId="410946729" sldId="377"/>
            <ac:spMk id="37" creationId="{8BB5DAAE-5DA7-8F3E-E9B9-BEA9C0E7D7C7}"/>
          </ac:spMkLst>
        </pc:spChg>
        <pc:spChg chg="add del">
          <ac:chgData name="JP Paulson" userId="460546f63f696f4c" providerId="LiveId" clId="{957F310B-9F73-4E82-8F26-768C6CA2EEB2}" dt="2026-06-26T21:45:53.337" v="3117" actId="478"/>
          <ac:spMkLst>
            <pc:docMk/>
            <pc:sldMk cId="410946729" sldId="377"/>
            <ac:spMk id="38" creationId="{DA189B18-7658-2D6E-DF43-437756752483}"/>
          </ac:spMkLst>
        </pc:spChg>
        <pc:spChg chg="add del">
          <ac:chgData name="JP Paulson" userId="460546f63f696f4c" providerId="LiveId" clId="{957F310B-9F73-4E82-8F26-768C6CA2EEB2}" dt="2026-06-26T21:45:53.333" v="3116" actId="478"/>
          <ac:spMkLst>
            <pc:docMk/>
            <pc:sldMk cId="410946729" sldId="377"/>
            <ac:spMk id="39" creationId="{133C717B-127C-01C3-13B7-0C24D1F477AE}"/>
          </ac:spMkLst>
        </pc:spChg>
        <pc:spChg chg="add del">
          <ac:chgData name="JP Paulson" userId="460546f63f696f4c" providerId="LiveId" clId="{957F310B-9F73-4E82-8F26-768C6CA2EEB2}" dt="2026-06-26T21:45:53.331" v="3115" actId="478"/>
          <ac:spMkLst>
            <pc:docMk/>
            <pc:sldMk cId="410946729" sldId="377"/>
            <ac:spMk id="41" creationId="{BCACC31C-0FA1-8CF1-4AD0-83CC7E1ED79F}"/>
          </ac:spMkLst>
        </pc:spChg>
        <pc:cxnChg chg="add del mod">
          <ac:chgData name="JP Paulson" userId="460546f63f696f4c" providerId="LiveId" clId="{957F310B-9F73-4E82-8F26-768C6CA2EEB2}" dt="2026-06-26T21:45:53.358" v="3125" actId="478"/>
          <ac:cxnSpMkLst>
            <pc:docMk/>
            <pc:sldMk cId="410946729" sldId="377"/>
            <ac:cxnSpMk id="32" creationId="{602B2040-9B6F-A82E-6D50-CB5111E68040}"/>
          </ac:cxnSpMkLst>
        </pc:cxnChg>
        <pc:cxnChg chg="add del mod">
          <ac:chgData name="JP Paulson" userId="460546f63f696f4c" providerId="LiveId" clId="{957F310B-9F73-4E82-8F26-768C6CA2EEB2}" dt="2026-06-26T21:45:53.337" v="3117" actId="478"/>
          <ac:cxnSpMkLst>
            <pc:docMk/>
            <pc:sldMk cId="410946729" sldId="377"/>
            <ac:cxnSpMk id="40" creationId="{5580B097-446F-AF66-3CE6-3DC6759A918D}"/>
          </ac:cxnSpMkLst>
        </pc:cxnChg>
      </pc:sldChg>
      <pc:sldChg chg="addSp delSp modSp add del mod modTransition addAnim delAnim modAnim">
        <pc:chgData name="JP Paulson" userId="460546f63f696f4c" providerId="LiveId" clId="{957F310B-9F73-4E82-8F26-768C6CA2EEB2}" dt="2026-06-26T21:45:53.516" v="3138" actId="2890"/>
        <pc:sldMkLst>
          <pc:docMk/>
          <pc:sldMk cId="2833125772" sldId="378"/>
        </pc:sldMkLst>
        <pc:spChg chg="add del">
          <ac:chgData name="JP Paulson" userId="460546f63f696f4c" providerId="LiveId" clId="{957F310B-9F73-4E82-8F26-768C6CA2EEB2}" dt="2026-06-26T21:45:53.320" v="3113" actId="478"/>
          <ac:spMkLst>
            <pc:docMk/>
            <pc:sldMk cId="2833125772" sldId="378"/>
            <ac:spMk id="18" creationId="{69E88EC9-B503-837C-47B3-B1DE109A0151}"/>
          </ac:spMkLst>
        </pc:spChg>
        <pc:spChg chg="add del">
          <ac:chgData name="JP Paulson" userId="460546f63f696f4c" providerId="LiveId" clId="{957F310B-9F73-4E82-8F26-768C6CA2EEB2}" dt="2026-06-26T21:45:53.308" v="3108" actId="478"/>
          <ac:spMkLst>
            <pc:docMk/>
            <pc:sldMk cId="2833125772" sldId="378"/>
            <ac:spMk id="19" creationId="{33512B64-2470-0678-833F-297EF057CDCC}"/>
          </ac:spMkLst>
        </pc:spChg>
        <pc:spChg chg="mod">
          <ac:chgData name="JP Paulson" userId="460546f63f696f4c" providerId="LiveId" clId="{957F310B-9F73-4E82-8F26-768C6CA2EEB2}" dt="2026-06-26T21:45:29.973" v="2551"/>
          <ac:spMkLst>
            <pc:docMk/>
            <pc:sldMk cId="2833125772" sldId="378"/>
            <ac:spMk id="20" creationId="{042711DC-AC9B-5CB7-6C53-C038FD65DF84}"/>
          </ac:spMkLst>
        </pc:spChg>
        <pc:spChg chg="mod">
          <ac:chgData name="JP Paulson" userId="460546f63f696f4c" providerId="LiveId" clId="{957F310B-9F73-4E82-8F26-768C6CA2EEB2}" dt="2026-06-26T21:45:29.965" v="2547"/>
          <ac:spMkLst>
            <pc:docMk/>
            <pc:sldMk cId="2833125772" sldId="378"/>
            <ac:spMk id="21" creationId="{FA5B827A-9204-530E-EF33-3EC8ECA91A59}"/>
          </ac:spMkLst>
        </pc:spChg>
        <pc:spChg chg="add del">
          <ac:chgData name="JP Paulson" userId="460546f63f696f4c" providerId="LiveId" clId="{957F310B-9F73-4E82-8F26-768C6CA2EEB2}" dt="2026-06-26T21:45:53.304" v="3107" actId="478"/>
          <ac:spMkLst>
            <pc:docMk/>
            <pc:sldMk cId="2833125772" sldId="378"/>
            <ac:spMk id="22" creationId="{91608BD6-0858-1C08-E863-79DE61EEB3F4}"/>
          </ac:spMkLst>
        </pc:spChg>
        <pc:spChg chg="add del">
          <ac:chgData name="JP Paulson" userId="460546f63f696f4c" providerId="LiveId" clId="{957F310B-9F73-4E82-8F26-768C6CA2EEB2}" dt="2026-06-26T21:45:53.300" v="3105" actId="478"/>
          <ac:spMkLst>
            <pc:docMk/>
            <pc:sldMk cId="2833125772" sldId="378"/>
            <ac:spMk id="23" creationId="{F91A89D7-F4F7-C3B8-4885-10CEA2EF4FD5}"/>
          </ac:spMkLst>
        </pc:spChg>
        <pc:spChg chg="add del">
          <ac:chgData name="JP Paulson" userId="460546f63f696f4c" providerId="LiveId" clId="{957F310B-9F73-4E82-8F26-768C6CA2EEB2}" dt="2026-06-26T21:45:53.300" v="3106" actId="478"/>
          <ac:spMkLst>
            <pc:docMk/>
            <pc:sldMk cId="2833125772" sldId="378"/>
            <ac:spMk id="25" creationId="{00B81673-BBD6-05EB-75E8-97215A045642}"/>
          </ac:spMkLst>
        </pc:spChg>
        <pc:spChg chg="add del">
          <ac:chgData name="JP Paulson" userId="460546f63f696f4c" providerId="LiveId" clId="{957F310B-9F73-4E82-8F26-768C6CA2EEB2}" dt="2026-06-26T21:45:53.320" v="3112" actId="478"/>
          <ac:spMkLst>
            <pc:docMk/>
            <pc:sldMk cId="2833125772" sldId="378"/>
            <ac:spMk id="29" creationId="{42B737F8-C616-4EC5-FB6F-BCAA89221A4F}"/>
          </ac:spMkLst>
        </pc:spChg>
        <pc:spChg chg="add del">
          <ac:chgData name="JP Paulson" userId="460546f63f696f4c" providerId="LiveId" clId="{957F310B-9F73-4E82-8F26-768C6CA2EEB2}" dt="2026-06-26T21:45:53.316" v="3111" actId="478"/>
          <ac:spMkLst>
            <pc:docMk/>
            <pc:sldMk cId="2833125772" sldId="378"/>
            <ac:spMk id="30" creationId="{C5CA073A-FA8A-FD4B-0F85-4027504869BA}"/>
          </ac:spMkLst>
        </pc:spChg>
        <pc:spChg chg="add del">
          <ac:chgData name="JP Paulson" userId="460546f63f696f4c" providerId="LiveId" clId="{957F310B-9F73-4E82-8F26-768C6CA2EEB2}" dt="2026-06-26T21:45:53.312" v="3110" actId="478"/>
          <ac:spMkLst>
            <pc:docMk/>
            <pc:sldMk cId="2833125772" sldId="378"/>
            <ac:spMk id="37" creationId="{8BB5DAAE-5DA7-8F3E-E9B9-BEA9C0E7D7C7}"/>
          </ac:spMkLst>
        </pc:spChg>
        <pc:spChg chg="add del">
          <ac:chgData name="JP Paulson" userId="460546f63f696f4c" providerId="LiveId" clId="{957F310B-9F73-4E82-8F26-768C6CA2EEB2}" dt="2026-06-26T21:45:53.296" v="3104" actId="478"/>
          <ac:spMkLst>
            <pc:docMk/>
            <pc:sldMk cId="2833125772" sldId="378"/>
            <ac:spMk id="38" creationId="{DA189B18-7658-2D6E-DF43-437756752483}"/>
          </ac:spMkLst>
        </pc:spChg>
        <pc:spChg chg="add del">
          <ac:chgData name="JP Paulson" userId="460546f63f696f4c" providerId="LiveId" clId="{957F310B-9F73-4E82-8F26-768C6CA2EEB2}" dt="2026-06-26T21:45:53.296" v="3103" actId="478"/>
          <ac:spMkLst>
            <pc:docMk/>
            <pc:sldMk cId="2833125772" sldId="378"/>
            <ac:spMk id="39" creationId="{133C717B-127C-01C3-13B7-0C24D1F477AE}"/>
          </ac:spMkLst>
        </pc:spChg>
        <pc:spChg chg="add del">
          <ac:chgData name="JP Paulson" userId="460546f63f696f4c" providerId="LiveId" clId="{957F310B-9F73-4E82-8F26-768C6CA2EEB2}" dt="2026-06-26T21:45:53.292" v="3102" actId="478"/>
          <ac:spMkLst>
            <pc:docMk/>
            <pc:sldMk cId="2833125772" sldId="378"/>
            <ac:spMk id="41" creationId="{BCACC31C-0FA1-8CF1-4AD0-83CC7E1ED79F}"/>
          </ac:spMkLst>
        </pc:spChg>
        <pc:cxnChg chg="add del mod">
          <ac:chgData name="JP Paulson" userId="460546f63f696f4c" providerId="LiveId" clId="{957F310B-9F73-4E82-8F26-768C6CA2EEB2}" dt="2026-06-26T21:45:53.320" v="3112" actId="478"/>
          <ac:cxnSpMkLst>
            <pc:docMk/>
            <pc:sldMk cId="2833125772" sldId="378"/>
            <ac:cxnSpMk id="32" creationId="{602B2040-9B6F-A82E-6D50-CB5111E68040}"/>
          </ac:cxnSpMkLst>
        </pc:cxnChg>
        <pc:cxnChg chg="add del mod">
          <ac:chgData name="JP Paulson" userId="460546f63f696f4c" providerId="LiveId" clId="{957F310B-9F73-4E82-8F26-768C6CA2EEB2}" dt="2026-06-26T21:45:53.296" v="3104" actId="478"/>
          <ac:cxnSpMkLst>
            <pc:docMk/>
            <pc:sldMk cId="2833125772" sldId="378"/>
            <ac:cxnSpMk id="40" creationId="{5580B097-446F-AF66-3CE6-3DC6759A918D}"/>
          </ac:cxnSpMkLst>
        </pc:cxnChg>
      </pc:sldChg>
      <pc:sldChg chg="addSp delSp modSp add del mod modTransition addAnim delAnim modAnim">
        <pc:chgData name="JP Paulson" userId="460546f63f696f4c" providerId="LiveId" clId="{957F310B-9F73-4E82-8F26-768C6CA2EEB2}" dt="2026-06-26T21:45:53.501" v="3137" actId="2890"/>
        <pc:sldMkLst>
          <pc:docMk/>
          <pc:sldMk cId="756577552" sldId="379"/>
        </pc:sldMkLst>
        <pc:spChg chg="mod">
          <ac:chgData name="JP Paulson" userId="460546f63f696f4c" providerId="LiveId" clId="{957F310B-9F73-4E82-8F26-768C6CA2EEB2}" dt="2026-06-26T21:45:29.548" v="2455"/>
          <ac:spMkLst>
            <pc:docMk/>
            <pc:sldMk cId="756577552" sldId="379"/>
            <ac:spMk id="14" creationId="{BB050A37-F0BE-A416-1F60-449777F56ECE}"/>
          </ac:spMkLst>
        </pc:spChg>
        <pc:spChg chg="add del">
          <ac:chgData name="JP Paulson" userId="460546f63f696f4c" providerId="LiveId" clId="{957F310B-9F73-4E82-8F26-768C6CA2EEB2}" dt="2026-06-26T21:45:53.273" v="3096" actId="478"/>
          <ac:spMkLst>
            <pc:docMk/>
            <pc:sldMk cId="756577552" sldId="379"/>
            <ac:spMk id="19" creationId="{33512B64-2470-0678-833F-297EF057CDCC}"/>
          </ac:spMkLst>
        </pc:spChg>
        <pc:spChg chg="mod">
          <ac:chgData name="JP Paulson" userId="460546f63f696f4c" providerId="LiveId" clId="{957F310B-9F73-4E82-8F26-768C6CA2EEB2}" dt="2026-06-26T21:45:30.114" v="2595"/>
          <ac:spMkLst>
            <pc:docMk/>
            <pc:sldMk cId="756577552" sldId="379"/>
            <ac:spMk id="20" creationId="{042711DC-AC9B-5CB7-6C53-C038FD65DF84}"/>
          </ac:spMkLst>
        </pc:spChg>
        <pc:spChg chg="mod">
          <ac:chgData name="JP Paulson" userId="460546f63f696f4c" providerId="LiveId" clId="{957F310B-9F73-4E82-8F26-768C6CA2EEB2}" dt="2026-06-26T21:45:30.102" v="2591"/>
          <ac:spMkLst>
            <pc:docMk/>
            <pc:sldMk cId="756577552" sldId="379"/>
            <ac:spMk id="21" creationId="{FA5B827A-9204-530E-EF33-3EC8ECA91A59}"/>
          </ac:spMkLst>
        </pc:spChg>
        <pc:spChg chg="add del">
          <ac:chgData name="JP Paulson" userId="460546f63f696f4c" providerId="LiveId" clId="{957F310B-9F73-4E82-8F26-768C6CA2EEB2}" dt="2026-06-26T21:45:53.267" v="3095" actId="478"/>
          <ac:spMkLst>
            <pc:docMk/>
            <pc:sldMk cId="756577552" sldId="379"/>
            <ac:spMk id="22" creationId="{91608BD6-0858-1C08-E863-79DE61EEB3F4}"/>
          </ac:spMkLst>
        </pc:spChg>
        <pc:spChg chg="add del">
          <ac:chgData name="JP Paulson" userId="460546f63f696f4c" providerId="LiveId" clId="{957F310B-9F73-4E82-8F26-768C6CA2EEB2}" dt="2026-06-26T21:45:53.263" v="3093" actId="478"/>
          <ac:spMkLst>
            <pc:docMk/>
            <pc:sldMk cId="756577552" sldId="379"/>
            <ac:spMk id="23" creationId="{F91A89D7-F4F7-C3B8-4885-10CEA2EF4FD5}"/>
          </ac:spMkLst>
        </pc:spChg>
        <pc:spChg chg="add del">
          <ac:chgData name="JP Paulson" userId="460546f63f696f4c" providerId="LiveId" clId="{957F310B-9F73-4E82-8F26-768C6CA2EEB2}" dt="2026-06-26T21:45:53.267" v="3094" actId="478"/>
          <ac:spMkLst>
            <pc:docMk/>
            <pc:sldMk cId="756577552" sldId="379"/>
            <ac:spMk id="25" creationId="{00B81673-BBD6-05EB-75E8-97215A045642}"/>
          </ac:spMkLst>
        </pc:spChg>
        <pc:spChg chg="add del">
          <ac:chgData name="JP Paulson" userId="460546f63f696f4c" providerId="LiveId" clId="{957F310B-9F73-4E82-8F26-768C6CA2EEB2}" dt="2026-06-26T21:45:53.283" v="3100" actId="478"/>
          <ac:spMkLst>
            <pc:docMk/>
            <pc:sldMk cId="756577552" sldId="379"/>
            <ac:spMk id="29" creationId="{42B737F8-C616-4EC5-FB6F-BCAA89221A4F}"/>
          </ac:spMkLst>
        </pc:spChg>
        <pc:spChg chg="add del">
          <ac:chgData name="JP Paulson" userId="460546f63f696f4c" providerId="LiveId" clId="{957F310B-9F73-4E82-8F26-768C6CA2EEB2}" dt="2026-06-26T21:45:53.279" v="3099" actId="478"/>
          <ac:spMkLst>
            <pc:docMk/>
            <pc:sldMk cId="756577552" sldId="379"/>
            <ac:spMk id="30" creationId="{C5CA073A-FA8A-FD4B-0F85-4027504869BA}"/>
          </ac:spMkLst>
        </pc:spChg>
        <pc:spChg chg="add del">
          <ac:chgData name="JP Paulson" userId="460546f63f696f4c" providerId="LiveId" clId="{957F310B-9F73-4E82-8F26-768C6CA2EEB2}" dt="2026-06-26T21:45:53.277" v="3098" actId="478"/>
          <ac:spMkLst>
            <pc:docMk/>
            <pc:sldMk cId="756577552" sldId="379"/>
            <ac:spMk id="37" creationId="{8BB5DAAE-5DA7-8F3E-E9B9-BEA9C0E7D7C7}"/>
          </ac:spMkLst>
        </pc:spChg>
        <pc:spChg chg="add del">
          <ac:chgData name="JP Paulson" userId="460546f63f696f4c" providerId="LiveId" clId="{957F310B-9F73-4E82-8F26-768C6CA2EEB2}" dt="2026-06-26T21:45:53.259" v="3092" actId="478"/>
          <ac:spMkLst>
            <pc:docMk/>
            <pc:sldMk cId="756577552" sldId="379"/>
            <ac:spMk id="38" creationId="{DA189B18-7658-2D6E-DF43-437756752483}"/>
          </ac:spMkLst>
        </pc:spChg>
        <pc:spChg chg="add del">
          <ac:chgData name="JP Paulson" userId="460546f63f696f4c" providerId="LiveId" clId="{957F310B-9F73-4E82-8F26-768C6CA2EEB2}" dt="2026-06-26T21:45:53.259" v="3091" actId="478"/>
          <ac:spMkLst>
            <pc:docMk/>
            <pc:sldMk cId="756577552" sldId="379"/>
            <ac:spMk id="39" creationId="{133C717B-127C-01C3-13B7-0C24D1F477AE}"/>
          </ac:spMkLst>
        </pc:spChg>
        <pc:spChg chg="add del">
          <ac:chgData name="JP Paulson" userId="460546f63f696f4c" providerId="LiveId" clId="{957F310B-9F73-4E82-8F26-768C6CA2EEB2}" dt="2026-06-26T21:45:53.255" v="3090" actId="478"/>
          <ac:spMkLst>
            <pc:docMk/>
            <pc:sldMk cId="756577552" sldId="379"/>
            <ac:spMk id="41" creationId="{BCACC31C-0FA1-8CF1-4AD0-83CC7E1ED79F}"/>
          </ac:spMkLst>
        </pc:spChg>
        <pc:cxnChg chg="add del mod">
          <ac:chgData name="JP Paulson" userId="460546f63f696f4c" providerId="LiveId" clId="{957F310B-9F73-4E82-8F26-768C6CA2EEB2}" dt="2026-06-26T21:45:53.283" v="3100" actId="478"/>
          <ac:cxnSpMkLst>
            <pc:docMk/>
            <pc:sldMk cId="756577552" sldId="379"/>
            <ac:cxnSpMk id="32" creationId="{602B2040-9B6F-A82E-6D50-CB5111E68040}"/>
          </ac:cxnSpMkLst>
        </pc:cxnChg>
        <pc:cxnChg chg="add del mod">
          <ac:chgData name="JP Paulson" userId="460546f63f696f4c" providerId="LiveId" clId="{957F310B-9F73-4E82-8F26-768C6CA2EEB2}" dt="2026-06-26T21:45:53.259" v="3092" actId="478"/>
          <ac:cxnSpMkLst>
            <pc:docMk/>
            <pc:sldMk cId="756577552" sldId="379"/>
            <ac:cxnSpMk id="40" creationId="{5580B097-446F-AF66-3CE6-3DC6759A918D}"/>
          </ac:cxnSpMkLst>
        </pc:cxnChg>
      </pc:sldChg>
      <pc:sldChg chg="addSp delSp modSp add del mod modTransition addAnim delAnim modAnim">
        <pc:chgData name="JP Paulson" userId="460546f63f696f4c" providerId="LiveId" clId="{957F310B-9F73-4E82-8F26-768C6CA2EEB2}" dt="2026-06-26T21:45:53.483" v="3136" actId="2890"/>
        <pc:sldMkLst>
          <pc:docMk/>
          <pc:sldMk cId="2053920405" sldId="380"/>
        </pc:sldMkLst>
        <pc:spChg chg="add del">
          <ac:chgData name="JP Paulson" userId="460546f63f696f4c" providerId="LiveId" clId="{957F310B-9F73-4E82-8F26-768C6CA2EEB2}" dt="2026-06-26T21:45:53.238" v="3085" actId="478"/>
          <ac:spMkLst>
            <pc:docMk/>
            <pc:sldMk cId="2053920405" sldId="380"/>
            <ac:spMk id="19" creationId="{33512B64-2470-0678-833F-297EF057CDCC}"/>
          </ac:spMkLst>
        </pc:spChg>
        <pc:spChg chg="mod">
          <ac:chgData name="JP Paulson" userId="460546f63f696f4c" providerId="LiveId" clId="{957F310B-9F73-4E82-8F26-768C6CA2EEB2}" dt="2026-06-26T21:45:30.242" v="2638"/>
          <ac:spMkLst>
            <pc:docMk/>
            <pc:sldMk cId="2053920405" sldId="380"/>
            <ac:spMk id="20" creationId="{042711DC-AC9B-5CB7-6C53-C038FD65DF84}"/>
          </ac:spMkLst>
        </pc:spChg>
        <pc:spChg chg="mod">
          <ac:chgData name="JP Paulson" userId="460546f63f696f4c" providerId="LiveId" clId="{957F310B-9F73-4E82-8F26-768C6CA2EEB2}" dt="2026-06-26T21:45:30.234" v="2634"/>
          <ac:spMkLst>
            <pc:docMk/>
            <pc:sldMk cId="2053920405" sldId="380"/>
            <ac:spMk id="21" creationId="{FA5B827A-9204-530E-EF33-3EC8ECA91A59}"/>
          </ac:spMkLst>
        </pc:spChg>
        <pc:spChg chg="add del">
          <ac:chgData name="JP Paulson" userId="460546f63f696f4c" providerId="LiveId" clId="{957F310B-9F73-4E82-8F26-768C6CA2EEB2}" dt="2026-06-26T21:45:53.234" v="3084" actId="478"/>
          <ac:spMkLst>
            <pc:docMk/>
            <pc:sldMk cId="2053920405" sldId="380"/>
            <ac:spMk id="22" creationId="{91608BD6-0858-1C08-E863-79DE61EEB3F4}"/>
          </ac:spMkLst>
        </pc:spChg>
        <pc:spChg chg="add del">
          <ac:chgData name="JP Paulson" userId="460546f63f696f4c" providerId="LiveId" clId="{957F310B-9F73-4E82-8F26-768C6CA2EEB2}" dt="2026-06-26T21:45:53.230" v="3082" actId="478"/>
          <ac:spMkLst>
            <pc:docMk/>
            <pc:sldMk cId="2053920405" sldId="380"/>
            <ac:spMk id="23" creationId="{F91A89D7-F4F7-C3B8-4885-10CEA2EF4FD5}"/>
          </ac:spMkLst>
        </pc:spChg>
        <pc:spChg chg="add del">
          <ac:chgData name="JP Paulson" userId="460546f63f696f4c" providerId="LiveId" clId="{957F310B-9F73-4E82-8F26-768C6CA2EEB2}" dt="2026-06-26T21:45:53.230" v="3083" actId="478"/>
          <ac:spMkLst>
            <pc:docMk/>
            <pc:sldMk cId="2053920405" sldId="380"/>
            <ac:spMk id="25" creationId="{00B81673-BBD6-05EB-75E8-97215A045642}"/>
          </ac:spMkLst>
        </pc:spChg>
        <pc:spChg chg="add del">
          <ac:chgData name="JP Paulson" userId="460546f63f696f4c" providerId="LiveId" clId="{957F310B-9F73-4E82-8F26-768C6CA2EEB2}" dt="2026-06-26T21:45:53.247" v="3088" actId="478"/>
          <ac:spMkLst>
            <pc:docMk/>
            <pc:sldMk cId="2053920405" sldId="380"/>
            <ac:spMk id="30" creationId="{C5CA073A-FA8A-FD4B-0F85-4027504869BA}"/>
          </ac:spMkLst>
        </pc:spChg>
        <pc:spChg chg="add del">
          <ac:chgData name="JP Paulson" userId="460546f63f696f4c" providerId="LiveId" clId="{957F310B-9F73-4E82-8F26-768C6CA2EEB2}" dt="2026-06-26T21:45:53.242" v="3087" actId="478"/>
          <ac:spMkLst>
            <pc:docMk/>
            <pc:sldMk cId="2053920405" sldId="380"/>
            <ac:spMk id="37" creationId="{8BB5DAAE-5DA7-8F3E-E9B9-BEA9C0E7D7C7}"/>
          </ac:spMkLst>
        </pc:spChg>
        <pc:spChg chg="add del">
          <ac:chgData name="JP Paulson" userId="460546f63f696f4c" providerId="LiveId" clId="{957F310B-9F73-4E82-8F26-768C6CA2EEB2}" dt="2026-06-26T21:45:53.225" v="3081" actId="478"/>
          <ac:spMkLst>
            <pc:docMk/>
            <pc:sldMk cId="2053920405" sldId="380"/>
            <ac:spMk id="38" creationId="{DA189B18-7658-2D6E-DF43-437756752483}"/>
          </ac:spMkLst>
        </pc:spChg>
        <pc:spChg chg="add del">
          <ac:chgData name="JP Paulson" userId="460546f63f696f4c" providerId="LiveId" clId="{957F310B-9F73-4E82-8F26-768C6CA2EEB2}" dt="2026-06-26T21:45:53.225" v="3080" actId="478"/>
          <ac:spMkLst>
            <pc:docMk/>
            <pc:sldMk cId="2053920405" sldId="380"/>
            <ac:spMk id="39" creationId="{133C717B-127C-01C3-13B7-0C24D1F477AE}"/>
          </ac:spMkLst>
        </pc:spChg>
        <pc:spChg chg="add del">
          <ac:chgData name="JP Paulson" userId="460546f63f696f4c" providerId="LiveId" clId="{957F310B-9F73-4E82-8F26-768C6CA2EEB2}" dt="2026-06-26T21:45:53.221" v="3079" actId="478"/>
          <ac:spMkLst>
            <pc:docMk/>
            <pc:sldMk cId="2053920405" sldId="380"/>
            <ac:spMk id="41" creationId="{BCACC31C-0FA1-8CF1-4AD0-83CC7E1ED79F}"/>
          </ac:spMkLst>
        </pc:spChg>
        <pc:cxnChg chg="add del mod">
          <ac:chgData name="JP Paulson" userId="460546f63f696f4c" providerId="LiveId" clId="{957F310B-9F73-4E82-8F26-768C6CA2EEB2}" dt="2026-06-26T21:45:53.247" v="3088" actId="478"/>
          <ac:cxnSpMkLst>
            <pc:docMk/>
            <pc:sldMk cId="2053920405" sldId="380"/>
            <ac:cxnSpMk id="32" creationId="{602B2040-9B6F-A82E-6D50-CB5111E68040}"/>
          </ac:cxnSpMkLst>
        </pc:cxnChg>
        <pc:cxnChg chg="add del mod">
          <ac:chgData name="JP Paulson" userId="460546f63f696f4c" providerId="LiveId" clId="{957F310B-9F73-4E82-8F26-768C6CA2EEB2}" dt="2026-06-26T21:45:53.225" v="3081" actId="478"/>
          <ac:cxnSpMkLst>
            <pc:docMk/>
            <pc:sldMk cId="2053920405" sldId="380"/>
            <ac:cxnSpMk id="40" creationId="{5580B097-446F-AF66-3CE6-3DC6759A918D}"/>
          </ac:cxnSpMkLst>
        </pc:cxnChg>
      </pc:sldChg>
      <pc:sldChg chg="addSp delSp modSp add del mod modTransition addAnim delAnim modAnim">
        <pc:chgData name="JP Paulson" userId="460546f63f696f4c" providerId="LiveId" clId="{957F310B-9F73-4E82-8F26-768C6CA2EEB2}" dt="2026-06-26T21:45:53.471" v="3135" actId="2890"/>
        <pc:sldMkLst>
          <pc:docMk/>
          <pc:sldMk cId="617920412" sldId="381"/>
        </pc:sldMkLst>
        <pc:spChg chg="add del">
          <ac:chgData name="JP Paulson" userId="460546f63f696f4c" providerId="LiveId" clId="{957F310B-9F73-4E82-8F26-768C6CA2EEB2}" dt="2026-06-26T21:45:53.213" v="3077" actId="478"/>
          <ac:spMkLst>
            <pc:docMk/>
            <pc:sldMk cId="617920412" sldId="381"/>
            <ac:spMk id="19" creationId="{33512B64-2470-0678-833F-297EF057CDCC}"/>
          </ac:spMkLst>
        </pc:spChg>
        <pc:spChg chg="mod">
          <ac:chgData name="JP Paulson" userId="460546f63f696f4c" providerId="LiveId" clId="{957F310B-9F73-4E82-8F26-768C6CA2EEB2}" dt="2026-06-26T21:45:30.371" v="2676"/>
          <ac:spMkLst>
            <pc:docMk/>
            <pc:sldMk cId="617920412" sldId="381"/>
            <ac:spMk id="20" creationId="{042711DC-AC9B-5CB7-6C53-C038FD65DF84}"/>
          </ac:spMkLst>
        </pc:spChg>
        <pc:spChg chg="mod">
          <ac:chgData name="JP Paulson" userId="460546f63f696f4c" providerId="LiveId" clId="{957F310B-9F73-4E82-8F26-768C6CA2EEB2}" dt="2026-06-26T21:45:30.361" v="2672"/>
          <ac:spMkLst>
            <pc:docMk/>
            <pc:sldMk cId="617920412" sldId="381"/>
            <ac:spMk id="21" creationId="{FA5B827A-9204-530E-EF33-3EC8ECA91A59}"/>
          </ac:spMkLst>
        </pc:spChg>
        <pc:spChg chg="add del">
          <ac:chgData name="JP Paulson" userId="460546f63f696f4c" providerId="LiveId" clId="{957F310B-9F73-4E82-8F26-768C6CA2EEB2}" dt="2026-06-26T21:45:53.209" v="3076" actId="478"/>
          <ac:spMkLst>
            <pc:docMk/>
            <pc:sldMk cId="617920412" sldId="381"/>
            <ac:spMk id="22" creationId="{91608BD6-0858-1C08-E863-79DE61EEB3F4}"/>
          </ac:spMkLst>
        </pc:spChg>
        <pc:spChg chg="add del">
          <ac:chgData name="JP Paulson" userId="460546f63f696f4c" providerId="LiveId" clId="{957F310B-9F73-4E82-8F26-768C6CA2EEB2}" dt="2026-06-26T21:45:53.200" v="3074" actId="478"/>
          <ac:spMkLst>
            <pc:docMk/>
            <pc:sldMk cId="617920412" sldId="381"/>
            <ac:spMk id="23" creationId="{F91A89D7-F4F7-C3B8-4885-10CEA2EF4FD5}"/>
          </ac:spMkLst>
        </pc:spChg>
        <pc:spChg chg="add del">
          <ac:chgData name="JP Paulson" userId="460546f63f696f4c" providerId="LiveId" clId="{957F310B-9F73-4E82-8F26-768C6CA2EEB2}" dt="2026-06-26T21:45:53.204" v="3075" actId="478"/>
          <ac:spMkLst>
            <pc:docMk/>
            <pc:sldMk cId="617920412" sldId="381"/>
            <ac:spMk id="25" creationId="{00B81673-BBD6-05EB-75E8-97215A045642}"/>
          </ac:spMkLst>
        </pc:spChg>
        <pc:spChg chg="add del">
          <ac:chgData name="JP Paulson" userId="460546f63f696f4c" providerId="LiveId" clId="{957F310B-9F73-4E82-8F26-768C6CA2EEB2}" dt="2026-06-26T21:45:53.200" v="3073" actId="478"/>
          <ac:spMkLst>
            <pc:docMk/>
            <pc:sldMk cId="617920412" sldId="381"/>
            <ac:spMk id="38" creationId="{DA189B18-7658-2D6E-DF43-437756752483}"/>
          </ac:spMkLst>
        </pc:spChg>
        <pc:spChg chg="add del">
          <ac:chgData name="JP Paulson" userId="460546f63f696f4c" providerId="LiveId" clId="{957F310B-9F73-4E82-8F26-768C6CA2EEB2}" dt="2026-06-26T21:45:53.196" v="3072" actId="478"/>
          <ac:spMkLst>
            <pc:docMk/>
            <pc:sldMk cId="617920412" sldId="381"/>
            <ac:spMk id="39" creationId="{133C717B-127C-01C3-13B7-0C24D1F477AE}"/>
          </ac:spMkLst>
        </pc:spChg>
        <pc:spChg chg="add del">
          <ac:chgData name="JP Paulson" userId="460546f63f696f4c" providerId="LiveId" clId="{957F310B-9F73-4E82-8F26-768C6CA2EEB2}" dt="2026-06-26T21:45:53.192" v="3071" actId="478"/>
          <ac:spMkLst>
            <pc:docMk/>
            <pc:sldMk cId="617920412" sldId="381"/>
            <ac:spMk id="41" creationId="{BCACC31C-0FA1-8CF1-4AD0-83CC7E1ED79F}"/>
          </ac:spMkLst>
        </pc:spChg>
        <pc:cxnChg chg="add del mod">
          <ac:chgData name="JP Paulson" userId="460546f63f696f4c" providerId="LiveId" clId="{957F310B-9F73-4E82-8F26-768C6CA2EEB2}" dt="2026-06-26T21:45:53.200" v="3073" actId="478"/>
          <ac:cxnSpMkLst>
            <pc:docMk/>
            <pc:sldMk cId="617920412" sldId="381"/>
            <ac:cxnSpMk id="40" creationId="{5580B097-446F-AF66-3CE6-3DC6759A918D}"/>
          </ac:cxnSpMkLst>
        </pc:cxnChg>
      </pc:sldChg>
      <pc:sldChg chg="addSp delSp modSp add del mod modTransition addAnim delAnim modAnim">
        <pc:chgData name="JP Paulson" userId="460546f63f696f4c" providerId="LiveId" clId="{957F310B-9F73-4E82-8F26-768C6CA2EEB2}" dt="2026-06-26T21:45:53.454" v="3134" actId="2890"/>
        <pc:sldMkLst>
          <pc:docMk/>
          <pc:sldMk cId="2171705833" sldId="382"/>
        </pc:sldMkLst>
        <pc:spChg chg="add del">
          <ac:chgData name="JP Paulson" userId="460546f63f696f4c" providerId="LiveId" clId="{957F310B-9F73-4E82-8F26-768C6CA2EEB2}" dt="2026-06-26T21:45:53.183" v="3068" actId="478"/>
          <ac:spMkLst>
            <pc:docMk/>
            <pc:sldMk cId="2171705833" sldId="382"/>
            <ac:spMk id="23" creationId="{F91A89D7-F4F7-C3B8-4885-10CEA2EF4FD5}"/>
          </ac:spMkLst>
        </pc:spChg>
        <pc:spChg chg="add del">
          <ac:chgData name="JP Paulson" userId="460546f63f696f4c" providerId="LiveId" clId="{957F310B-9F73-4E82-8F26-768C6CA2EEB2}" dt="2026-06-26T21:45:53.183" v="3069" actId="478"/>
          <ac:spMkLst>
            <pc:docMk/>
            <pc:sldMk cId="2171705833" sldId="382"/>
            <ac:spMk id="25" creationId="{00B81673-BBD6-05EB-75E8-97215A045642}"/>
          </ac:spMkLst>
        </pc:spChg>
        <pc:spChg chg="add del">
          <ac:chgData name="JP Paulson" userId="460546f63f696f4c" providerId="LiveId" clId="{957F310B-9F73-4E82-8F26-768C6CA2EEB2}" dt="2026-06-26T21:45:53.180" v="3067" actId="478"/>
          <ac:spMkLst>
            <pc:docMk/>
            <pc:sldMk cId="2171705833" sldId="382"/>
            <ac:spMk id="38" creationId="{DA189B18-7658-2D6E-DF43-437756752483}"/>
          </ac:spMkLst>
        </pc:spChg>
        <pc:spChg chg="add del">
          <ac:chgData name="JP Paulson" userId="460546f63f696f4c" providerId="LiveId" clId="{957F310B-9F73-4E82-8F26-768C6CA2EEB2}" dt="2026-06-26T21:45:53.179" v="3066" actId="478"/>
          <ac:spMkLst>
            <pc:docMk/>
            <pc:sldMk cId="2171705833" sldId="382"/>
            <ac:spMk id="39" creationId="{133C717B-127C-01C3-13B7-0C24D1F477AE}"/>
          </ac:spMkLst>
        </pc:spChg>
        <pc:spChg chg="add del">
          <ac:chgData name="JP Paulson" userId="460546f63f696f4c" providerId="LiveId" clId="{957F310B-9F73-4E82-8F26-768C6CA2EEB2}" dt="2026-06-26T21:45:53.176" v="3065" actId="478"/>
          <ac:spMkLst>
            <pc:docMk/>
            <pc:sldMk cId="2171705833" sldId="382"/>
            <ac:spMk id="41" creationId="{BCACC31C-0FA1-8CF1-4AD0-83CC7E1ED79F}"/>
          </ac:spMkLst>
        </pc:spChg>
        <pc:cxnChg chg="add del mod">
          <ac:chgData name="JP Paulson" userId="460546f63f696f4c" providerId="LiveId" clId="{957F310B-9F73-4E82-8F26-768C6CA2EEB2}" dt="2026-06-26T21:45:53.180" v="3067" actId="478"/>
          <ac:cxnSpMkLst>
            <pc:docMk/>
            <pc:sldMk cId="2171705833" sldId="382"/>
            <ac:cxnSpMk id="40" creationId="{5580B097-446F-AF66-3CE6-3DC6759A918D}"/>
          </ac:cxnSpMkLst>
        </pc:cxnChg>
      </pc:sldChg>
      <pc:sldChg chg="addSp delSp modSp add del mod modTransition addAnim delAnim modAnim">
        <pc:chgData name="JP Paulson" userId="460546f63f696f4c" providerId="LiveId" clId="{957F310B-9F73-4E82-8F26-768C6CA2EEB2}" dt="2026-06-26T21:45:53.437" v="3133" actId="2890"/>
        <pc:sldMkLst>
          <pc:docMk/>
          <pc:sldMk cId="86626255" sldId="383"/>
        </pc:sldMkLst>
        <pc:spChg chg="mod">
          <ac:chgData name="JP Paulson" userId="460546f63f696f4c" providerId="LiveId" clId="{957F310B-9F73-4E82-8F26-768C6CA2EEB2}" dt="2026-06-26T21:45:29.652" v="2464"/>
          <ac:spMkLst>
            <pc:docMk/>
            <pc:sldMk cId="86626255" sldId="383"/>
            <ac:spMk id="21" creationId="{FA5B827A-9204-530E-EF33-3EC8ECA91A59}"/>
          </ac:spMkLst>
        </pc:spChg>
        <pc:spChg chg="add del">
          <ac:chgData name="JP Paulson" userId="460546f63f696f4c" providerId="LiveId" clId="{957F310B-9F73-4E82-8F26-768C6CA2EEB2}" dt="2026-06-26T21:45:53.167" v="3063" actId="478"/>
          <ac:spMkLst>
            <pc:docMk/>
            <pc:sldMk cId="86626255" sldId="383"/>
            <ac:spMk id="23" creationId="{F91A89D7-F4F7-C3B8-4885-10CEA2EF4FD5}"/>
          </ac:spMkLst>
        </pc:spChg>
        <pc:spChg chg="add del">
          <ac:chgData name="JP Paulson" userId="460546f63f696f4c" providerId="LiveId" clId="{957F310B-9F73-4E82-8F26-768C6CA2EEB2}" dt="2026-06-26T21:45:53.163" v="3062" actId="478"/>
          <ac:spMkLst>
            <pc:docMk/>
            <pc:sldMk cId="86626255" sldId="383"/>
            <ac:spMk id="38" creationId="{DA189B18-7658-2D6E-DF43-437756752483}"/>
          </ac:spMkLst>
        </pc:spChg>
        <pc:spChg chg="add del">
          <ac:chgData name="JP Paulson" userId="460546f63f696f4c" providerId="LiveId" clId="{957F310B-9F73-4E82-8F26-768C6CA2EEB2}" dt="2026-06-26T21:45:53.158" v="3061" actId="478"/>
          <ac:spMkLst>
            <pc:docMk/>
            <pc:sldMk cId="86626255" sldId="383"/>
            <ac:spMk id="39" creationId="{133C717B-127C-01C3-13B7-0C24D1F477AE}"/>
          </ac:spMkLst>
        </pc:spChg>
        <pc:spChg chg="add del">
          <ac:chgData name="JP Paulson" userId="460546f63f696f4c" providerId="LiveId" clId="{957F310B-9F73-4E82-8F26-768C6CA2EEB2}" dt="2026-06-26T21:45:53.154" v="3060" actId="478"/>
          <ac:spMkLst>
            <pc:docMk/>
            <pc:sldMk cId="86626255" sldId="383"/>
            <ac:spMk id="41" creationId="{BCACC31C-0FA1-8CF1-4AD0-83CC7E1ED79F}"/>
          </ac:spMkLst>
        </pc:spChg>
        <pc:cxnChg chg="add del mod">
          <ac:chgData name="JP Paulson" userId="460546f63f696f4c" providerId="LiveId" clId="{957F310B-9F73-4E82-8F26-768C6CA2EEB2}" dt="2026-06-26T21:45:53.163" v="3062" actId="478"/>
          <ac:cxnSpMkLst>
            <pc:docMk/>
            <pc:sldMk cId="86626255" sldId="383"/>
            <ac:cxnSpMk id="40" creationId="{5580B097-446F-AF66-3CE6-3DC6759A918D}"/>
          </ac:cxnSpMkLst>
        </pc:cxnChg>
      </pc:sldChg>
      <pc:sldChg chg="addSp delSp modSp add del mod modTransition addAnim delAnim modAnim">
        <pc:chgData name="JP Paulson" userId="460546f63f696f4c" providerId="LiveId" clId="{957F310B-9F73-4E82-8F26-768C6CA2EEB2}" dt="2026-06-26T21:45:53.421" v="3132" actId="2890"/>
        <pc:sldMkLst>
          <pc:docMk/>
          <pc:sldMk cId="3514513523" sldId="384"/>
        </pc:sldMkLst>
        <pc:spChg chg="mod">
          <ac:chgData name="JP Paulson" userId="460546f63f696f4c" providerId="LiveId" clId="{957F310B-9F73-4E82-8F26-768C6CA2EEB2}" dt="2026-06-26T21:45:29.681" v="2467"/>
          <ac:spMkLst>
            <pc:docMk/>
            <pc:sldMk cId="3514513523" sldId="384"/>
            <ac:spMk id="20" creationId="{042711DC-AC9B-5CB7-6C53-C038FD65DF84}"/>
          </ac:spMkLst>
        </pc:spChg>
        <pc:spChg chg="add del">
          <ac:chgData name="JP Paulson" userId="460546f63f696f4c" providerId="LiveId" clId="{957F310B-9F73-4E82-8F26-768C6CA2EEB2}" dt="2026-06-26T21:45:53.145" v="3058" actId="478"/>
          <ac:spMkLst>
            <pc:docMk/>
            <pc:sldMk cId="3514513523" sldId="384"/>
            <ac:spMk id="38" creationId="{DA189B18-7658-2D6E-DF43-437756752483}"/>
          </ac:spMkLst>
        </pc:spChg>
        <pc:spChg chg="add del">
          <ac:chgData name="JP Paulson" userId="460546f63f696f4c" providerId="LiveId" clId="{957F310B-9F73-4E82-8F26-768C6CA2EEB2}" dt="2026-06-26T21:45:53.145" v="3057" actId="478"/>
          <ac:spMkLst>
            <pc:docMk/>
            <pc:sldMk cId="3514513523" sldId="384"/>
            <ac:spMk id="39" creationId="{133C717B-127C-01C3-13B7-0C24D1F477AE}"/>
          </ac:spMkLst>
        </pc:spChg>
        <pc:spChg chg="add del">
          <ac:chgData name="JP Paulson" userId="460546f63f696f4c" providerId="LiveId" clId="{957F310B-9F73-4E82-8F26-768C6CA2EEB2}" dt="2026-06-26T21:45:53.141" v="3056" actId="478"/>
          <ac:spMkLst>
            <pc:docMk/>
            <pc:sldMk cId="3514513523" sldId="384"/>
            <ac:spMk id="41" creationId="{BCACC31C-0FA1-8CF1-4AD0-83CC7E1ED79F}"/>
          </ac:spMkLst>
        </pc:spChg>
        <pc:cxnChg chg="add del mod">
          <ac:chgData name="JP Paulson" userId="460546f63f696f4c" providerId="LiveId" clId="{957F310B-9F73-4E82-8F26-768C6CA2EEB2}" dt="2026-06-26T21:45:53.145" v="3058" actId="478"/>
          <ac:cxnSpMkLst>
            <pc:docMk/>
            <pc:sldMk cId="3514513523" sldId="384"/>
            <ac:cxnSpMk id="40" creationId="{5580B097-446F-AF66-3CE6-3DC6759A918D}"/>
          </ac:cxnSpMkLst>
        </pc:cxnChg>
      </pc:sldChg>
      <pc:sldChg chg="addSp delSp modSp add del mod modTransition addAnim delAnim modAnim">
        <pc:chgData name="JP Paulson" userId="460546f63f696f4c" providerId="LiveId" clId="{957F310B-9F73-4E82-8F26-768C6CA2EEB2}" dt="2026-06-26T21:45:53.404" v="3131" actId="2890"/>
        <pc:sldMkLst>
          <pc:docMk/>
          <pc:sldMk cId="3601105651" sldId="385"/>
        </pc:sldMkLst>
        <pc:spChg chg="add del">
          <ac:chgData name="JP Paulson" userId="460546f63f696f4c" providerId="LiveId" clId="{957F310B-9F73-4E82-8F26-768C6CA2EEB2}" dt="2026-06-26T21:45:53.132" v="3054" actId="478"/>
          <ac:spMkLst>
            <pc:docMk/>
            <pc:sldMk cId="3601105651" sldId="385"/>
            <ac:spMk id="39" creationId="{133C717B-127C-01C3-13B7-0C24D1F477AE}"/>
          </ac:spMkLst>
        </pc:spChg>
        <pc:spChg chg="add del">
          <ac:chgData name="JP Paulson" userId="460546f63f696f4c" providerId="LiveId" clId="{957F310B-9F73-4E82-8F26-768C6CA2EEB2}" dt="2026-06-26T21:45:53.130" v="3053" actId="478"/>
          <ac:spMkLst>
            <pc:docMk/>
            <pc:sldMk cId="3601105651" sldId="385"/>
            <ac:spMk id="41" creationId="{BCACC31C-0FA1-8CF1-4AD0-83CC7E1ED79F}"/>
          </ac:spMkLst>
        </pc:spChg>
        <pc:cxnChg chg="add del mod">
          <ac:chgData name="JP Paulson" userId="460546f63f696f4c" providerId="LiveId" clId="{957F310B-9F73-4E82-8F26-768C6CA2EEB2}" dt="2026-06-26T21:45:53.132" v="3054" actId="478"/>
          <ac:cxnSpMkLst>
            <pc:docMk/>
            <pc:sldMk cId="3601105651" sldId="385"/>
            <ac:cxnSpMk id="40" creationId="{5580B097-446F-AF66-3CE6-3DC6759A918D}"/>
          </ac:cxnSpMkLst>
        </pc:cxnChg>
      </pc:sldChg>
      <pc:sldChg chg="add del modTransition modAnim">
        <pc:chgData name="JP Paulson" userId="460546f63f696f4c" providerId="LiveId" clId="{957F310B-9F73-4E82-8F26-768C6CA2EEB2}" dt="2026-06-26T21:45:53.385" v="3130" actId="2890"/>
        <pc:sldMkLst>
          <pc:docMk/>
          <pc:sldMk cId="2086170581" sldId="386"/>
        </pc:sldMkLst>
      </pc:sldChg>
      <pc:sldChg chg="addSp delSp modSp add del mod modTransition addAnim delAnim modAnim">
        <pc:chgData name="JP Paulson" userId="460546f63f696f4c" providerId="LiveId" clId="{957F310B-9F73-4E82-8F26-768C6CA2EEB2}" dt="2026-06-26T21:45:53.067" v="3050" actId="2890"/>
        <pc:sldMkLst>
          <pc:docMk/>
          <pc:sldMk cId="2130428899" sldId="387"/>
        </pc:sldMkLst>
        <pc:spChg chg="add del">
          <ac:chgData name="JP Paulson" userId="460546f63f696f4c" providerId="LiveId" clId="{957F310B-9F73-4E82-8F26-768C6CA2EEB2}" dt="2026-06-26T21:45:52.982" v="3046" actId="478"/>
          <ac:spMkLst>
            <pc:docMk/>
            <pc:sldMk cId="2130428899" sldId="387"/>
            <ac:spMk id="29" creationId="{BC4DF672-E59D-B0F3-F84A-5197A01A2A03}"/>
          </ac:spMkLst>
        </pc:spChg>
        <pc:spChg chg="add del">
          <ac:chgData name="JP Paulson" userId="460546f63f696f4c" providerId="LiveId" clId="{957F310B-9F73-4E82-8F26-768C6CA2EEB2}" dt="2026-06-26T21:45:52.977" v="3043" actId="478"/>
          <ac:spMkLst>
            <pc:docMk/>
            <pc:sldMk cId="2130428899" sldId="387"/>
            <ac:spMk id="30" creationId="{E2978763-E93D-0229-916F-047F1075EB5C}"/>
          </ac:spMkLst>
        </pc:spChg>
        <pc:spChg chg="add del">
          <ac:chgData name="JP Paulson" userId="460546f63f696f4c" providerId="LiveId" clId="{957F310B-9F73-4E82-8F26-768C6CA2EEB2}" dt="2026-06-26T21:45:52.978" v="3045" actId="478"/>
          <ac:spMkLst>
            <pc:docMk/>
            <pc:sldMk cId="2130428899" sldId="387"/>
            <ac:spMk id="31" creationId="{6D3F0805-E8FF-90FC-E661-C113B30AC375}"/>
          </ac:spMkLst>
        </pc:spChg>
        <pc:spChg chg="add del">
          <ac:chgData name="JP Paulson" userId="460546f63f696f4c" providerId="LiveId" clId="{957F310B-9F73-4E82-8F26-768C6CA2EEB2}" dt="2026-06-26T21:45:52.978" v="3044" actId="478"/>
          <ac:spMkLst>
            <pc:docMk/>
            <pc:sldMk cId="2130428899" sldId="387"/>
            <ac:spMk id="32" creationId="{974D8931-F860-3720-82AE-38E0C9F0A281}"/>
          </ac:spMkLst>
        </pc:spChg>
        <pc:cxnChg chg="add del mod">
          <ac:chgData name="JP Paulson" userId="460546f63f696f4c" providerId="LiveId" clId="{957F310B-9F73-4E82-8F26-768C6CA2EEB2}" dt="2026-06-26T21:45:52.982" v="3046" actId="478"/>
          <ac:cxnSpMkLst>
            <pc:docMk/>
            <pc:sldMk cId="2130428899" sldId="387"/>
            <ac:cxnSpMk id="34" creationId="{B094B318-9576-1030-B394-4B918C68A9E6}"/>
          </ac:cxnSpMkLst>
        </pc:cxnChg>
      </pc:sldChg>
      <pc:sldChg chg="addSp delSp modSp add del mod modTransition addAnim delAnim modAnim">
        <pc:chgData name="JP Paulson" userId="460546f63f696f4c" providerId="LiveId" clId="{957F310B-9F73-4E82-8F26-768C6CA2EEB2}" dt="2026-06-26T21:45:53.046" v="3049" actId="2890"/>
        <pc:sldMkLst>
          <pc:docMk/>
          <pc:sldMk cId="3508923811" sldId="388"/>
        </pc:sldMkLst>
        <pc:spChg chg="add del">
          <ac:chgData name="JP Paulson" userId="460546f63f696f4c" providerId="LiveId" clId="{957F310B-9F73-4E82-8F26-768C6CA2EEB2}" dt="2026-06-26T21:45:52.962" v="3039" actId="478"/>
          <ac:spMkLst>
            <pc:docMk/>
            <pc:sldMk cId="3508923811" sldId="388"/>
            <ac:spMk id="30" creationId="{E2978763-E93D-0229-916F-047F1075EB5C}"/>
          </ac:spMkLst>
        </pc:spChg>
        <pc:spChg chg="add del">
          <ac:chgData name="JP Paulson" userId="460546f63f696f4c" providerId="LiveId" clId="{957F310B-9F73-4E82-8F26-768C6CA2EEB2}" dt="2026-06-26T21:45:52.966" v="3041" actId="478"/>
          <ac:spMkLst>
            <pc:docMk/>
            <pc:sldMk cId="3508923811" sldId="388"/>
            <ac:spMk id="31" creationId="{6D3F0805-E8FF-90FC-E661-C113B30AC375}"/>
          </ac:spMkLst>
        </pc:spChg>
        <pc:spChg chg="add del">
          <ac:chgData name="JP Paulson" userId="460546f63f696f4c" providerId="LiveId" clId="{957F310B-9F73-4E82-8F26-768C6CA2EEB2}" dt="2026-06-26T21:45:52.962" v="3040" actId="478"/>
          <ac:spMkLst>
            <pc:docMk/>
            <pc:sldMk cId="3508923811" sldId="388"/>
            <ac:spMk id="32" creationId="{974D8931-F860-3720-82AE-38E0C9F0A281}"/>
          </ac:spMkLst>
        </pc:spChg>
        <pc:cxnChg chg="add del mod">
          <ac:chgData name="JP Paulson" userId="460546f63f696f4c" providerId="LiveId" clId="{957F310B-9F73-4E82-8F26-768C6CA2EEB2}" dt="2026-06-26T21:45:52.962" v="3039" actId="478"/>
          <ac:cxnSpMkLst>
            <pc:docMk/>
            <pc:sldMk cId="3508923811" sldId="388"/>
            <ac:cxnSpMk id="34" creationId="{B094B318-9576-1030-B394-4B918C68A9E6}"/>
          </ac:cxnSpMkLst>
        </pc:cxnChg>
      </pc:sldChg>
      <pc:sldChg chg="addSp delSp modSp add del mod modTransition addAnim delAnim modAnim">
        <pc:chgData name="JP Paulson" userId="460546f63f696f4c" providerId="LiveId" clId="{957F310B-9F73-4E82-8F26-768C6CA2EEB2}" dt="2026-06-26T21:45:53.025" v="3048" actId="2890"/>
        <pc:sldMkLst>
          <pc:docMk/>
          <pc:sldMk cId="1243871493" sldId="389"/>
        </pc:sldMkLst>
        <pc:spChg chg="add del">
          <ac:chgData name="JP Paulson" userId="460546f63f696f4c" providerId="LiveId" clId="{957F310B-9F73-4E82-8F26-768C6CA2EEB2}" dt="2026-06-26T21:45:52.953" v="3037" actId="478"/>
          <ac:spMkLst>
            <pc:docMk/>
            <pc:sldMk cId="1243871493" sldId="389"/>
            <ac:spMk id="30" creationId="{E2978763-E93D-0229-916F-047F1075EB5C}"/>
          </ac:spMkLst>
        </pc:spChg>
        <pc:cxnChg chg="add del mod">
          <ac:chgData name="JP Paulson" userId="460546f63f696f4c" providerId="LiveId" clId="{957F310B-9F73-4E82-8F26-768C6CA2EEB2}" dt="2026-06-26T21:45:52.953" v="3037" actId="478"/>
          <ac:cxnSpMkLst>
            <pc:docMk/>
            <pc:sldMk cId="1243871493" sldId="389"/>
            <ac:cxnSpMk id="34" creationId="{B094B318-9576-1030-B394-4B918C68A9E6}"/>
          </ac:cxnSpMkLst>
        </pc:cxnChg>
      </pc:sldChg>
      <pc:sldChg chg="add del modTransition modAnim">
        <pc:chgData name="JP Paulson" userId="460546f63f696f4c" providerId="LiveId" clId="{957F310B-9F73-4E82-8F26-768C6CA2EEB2}" dt="2026-06-26T21:45:53.004" v="3047" actId="2890"/>
        <pc:sldMkLst>
          <pc:docMk/>
          <pc:sldMk cId="35124693" sldId="390"/>
        </pc:sldMkLst>
      </pc:sldChg>
      <pc:sldChg chg="addSp delSp modSp add del mod modTransition addAnim delAnim modAnim">
        <pc:chgData name="JP Paulson" userId="460546f63f696f4c" providerId="LiveId" clId="{957F310B-9F73-4E82-8F26-768C6CA2EEB2}" dt="2026-06-26T21:45:52.915" v="3034" actId="2890"/>
        <pc:sldMkLst>
          <pc:docMk/>
          <pc:sldMk cId="3134263716" sldId="391"/>
        </pc:sldMkLst>
        <pc:spChg chg="add del">
          <ac:chgData name="JP Paulson" userId="460546f63f696f4c" providerId="LiveId" clId="{957F310B-9F73-4E82-8F26-768C6CA2EEB2}" dt="2026-06-26T21:45:52.893" v="3031" actId="478"/>
          <ac:spMkLst>
            <pc:docMk/>
            <pc:sldMk cId="3134263716" sldId="391"/>
            <ac:spMk id="7" creationId="{156FD6B1-86D4-ED08-50FF-DBDDAF204692}"/>
          </ac:spMkLst>
        </pc:spChg>
        <pc:cxnChg chg="add del mod">
          <ac:chgData name="JP Paulson" userId="460546f63f696f4c" providerId="LiveId" clId="{957F310B-9F73-4E82-8F26-768C6CA2EEB2}" dt="2026-06-26T21:45:52.893" v="3031" actId="478"/>
          <ac:cxnSpMkLst>
            <pc:docMk/>
            <pc:sldMk cId="3134263716" sldId="391"/>
            <ac:cxnSpMk id="9" creationId="{D4FEC139-3518-6046-310B-8316F66D0C5C}"/>
          </ac:cxnSpMkLst>
        </pc:cxnChg>
      </pc:sldChg>
      <pc:sldChg chg="addSp delSp modSp add del mod modTransition addAnim delAnim modAnim">
        <pc:chgData name="JP Paulson" userId="460546f63f696f4c" providerId="LiveId" clId="{957F310B-9F73-4E82-8F26-768C6CA2EEB2}" dt="2026-06-26T21:45:52.907" v="3033" actId="2890"/>
        <pc:sldMkLst>
          <pc:docMk/>
          <pc:sldMk cId="1344693050" sldId="392"/>
        </pc:sldMkLst>
        <pc:cxnChg chg="add del mod">
          <ac:chgData name="JP Paulson" userId="460546f63f696f4c" providerId="LiveId" clId="{957F310B-9F73-4E82-8F26-768C6CA2EEB2}" dt="2026-06-26T21:45:52.882" v="3029" actId="478"/>
          <ac:cxnSpMkLst>
            <pc:docMk/>
            <pc:sldMk cId="1344693050" sldId="392"/>
            <ac:cxnSpMk id="9" creationId="{D4FEC139-3518-6046-310B-8316F66D0C5C}"/>
          </ac:cxnSpMkLst>
        </pc:cxnChg>
      </pc:sldChg>
      <pc:sldChg chg="add del modTransition modAnim">
        <pc:chgData name="JP Paulson" userId="460546f63f696f4c" providerId="LiveId" clId="{957F310B-9F73-4E82-8F26-768C6CA2EEB2}" dt="2026-06-26T21:45:52.901" v="3032" actId="2890"/>
        <pc:sldMkLst>
          <pc:docMk/>
          <pc:sldMk cId="1378137989" sldId="393"/>
        </pc:sldMkLst>
      </pc:sldChg>
      <pc:sldChg chg="addSp delSp modSp add del mod modTransition addAnim delAnim modAnim">
        <pc:chgData name="JP Paulson" userId="460546f63f696f4c" providerId="LiveId" clId="{957F310B-9F73-4E82-8F26-768C6CA2EEB2}" dt="2026-06-26T21:45:52.861" v="3027" actId="2890"/>
        <pc:sldMkLst>
          <pc:docMk/>
          <pc:sldMk cId="3222041044" sldId="394"/>
        </pc:sldMkLst>
        <pc:spChg chg="add del">
          <ac:chgData name="JP Paulson" userId="460546f63f696f4c" providerId="LiveId" clId="{957F310B-9F73-4E82-8F26-768C6CA2EEB2}" dt="2026-06-26T21:45:52.815" v="3020" actId="478"/>
          <ac:spMkLst>
            <pc:docMk/>
            <pc:sldMk cId="3222041044" sldId="394"/>
            <ac:spMk id="2" creationId="{B1817A8F-2064-BA12-EFF9-CD3DDAA804F2}"/>
          </ac:spMkLst>
        </pc:spChg>
        <pc:spChg chg="mod">
          <ac:chgData name="JP Paulson" userId="460546f63f696f4c" providerId="LiveId" clId="{957F310B-9F73-4E82-8F26-768C6CA2EEB2}" dt="2026-06-26T21:45:31.371" v="2927"/>
          <ac:spMkLst>
            <pc:docMk/>
            <pc:sldMk cId="3222041044" sldId="394"/>
            <ac:spMk id="464" creationId="{00000000-0000-0000-0000-000000000000}"/>
          </ac:spMkLst>
        </pc:spChg>
      </pc:sldChg>
      <pc:sldChg chg="addSp delSp modSp add del mod modTransition addAnim delAnim modAnim">
        <pc:chgData name="JP Paulson" userId="460546f63f696f4c" providerId="LiveId" clId="{957F310B-9F73-4E82-8F26-768C6CA2EEB2}" dt="2026-06-26T21:45:52.853" v="3026" actId="2890"/>
        <pc:sldMkLst>
          <pc:docMk/>
          <pc:sldMk cId="4265798830" sldId="395"/>
        </pc:sldMkLst>
        <pc:spChg chg="add del">
          <ac:chgData name="JP Paulson" userId="460546f63f696f4c" providerId="LiveId" clId="{957F310B-9F73-4E82-8F26-768C6CA2EEB2}" dt="2026-06-26T21:45:52.807" v="3019" actId="478"/>
          <ac:spMkLst>
            <pc:docMk/>
            <pc:sldMk cId="4265798830" sldId="395"/>
            <ac:spMk id="2" creationId="{B1817A8F-2064-BA12-EFF9-CD3DDAA804F2}"/>
          </ac:spMkLst>
        </pc:spChg>
        <pc:spChg chg="mod">
          <ac:chgData name="JP Paulson" userId="460546f63f696f4c" providerId="LiveId" clId="{957F310B-9F73-4E82-8F26-768C6CA2EEB2}" dt="2026-06-26T21:45:31.493" v="2947"/>
          <ac:spMkLst>
            <pc:docMk/>
            <pc:sldMk cId="4265798830" sldId="395"/>
            <ac:spMk id="464" creationId="{00000000-0000-0000-0000-000000000000}"/>
          </ac:spMkLst>
        </pc:spChg>
      </pc:sldChg>
      <pc:sldChg chg="addSp delSp modSp add del mod modTransition addAnim delAnim modAnim">
        <pc:chgData name="JP Paulson" userId="460546f63f696f4c" providerId="LiveId" clId="{957F310B-9F73-4E82-8F26-768C6CA2EEB2}" dt="2026-06-26T21:45:52.849" v="3025" actId="2890"/>
        <pc:sldMkLst>
          <pc:docMk/>
          <pc:sldMk cId="2939281792" sldId="396"/>
        </pc:sldMkLst>
        <pc:spChg chg="add del">
          <ac:chgData name="JP Paulson" userId="460546f63f696f4c" providerId="LiveId" clId="{957F310B-9F73-4E82-8F26-768C6CA2EEB2}" dt="2026-06-26T21:45:52.795" v="3018" actId="478"/>
          <ac:spMkLst>
            <pc:docMk/>
            <pc:sldMk cId="2939281792" sldId="396"/>
            <ac:spMk id="2" creationId="{B1817A8F-2064-BA12-EFF9-CD3DDAA804F2}"/>
          </ac:spMkLst>
        </pc:spChg>
        <pc:spChg chg="mod">
          <ac:chgData name="JP Paulson" userId="460546f63f696f4c" providerId="LiveId" clId="{957F310B-9F73-4E82-8F26-768C6CA2EEB2}" dt="2026-06-26T21:45:31.625" v="2964"/>
          <ac:spMkLst>
            <pc:docMk/>
            <pc:sldMk cId="2939281792" sldId="396"/>
            <ac:spMk id="464" creationId="{00000000-0000-0000-0000-000000000000}"/>
          </ac:spMkLst>
        </pc:spChg>
      </pc:sldChg>
      <pc:sldChg chg="addSp delSp modSp add del mod modTransition addAnim delAnim modAnim">
        <pc:chgData name="JP Paulson" userId="460546f63f696f4c" providerId="LiveId" clId="{957F310B-9F73-4E82-8F26-768C6CA2EEB2}" dt="2026-06-26T21:45:52.841" v="3024" actId="2890"/>
        <pc:sldMkLst>
          <pc:docMk/>
          <pc:sldMk cId="3774689146" sldId="397"/>
        </pc:sldMkLst>
        <pc:spChg chg="add del">
          <ac:chgData name="JP Paulson" userId="460546f63f696f4c" providerId="LiveId" clId="{957F310B-9F73-4E82-8F26-768C6CA2EEB2}" dt="2026-06-26T21:45:52.786" v="3017" actId="478"/>
          <ac:spMkLst>
            <pc:docMk/>
            <pc:sldMk cId="3774689146" sldId="397"/>
            <ac:spMk id="2" creationId="{B1817A8F-2064-BA12-EFF9-CD3DDAA804F2}"/>
          </ac:spMkLst>
        </pc:spChg>
        <pc:spChg chg="mod">
          <ac:chgData name="JP Paulson" userId="460546f63f696f4c" providerId="LiveId" clId="{957F310B-9F73-4E82-8F26-768C6CA2EEB2}" dt="2026-06-26T21:45:31.721" v="2978"/>
          <ac:spMkLst>
            <pc:docMk/>
            <pc:sldMk cId="3774689146" sldId="397"/>
            <ac:spMk id="464" creationId="{00000000-0000-0000-0000-000000000000}"/>
          </ac:spMkLst>
        </pc:spChg>
      </pc:sldChg>
      <pc:sldChg chg="addSp delSp modSp add del mod modTransition addAnim delAnim modAnim">
        <pc:chgData name="JP Paulson" userId="460546f63f696f4c" providerId="LiveId" clId="{957F310B-9F73-4E82-8F26-768C6CA2EEB2}" dt="2026-06-26T21:45:52.837" v="3023" actId="2890"/>
        <pc:sldMkLst>
          <pc:docMk/>
          <pc:sldMk cId="1369043427" sldId="398"/>
        </pc:sldMkLst>
        <pc:spChg chg="add del">
          <ac:chgData name="JP Paulson" userId="460546f63f696f4c" providerId="LiveId" clId="{957F310B-9F73-4E82-8F26-768C6CA2EEB2}" dt="2026-06-26T21:45:52.778" v="3016" actId="478"/>
          <ac:spMkLst>
            <pc:docMk/>
            <pc:sldMk cId="1369043427" sldId="398"/>
            <ac:spMk id="2" creationId="{B1817A8F-2064-BA12-EFF9-CD3DDAA804F2}"/>
          </ac:spMkLst>
        </pc:spChg>
        <pc:spChg chg="mod">
          <ac:chgData name="JP Paulson" userId="460546f63f696f4c" providerId="LiveId" clId="{957F310B-9F73-4E82-8F26-768C6CA2EEB2}" dt="2026-06-26T21:45:31.792" v="2989"/>
          <ac:spMkLst>
            <pc:docMk/>
            <pc:sldMk cId="1369043427" sldId="398"/>
            <ac:spMk id="464" creationId="{00000000-0000-0000-0000-000000000000}"/>
          </ac:spMkLst>
        </pc:spChg>
      </pc:sldChg>
      <pc:sldChg chg="addSp delSp add del mod modTransition addAnim delAnim modAnim">
        <pc:chgData name="JP Paulson" userId="460546f63f696f4c" providerId="LiveId" clId="{957F310B-9F73-4E82-8F26-768C6CA2EEB2}" dt="2026-06-26T21:45:52.829" v="3022" actId="2890"/>
        <pc:sldMkLst>
          <pc:docMk/>
          <pc:sldMk cId="958647798" sldId="399"/>
        </pc:sldMkLst>
        <pc:spChg chg="add del">
          <ac:chgData name="JP Paulson" userId="460546f63f696f4c" providerId="LiveId" clId="{957F310B-9F73-4E82-8F26-768C6CA2EEB2}" dt="2026-06-26T21:45:52.768" v="3015" actId="478"/>
          <ac:spMkLst>
            <pc:docMk/>
            <pc:sldMk cId="958647798" sldId="399"/>
            <ac:spMk id="2" creationId="{B1817A8F-2064-BA12-EFF9-CD3DDAA804F2}"/>
          </ac:spMkLst>
        </pc:spChg>
      </pc:sldChg>
      <pc:sldChg chg="add del modTransition modAnim">
        <pc:chgData name="JP Paulson" userId="460546f63f696f4c" providerId="LiveId" clId="{957F310B-9F73-4E82-8F26-768C6CA2EEB2}" dt="2026-06-26T21:45:52.819" v="3021" actId="2890"/>
        <pc:sldMkLst>
          <pc:docMk/>
          <pc:sldMk cId="3961535063" sldId="400"/>
        </pc:sldMkLst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g3ec298d1e77_0_80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0" name="Google Shape;60;g3ec298d1e77_0_80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g3eea33b5140_0_5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2" name="Google Shape;72;g3eea33b5140_0_5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g3eea33b5140_0_1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9" name="Google Shape;79;g3eea33b5140_0_1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g3eed252f1e9_0_3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7" name="Google Shape;107;g3eed252f1e9_0_3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g3f10a771ae2_0_3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7" name="Google Shape;217;g3f10a771ae2_0_3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g3f14f5ae94f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3" name="Google Shape;223;g3f14f5ae94f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2" name="Google Shape;312;g3f10a771ae2_0_3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13" name="Google Shape;313;g3f10a771ae2_0_3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7" name="Google Shape;377;g3ec298d1e77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78" name="Google Shape;378;g3ec298d1e77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0" name="Google Shape;460;g3ec298d1e77_0_12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61" name="Google Shape;461;g3ec298d1e77_0_12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7" name="Google Shape;467;g3ec298d1e77_0_12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68" name="Google Shape;468;g3ec298d1e77_0_12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 dirty="0"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0" name="Google Shape;30;p7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1" name="Google Shape;31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34" name="Google Shape;34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9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38" name="Google Shape;38;p9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43" name="Google Shape;43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5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7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10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12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5.xml"/><Relationship Id="rId5" Type="http://schemas.openxmlformats.org/officeDocument/2006/relationships/image" Target="../media/image16.png"/><Relationship Id="rId4" Type="http://schemas.openxmlformats.org/officeDocument/2006/relationships/image" Target="../media/image13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1.png"/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0.png"/><Relationship Id="rId3" Type="http://schemas.openxmlformats.org/officeDocument/2006/relationships/image" Target="../media/image90.png"/><Relationship Id="rId7" Type="http://schemas.openxmlformats.org/officeDocument/2006/relationships/image" Target="../media/image130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120.png"/><Relationship Id="rId5" Type="http://schemas.openxmlformats.org/officeDocument/2006/relationships/image" Target="../media/image110.png"/><Relationship Id="rId4" Type="http://schemas.openxmlformats.org/officeDocument/2006/relationships/image" Target="../media/image100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0.png"/><Relationship Id="rId7" Type="http://schemas.openxmlformats.org/officeDocument/2006/relationships/image" Target="../media/image19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8.png"/><Relationship Id="rId5" Type="http://schemas.openxmlformats.org/officeDocument/2006/relationships/image" Target="../media/image17.png"/><Relationship Id="rId4" Type="http://schemas.openxmlformats.org/officeDocument/2006/relationships/image" Target="../media/image160.png"/></Relationships>
</file>

<file path=ppt/slides/_rels/slide18.xml.rels><?xml version="1.0" encoding="UTF-8" standalone="yes"?>
<Relationships xmlns="http://schemas.openxmlformats.org/package/2006/relationships"><Relationship Id="rId8" Type="http://schemas.openxmlformats.org/officeDocument/2006/relationships/image" Target="../media/image26.png"/><Relationship Id="rId3" Type="http://schemas.openxmlformats.org/officeDocument/2006/relationships/image" Target="../media/image21.png"/><Relationship Id="rId7" Type="http://schemas.openxmlformats.org/officeDocument/2006/relationships/image" Target="../media/image25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24.png"/><Relationship Id="rId5" Type="http://schemas.openxmlformats.org/officeDocument/2006/relationships/image" Target="../media/image23.png"/><Relationship Id="rId4" Type="http://schemas.openxmlformats.org/officeDocument/2006/relationships/image" Target="../media/image22.png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5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5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5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5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5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5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5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5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5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JPJ280/jpj280.github.io/tree/master/publications/SCIL_2026_MG_Tensors/slides" TargetMode="External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openpublishing.library.umass.edu/scil/article/id/4032/" TargetMode="External"/><Relationship Id="rId5" Type="http://schemas.openxmlformats.org/officeDocument/2006/relationships/image" Target="../media/image37.png"/><Relationship Id="rId4" Type="http://schemas.openxmlformats.org/officeDocument/2006/relationships/image" Target="../media/image36.png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3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3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3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3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3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>
            <a:spLocks noGrp="1"/>
          </p:cNvSpPr>
          <p:nvPr>
            <p:ph type="ctrTitle"/>
          </p:nvPr>
        </p:nvSpPr>
        <p:spPr>
          <a:xfrm>
            <a:off x="311700" y="744575"/>
            <a:ext cx="8520600" cy="14046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en" sz="3600" dirty="0"/>
              <a:t>A Feature-Driven Tensor Semantics for Minimalist Grammars</a:t>
            </a:r>
            <a:endParaRPr sz="3600" dirty="0"/>
          </a:p>
        </p:txBody>
      </p:sp>
      <p:sp>
        <p:nvSpPr>
          <p:cNvPr id="55" name="Google Shape;55;p13"/>
          <p:cNvSpPr txBox="1"/>
          <p:nvPr/>
        </p:nvSpPr>
        <p:spPr>
          <a:xfrm>
            <a:off x="311700" y="2329225"/>
            <a:ext cx="2534700" cy="104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>
                <a:solidFill>
                  <a:schemeClr val="dk2"/>
                </a:solidFill>
              </a:rPr>
              <a:t>John Paulson</a:t>
            </a:r>
            <a:endParaRPr sz="2000">
              <a:solidFill>
                <a:schemeClr val="dk2"/>
              </a:solidFill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2"/>
                </a:solidFill>
              </a:rPr>
              <a:t>Dept. of Linguistics</a:t>
            </a:r>
            <a:endParaRPr sz="1200">
              <a:solidFill>
                <a:schemeClr val="dk2"/>
              </a:solidFill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2"/>
                </a:solidFill>
              </a:rPr>
              <a:t>University of Utah</a:t>
            </a:r>
            <a:endParaRPr sz="1200">
              <a:solidFill>
                <a:schemeClr val="dk2"/>
              </a:solidFill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2"/>
                </a:solidFill>
              </a:rPr>
              <a:t>john.paulson@utah.edu</a:t>
            </a:r>
            <a:endParaRPr sz="1200">
              <a:solidFill>
                <a:schemeClr val="dk2"/>
              </a:solidFill>
            </a:endParaRPr>
          </a:p>
        </p:txBody>
      </p:sp>
      <p:sp>
        <p:nvSpPr>
          <p:cNvPr id="56" name="Google Shape;56;p13"/>
          <p:cNvSpPr txBox="1"/>
          <p:nvPr/>
        </p:nvSpPr>
        <p:spPr>
          <a:xfrm>
            <a:off x="3304650" y="2329225"/>
            <a:ext cx="2534700" cy="104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dirty="0">
                <a:solidFill>
                  <a:schemeClr val="dk2"/>
                </a:solidFill>
              </a:rPr>
              <a:t>Aniello De Santo</a:t>
            </a:r>
            <a:endParaRPr sz="1200" dirty="0">
              <a:solidFill>
                <a:schemeClr val="dk2"/>
              </a:solidFill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 dirty="0">
                <a:solidFill>
                  <a:schemeClr val="dk2"/>
                </a:solidFill>
              </a:rPr>
              <a:t>Dept. of Linguistics</a:t>
            </a:r>
            <a:endParaRPr sz="1200" dirty="0">
              <a:solidFill>
                <a:schemeClr val="dk2"/>
              </a:solidFill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200" dirty="0">
                <a:solidFill>
                  <a:schemeClr val="dk2"/>
                </a:solidFill>
              </a:rPr>
              <a:t>University of Utah</a:t>
            </a:r>
            <a:endParaRPr sz="1200" dirty="0">
              <a:solidFill>
                <a:schemeClr val="dk2"/>
              </a:solidFill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 dirty="0">
                <a:solidFill>
                  <a:schemeClr val="dk2"/>
                </a:solidFill>
              </a:rPr>
              <a:t>aniello.desanto@utah.edu</a:t>
            </a:r>
            <a:endParaRPr sz="1200" dirty="0">
              <a:solidFill>
                <a:schemeClr val="dk2"/>
              </a:solidFill>
            </a:endParaRPr>
          </a:p>
        </p:txBody>
      </p:sp>
      <p:sp>
        <p:nvSpPr>
          <p:cNvPr id="57" name="Google Shape;57;p13"/>
          <p:cNvSpPr txBox="1"/>
          <p:nvPr/>
        </p:nvSpPr>
        <p:spPr>
          <a:xfrm>
            <a:off x="6297600" y="2236825"/>
            <a:ext cx="2534700" cy="123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dirty="0">
                <a:solidFill>
                  <a:schemeClr val="dk2"/>
                </a:solidFill>
              </a:rPr>
              <a:t>Jon Rawski</a:t>
            </a:r>
            <a:endParaRPr sz="1200" dirty="0">
              <a:solidFill>
                <a:schemeClr val="dk2"/>
              </a:solidFill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 dirty="0">
                <a:solidFill>
                  <a:schemeClr val="dk2"/>
                </a:solidFill>
              </a:rPr>
              <a:t>Dept. of Linguistics and Language Development</a:t>
            </a:r>
            <a:endParaRPr sz="1200" dirty="0">
              <a:solidFill>
                <a:schemeClr val="dk2"/>
              </a:solidFill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 dirty="0">
                <a:solidFill>
                  <a:schemeClr val="dk2"/>
                </a:solidFill>
              </a:rPr>
              <a:t>San Jose State University</a:t>
            </a:r>
            <a:endParaRPr sz="1200" dirty="0">
              <a:solidFill>
                <a:schemeClr val="dk2"/>
              </a:solidFill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 dirty="0">
                <a:solidFill>
                  <a:schemeClr val="dk2"/>
                </a:solidFill>
              </a:rPr>
              <a:t>jon.rawski@sjsu.edu</a:t>
            </a:r>
            <a:endParaRPr sz="1200" dirty="0">
              <a:solidFill>
                <a:schemeClr val="dk2"/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055286CC-AB80-F9CC-D88E-1172CA9DE69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58877" y="3872345"/>
            <a:ext cx="1975045" cy="832811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6983E796-3802-EA37-7F09-3ECCAA1F037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87454" y="4005253"/>
            <a:ext cx="3020291" cy="566996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4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 fontScale="90000"/>
          </a:bodyPr>
          <a:lstStyle/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Talk in one slide</a:t>
            </a:r>
            <a:endParaRPr dirty="0"/>
          </a:p>
        </p:txBody>
      </p:sp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0B3C9E32-C15D-5A6C-0BC4-2672D753C2B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14300" indent="0" algn="ctr">
              <a:buNone/>
            </a:pPr>
            <a:r>
              <a:rPr lang="en-US" sz="2400" dirty="0"/>
              <a:t>This work bridges distributional approaches to semantics and “mainstream” generative grammar.</a:t>
            </a:r>
          </a:p>
          <a:p>
            <a:pPr marL="114300" indent="0">
              <a:buNone/>
            </a:pPr>
            <a:endParaRPr lang="en-US" dirty="0"/>
          </a:p>
          <a:p>
            <a:r>
              <a:rPr lang="en-US" dirty="0"/>
              <a:t>We incorporate </a:t>
            </a:r>
            <a:r>
              <a:rPr lang="en-US" dirty="0">
                <a:solidFill>
                  <a:srgbClr val="7030A0"/>
                </a:solidFill>
              </a:rPr>
              <a:t>Minimalist Grammars </a:t>
            </a:r>
            <a:r>
              <a:rPr lang="en-US" dirty="0"/>
              <a:t>into </a:t>
            </a:r>
            <a:r>
              <a:rPr lang="en-US" dirty="0">
                <a:solidFill>
                  <a:srgbClr val="7030A0"/>
                </a:solidFill>
              </a:rPr>
              <a:t>vector-based semantic </a:t>
            </a:r>
            <a:r>
              <a:rPr lang="en-US" dirty="0"/>
              <a:t>models</a:t>
            </a:r>
          </a:p>
          <a:p>
            <a:r>
              <a:rPr lang="en-US" dirty="0"/>
              <a:t>The resulting vector semantic models can </a:t>
            </a:r>
            <a:r>
              <a:rPr lang="en-US" dirty="0">
                <a:solidFill>
                  <a:srgbClr val="7030A0"/>
                </a:solidFill>
              </a:rPr>
              <a:t>build the meaning of larger expressions compositionally</a:t>
            </a:r>
            <a:r>
              <a:rPr lang="en-US" dirty="0"/>
              <a:t>, by combining the meaning of smaller expressions</a:t>
            </a:r>
          </a:p>
          <a:p>
            <a:r>
              <a:rPr lang="en-US" dirty="0"/>
              <a:t>This compositionality is </a:t>
            </a:r>
            <a:r>
              <a:rPr lang="en-US" dirty="0">
                <a:solidFill>
                  <a:srgbClr val="7030A0"/>
                </a:solidFill>
              </a:rPr>
              <a:t>guided by the Minimalist Grammar syntax</a:t>
            </a:r>
          </a:p>
        </p:txBody>
      </p:sp>
      <p:sp>
        <p:nvSpPr>
          <p:cNvPr id="63" name="Google Shape;63;p14"/>
          <p:cNvSpPr txBox="1">
            <a:spLocks noGrp="1"/>
          </p:cNvSpPr>
          <p:nvPr>
            <p:ph type="sldNum" idx="12"/>
          </p:nvPr>
        </p:nvSpPr>
        <p:spPr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2</a:t>
            </a:fld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Google Shape;74;p1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lvl="0"/>
            <a:r>
              <a:rPr lang="en" dirty="0"/>
              <a:t>Distributionality and Compositionality</a:t>
            </a:r>
            <a:endParaRPr dirty="0"/>
          </a:p>
        </p:txBody>
      </p:sp>
      <p:sp>
        <p:nvSpPr>
          <p:cNvPr id="75" name="Google Shape;75;p16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-US" dirty="0">
                <a:solidFill>
                  <a:schemeClr val="bg2"/>
                </a:solidFill>
              </a:rPr>
              <a:t>Computational linguistics </a:t>
            </a:r>
            <a:r>
              <a:rPr lang="en-US" dirty="0"/>
              <a:t>often makes use of </a:t>
            </a:r>
            <a:r>
              <a:rPr lang="en-US" i="1" dirty="0">
                <a:solidFill>
                  <a:srgbClr val="7030A0"/>
                </a:solidFill>
              </a:rPr>
              <a:t>distributional</a:t>
            </a:r>
            <a:r>
              <a:rPr lang="en-US" i="1" dirty="0"/>
              <a:t> </a:t>
            </a:r>
            <a:r>
              <a:rPr lang="en-US" dirty="0"/>
              <a:t>semantics, describing the meanings of expressions through </a:t>
            </a:r>
            <a:r>
              <a:rPr lang="en-US" dirty="0">
                <a:solidFill>
                  <a:srgbClr val="7030A0"/>
                </a:solidFill>
              </a:rPr>
              <a:t>co-occurrence in corpora</a:t>
            </a: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-US" dirty="0"/>
              <a:t>Embedding the meanings of expressions into </a:t>
            </a:r>
            <a:r>
              <a:rPr lang="en-US" dirty="0">
                <a:solidFill>
                  <a:srgbClr val="7030A0"/>
                </a:solidFill>
              </a:rPr>
              <a:t>vector spaces </a:t>
            </a:r>
            <a:r>
              <a:rPr lang="en-US" dirty="0"/>
              <a:t>is a popular way of implementing distributional models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-US" dirty="0"/>
              <a:t>In contrast, traditional/formal semantics research often analyzes meaning</a:t>
            </a:r>
            <a:r>
              <a:rPr lang="en-US" i="1" dirty="0"/>
              <a:t> </a:t>
            </a:r>
            <a:r>
              <a:rPr lang="en-US" i="1" dirty="0">
                <a:solidFill>
                  <a:srgbClr val="7030A0"/>
                </a:solidFill>
              </a:rPr>
              <a:t>compositionally</a:t>
            </a:r>
            <a:r>
              <a:rPr lang="en-US" dirty="0"/>
              <a:t>, </a:t>
            </a:r>
            <a:r>
              <a:rPr lang="en-US" dirty="0">
                <a:solidFill>
                  <a:srgbClr val="7030A0"/>
                </a:solidFill>
              </a:rPr>
              <a:t>building up the meaning </a:t>
            </a:r>
            <a:r>
              <a:rPr lang="en-US" dirty="0"/>
              <a:t>of expressions from subparts</a:t>
            </a: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-US" dirty="0"/>
              <a:t>An approach that uses </a:t>
            </a:r>
            <a:r>
              <a:rPr lang="en-US" dirty="0">
                <a:solidFill>
                  <a:srgbClr val="7030A0"/>
                </a:solidFill>
              </a:rPr>
              <a:t>vector space operations to combine the meanings</a:t>
            </a:r>
            <a:r>
              <a:rPr lang="en-US" dirty="0"/>
              <a:t> of smaller expressions into meanings for larger expressions can bridge these two approaches </a:t>
            </a: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endParaRPr dirty="0"/>
          </a:p>
        </p:txBody>
      </p:sp>
      <p:sp>
        <p:nvSpPr>
          <p:cNvPr id="76" name="Google Shape;76;p1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3</a:t>
            </a:fld>
            <a:endParaRPr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5" grpId="0" build="p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7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Formal Grammars and Distributional Semantics</a:t>
            </a:r>
            <a:endParaRPr dirty="0"/>
          </a:p>
        </p:txBody>
      </p:sp>
      <p:sp>
        <p:nvSpPr>
          <p:cNvPr id="82" name="Google Shape;82;p17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-US" dirty="0"/>
              <a:t>In particular, having composition be </a:t>
            </a:r>
            <a:r>
              <a:rPr lang="en-US" dirty="0">
                <a:solidFill>
                  <a:srgbClr val="7030A0"/>
                </a:solidFill>
              </a:rPr>
              <a:t>guided by a formal grammar </a:t>
            </a:r>
            <a:r>
              <a:rPr lang="en-US" dirty="0"/>
              <a:t>can bridge semantic and syntactic approaches, motivating how such operations should be applied</a:t>
            </a: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-US" dirty="0"/>
              <a:t>There is </a:t>
            </a:r>
            <a:r>
              <a:rPr lang="en-US" dirty="0">
                <a:solidFill>
                  <a:srgbClr val="7030A0"/>
                </a:solidFill>
              </a:rPr>
              <a:t>already successful work </a:t>
            </a:r>
            <a:r>
              <a:rPr lang="en-US" dirty="0"/>
              <a:t>integrating Combinatory Categorial Grammars (CCGs; </a:t>
            </a:r>
            <a:r>
              <a:rPr lang="en-US" dirty="0">
                <a:solidFill>
                  <a:schemeClr val="bg2"/>
                </a:solidFill>
              </a:rPr>
              <a:t>Steedman, 2001; Steedman and Baldridge, 2011</a:t>
            </a:r>
            <a:r>
              <a:rPr lang="en-US" dirty="0"/>
              <a:t>) with distributional semantics in this way (</a:t>
            </a:r>
            <a:r>
              <a:rPr lang="en-US" dirty="0">
                <a:solidFill>
                  <a:schemeClr val="bg2"/>
                </a:solidFill>
              </a:rPr>
              <a:t>Coecke et al., 2010; Maillard et al., 2014</a:t>
            </a:r>
            <a:r>
              <a:rPr lang="en-US" dirty="0"/>
              <a:t>)</a:t>
            </a: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-US" dirty="0"/>
              <a:t>This work </a:t>
            </a:r>
            <a:r>
              <a:rPr lang="en-US" dirty="0">
                <a:solidFill>
                  <a:srgbClr val="7030A0"/>
                </a:solidFill>
              </a:rPr>
              <a:t>integrates such a model distributional semantics with Minimalist Grammars</a:t>
            </a:r>
            <a:r>
              <a:rPr lang="en-US" dirty="0"/>
              <a:t> (MGs; Stabler, 1996), which formalize the (broad strokes) syntactic approach of the Minimalist Program</a:t>
            </a:r>
            <a:endParaRPr dirty="0"/>
          </a:p>
        </p:txBody>
      </p:sp>
      <p:sp>
        <p:nvSpPr>
          <p:cNvPr id="83" name="Google Shape;83;p1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4</a:t>
            </a:fld>
            <a:endParaRPr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2" grpId="0" uiExpand="1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E67F57-8F93-9664-0BC8-1374D63C45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Why MGs?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05CECB-C1B0-093E-D480-94BA197F274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MGs are a mildly context-sensitive grammar formalism which are thought to be able to capture all of natural language syntax</a:t>
            </a:r>
          </a:p>
          <a:p>
            <a:r>
              <a:rPr lang="en-US" dirty="0"/>
              <a:t>MGs formalize </a:t>
            </a:r>
            <a:r>
              <a:rPr lang="en-US" dirty="0">
                <a:solidFill>
                  <a:srgbClr val="7030A0"/>
                </a:solidFill>
              </a:rPr>
              <a:t>“Minimalist Program-like” syntax</a:t>
            </a:r>
          </a:p>
          <a:p>
            <a:pPr lvl="1"/>
            <a:r>
              <a:rPr lang="en-US" dirty="0"/>
              <a:t>In this way, incorporating distributional semantics into MGs provides </a:t>
            </a:r>
            <a:r>
              <a:rPr lang="en-US" dirty="0">
                <a:solidFill>
                  <a:srgbClr val="7030A0"/>
                </a:solidFill>
              </a:rPr>
              <a:t>a link to “mainstream” syntactic theory</a:t>
            </a:r>
          </a:p>
          <a:p>
            <a:r>
              <a:rPr lang="en-US" dirty="0"/>
              <a:t>MGs have also been useful in </a:t>
            </a:r>
            <a:r>
              <a:rPr lang="en-US" dirty="0">
                <a:solidFill>
                  <a:srgbClr val="7030A0"/>
                </a:solidFill>
              </a:rPr>
              <a:t>analyzing sentence processing</a:t>
            </a:r>
            <a:r>
              <a:rPr lang="en-US" dirty="0"/>
              <a:t> (</a:t>
            </a:r>
            <a:r>
              <a:rPr lang="en-US" dirty="0" err="1">
                <a:solidFill>
                  <a:schemeClr val="bg2"/>
                </a:solidFill>
              </a:rPr>
              <a:t>Kobele</a:t>
            </a:r>
            <a:r>
              <a:rPr lang="en-US" dirty="0">
                <a:solidFill>
                  <a:schemeClr val="bg2"/>
                </a:solidFill>
              </a:rPr>
              <a:t> et al., 2012</a:t>
            </a:r>
            <a:r>
              <a:rPr lang="en-US" dirty="0"/>
              <a:t>; </a:t>
            </a:r>
            <a:r>
              <a:rPr lang="en-US" dirty="0">
                <a:solidFill>
                  <a:schemeClr val="bg2"/>
                </a:solidFill>
              </a:rPr>
              <a:t>De Santo, 2020, 2025)</a:t>
            </a:r>
          </a:p>
          <a:p>
            <a:r>
              <a:rPr lang="en-US" dirty="0"/>
              <a:t>There is also a </a:t>
            </a:r>
            <a:r>
              <a:rPr lang="en-US" dirty="0">
                <a:solidFill>
                  <a:srgbClr val="7030A0"/>
                </a:solidFill>
              </a:rPr>
              <a:t>vector-based analysis </a:t>
            </a:r>
            <a:r>
              <a:rPr lang="en-US" dirty="0"/>
              <a:t>for the </a:t>
            </a:r>
            <a:r>
              <a:rPr lang="en-US" i="1" dirty="0">
                <a:solidFill>
                  <a:srgbClr val="7030A0"/>
                </a:solidFill>
              </a:rPr>
              <a:t>syntax</a:t>
            </a:r>
            <a:r>
              <a:rPr lang="en-US" i="1" dirty="0"/>
              <a:t> </a:t>
            </a:r>
            <a:r>
              <a:rPr lang="en-US" dirty="0"/>
              <a:t>of MGs (</a:t>
            </a:r>
            <a:r>
              <a:rPr lang="en-US" dirty="0" err="1"/>
              <a:t>beim</a:t>
            </a:r>
            <a:r>
              <a:rPr lang="en-US" dirty="0"/>
              <a:t> Graben &amp; Gerth, 2012)</a:t>
            </a:r>
          </a:p>
          <a:p>
            <a:r>
              <a:rPr lang="en-US" dirty="0"/>
              <a:t>It’s not just CCGs!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418EC05-3047-CAB2-F49C-6B1D5D30AC78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5</a:t>
            </a:fld>
            <a:endParaRPr lang="en"/>
          </a:p>
        </p:txBody>
      </p:sp>
    </p:spTree>
    <p:extLst>
      <p:ext uri="{BB962C8B-B14F-4D97-AF65-F5344CB8AC3E}">
        <p14:creationId xmlns:p14="http://schemas.microsoft.com/office/powerpoint/2010/main" val="29000316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Google Shape;109;p21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Minimalist Grammars</a:t>
            </a:r>
            <a:endParaRPr/>
          </a:p>
        </p:txBody>
      </p:sp>
      <p:sp>
        <p:nvSpPr>
          <p:cNvPr id="110" name="Google Shape;110;p2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6</a:t>
            </a:fld>
            <a:endParaRPr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F9A353-E4E7-6F9B-C8BF-C6B360F2DB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Minimalist Grammars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A741A0A-E25F-76A8-FC6D-5B1771B583B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11699" y="1152475"/>
            <a:ext cx="4578955" cy="3416400"/>
          </a:xfrm>
        </p:spPr>
        <p:txBody>
          <a:bodyPr>
            <a:normAutofit/>
          </a:bodyPr>
          <a:lstStyle/>
          <a:p>
            <a:r>
              <a:rPr lang="en-US" dirty="0"/>
              <a:t>Trees built from a lexicon and the operations Merge and Move</a:t>
            </a:r>
          </a:p>
          <a:p>
            <a:r>
              <a:rPr lang="en-US" dirty="0"/>
              <a:t>Each tree (including lexical items) has a string of features dictating which operations can be used</a:t>
            </a:r>
          </a:p>
          <a:p>
            <a:pPr lvl="1"/>
            <a:r>
              <a:rPr lang="en-US" dirty="0"/>
              <a:t>Merge features:</a:t>
            </a:r>
          </a:p>
          <a:p>
            <a:pPr lvl="2"/>
            <a:r>
              <a:rPr lang="en-US" dirty="0"/>
              <a:t>Selectee features 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(f)</a:t>
            </a:r>
          </a:p>
          <a:p>
            <a:pPr lvl="2"/>
            <a:r>
              <a:rPr lang="en-US" dirty="0"/>
              <a:t>Selector features 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(=f)</a:t>
            </a:r>
            <a:endParaRPr lang="en-US" dirty="0"/>
          </a:p>
          <a:p>
            <a:pPr lvl="1"/>
            <a:r>
              <a:rPr lang="en-US" dirty="0"/>
              <a:t>Move features:</a:t>
            </a:r>
          </a:p>
          <a:p>
            <a:pPr lvl="2"/>
            <a:r>
              <a:rPr lang="en-US" dirty="0"/>
              <a:t>Licensee features 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(f</a:t>
            </a:r>
            <a:r>
              <a:rPr lang="en-US" baseline="30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-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)</a:t>
            </a:r>
            <a:endParaRPr lang="en-US" dirty="0"/>
          </a:p>
          <a:p>
            <a:pPr lvl="2"/>
            <a:r>
              <a:rPr lang="en-US" dirty="0"/>
              <a:t>Licensor features 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(f</a:t>
            </a:r>
            <a:r>
              <a:rPr lang="en-US" baseline="30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+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)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0336D17-02CD-7294-ADB8-6D74331CBEE6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7</a:t>
            </a:fld>
            <a:endParaRPr lang="en"/>
          </a:p>
        </p:txBody>
      </p:sp>
      <p:graphicFrame>
        <p:nvGraphicFramePr>
          <p:cNvPr id="5" name="Google Shape;133;p24">
            <a:extLst>
              <a:ext uri="{FF2B5EF4-FFF2-40B4-BE49-F238E27FC236}">
                <a16:creationId xmlns:a16="http://schemas.microsoft.com/office/drawing/2014/main" id="{6657356A-8029-35DA-56B6-45F313C8FFE4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370113010"/>
              </p:ext>
            </p:extLst>
          </p:nvPr>
        </p:nvGraphicFramePr>
        <p:xfrm>
          <a:off x="5044441" y="850525"/>
          <a:ext cx="3702368" cy="3413550"/>
        </p:xfrm>
        <a:graphic>
          <a:graphicData uri="http://schemas.openxmlformats.org/drawingml/2006/table">
            <a:tbl>
              <a:tblPr>
                <a:noFill/>
                <a:tableStyleId>{957C3E7A-245C-4847-85F8-382FA85EA222}</a:tableStyleId>
              </a:tblPr>
              <a:tblGrid>
                <a:gridCol w="165791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4445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81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2000" dirty="0"/>
                        <a:t>Lexical Item</a:t>
                      </a:r>
                      <a:endParaRPr sz="2000" dirty="0"/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2000"/>
                        <a:t>Feature String</a:t>
                      </a:r>
                      <a:endParaRPr sz="2000"/>
                    </a:p>
                  </a:txBody>
                  <a:tcPr marL="91425" marR="91425" marT="91425" marB="91425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2000" i="1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what</a:t>
                      </a:r>
                      <a:endParaRPr sz="2000" i="1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20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[D, wh</a:t>
                      </a:r>
                      <a:r>
                        <a:rPr lang="en" sz="2000" baseline="300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+</a:t>
                      </a:r>
                      <a:r>
                        <a:rPr lang="en" sz="20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]</a:t>
                      </a:r>
                      <a:endParaRPr sz="2000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L="91425" marR="91425" marT="91425" marB="91425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036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2000" i="1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eat</a:t>
                      </a:r>
                      <a:endParaRPr sz="2000" i="1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20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[=D, V]</a:t>
                      </a:r>
                      <a:endParaRPr sz="2000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L="91425" marR="91425" marT="91425" marB="91425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20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∅</a:t>
                      </a:r>
                      <a:r>
                        <a:rPr lang="en" sz="2000" i="1" baseline="-250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v</a:t>
                      </a:r>
                      <a:r>
                        <a:rPr lang="en" sz="2000" i="1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 </a:t>
                      </a:r>
                      <a:r>
                        <a:rPr lang="en" sz="20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(little v)</a:t>
                      </a:r>
                      <a:endParaRPr sz="2000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20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[=V, =D, v]</a:t>
                      </a:r>
                      <a:endParaRPr sz="2000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L="91425" marR="91425" marT="91425" marB="91425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2000" i="1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Alice</a:t>
                      </a:r>
                      <a:endParaRPr sz="2000" i="1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20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[D, nom</a:t>
                      </a:r>
                      <a:r>
                        <a:rPr lang="en" sz="2000" baseline="300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-</a:t>
                      </a:r>
                      <a:r>
                        <a:rPr lang="en" sz="20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]</a:t>
                      </a:r>
                      <a:endParaRPr sz="2000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L="91425" marR="91425" marT="91425" marB="91425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" sz="2000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∅</a:t>
                      </a:r>
                      <a:r>
                        <a:rPr lang="en" sz="2000" i="1" baseline="-25000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T</a:t>
                      </a:r>
                      <a:r>
                        <a:rPr lang="en" sz="2000" i="1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 </a:t>
                      </a:r>
                      <a:r>
                        <a:rPr lang="en" sz="2000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(T head)</a:t>
                      </a:r>
                      <a:endParaRPr sz="2000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20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[=v, nom</a:t>
                      </a:r>
                      <a:r>
                        <a:rPr lang="en" sz="2000" baseline="300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+</a:t>
                      </a:r>
                      <a:r>
                        <a:rPr lang="en" sz="20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, T]</a:t>
                      </a:r>
                      <a:endParaRPr sz="2000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L="91425" marR="91425" marT="91425" marB="91425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2000" i="1" dirty="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did</a:t>
                      </a:r>
                      <a:endParaRPr sz="2000" i="1" dirty="0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2000" dirty="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[=T, wh</a:t>
                      </a:r>
                      <a:r>
                        <a:rPr lang="en" sz="2000" baseline="30000" dirty="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+</a:t>
                      </a:r>
                      <a:r>
                        <a:rPr lang="en" sz="2000" dirty="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, C]</a:t>
                      </a:r>
                      <a:endParaRPr sz="2000" dirty="0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L="91425" marR="91425" marT="91425" marB="91425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61867233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D92459-1E0D-C028-298B-E13FA6AC37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Minimalist Grammars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525C22E-2CF0-52F0-96A5-FF5ACF3ABA8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11700" y="1152475"/>
            <a:ext cx="4260300" cy="3416400"/>
          </a:xfrm>
        </p:spPr>
        <p:txBody>
          <a:bodyPr/>
          <a:lstStyle/>
          <a:p>
            <a:pPr marL="114300" indent="0">
              <a:buNone/>
            </a:pPr>
            <a:r>
              <a:rPr lang="en-US" dirty="0"/>
              <a:t>Merge is a (partial) binary operation. It takes one tree with a selectee feature 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(f) </a:t>
            </a:r>
            <a:r>
              <a:rPr lang="en-US" dirty="0"/>
              <a:t>and one with a matching selector feature 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(=f),</a:t>
            </a:r>
            <a:r>
              <a:rPr lang="en-US" dirty="0"/>
              <a:t> combines them into one tree, checking (deleting) both features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30186DC-5CEC-BEE4-BA76-E22A083D3C59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8</a:t>
            </a:fld>
            <a:endParaRPr lang="en"/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546608ED-A186-320F-8A3B-0344CA12B87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64809" y="1529623"/>
            <a:ext cx="3307649" cy="2662104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FDE9963F-3F33-FA84-EFE6-2371059CEDB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06592" y="2879670"/>
            <a:ext cx="1683876" cy="1243597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66CA177A-7AAC-75C3-7FAE-05F3E19B66E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51565" y="2946401"/>
            <a:ext cx="1308315" cy="10063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9781835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4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7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6188AF-BA9B-91B2-50B6-D37E3BBAE9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Minimalist Grammars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35B40FE8-299E-996E-D470-8A0EFD5ACB39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9</a:t>
            </a:fld>
            <a:endParaRPr lang="en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B385F815-2BB1-A8AE-1369-13B89D83DC5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3463" y="1080811"/>
            <a:ext cx="4017073" cy="3519320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86545093-21CF-2CD4-C31B-2F1954B2BD2D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5974"/>
          <a:stretch>
            <a:fillRect/>
          </a:stretch>
        </p:blipFill>
        <p:spPr>
          <a:xfrm>
            <a:off x="5509260" y="2399598"/>
            <a:ext cx="3057978" cy="2314117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58A2F6DC-5580-9B78-563D-F25062588DA1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r="5561"/>
          <a:stretch>
            <a:fillRect/>
          </a:stretch>
        </p:blipFill>
        <p:spPr>
          <a:xfrm>
            <a:off x="576762" y="2437656"/>
            <a:ext cx="1682298" cy="9505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9369866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path" presetSubtype="0" accel="50000" decel="5000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4.72222E-6 1.97531E-6 L 0.21823 -0.0034 " pathEditMode="relative" rAng="0" ptsTypes="AA">
                                      <p:cBhvr>
                                        <p:cTn id="6" dur="2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0903" y="-185"/>
                                    </p:animMotion>
                                  </p:childTnLst>
                                </p:cTn>
                              </p:par>
                              <p:par>
                                <p:cTn id="7" presetID="42" presetClass="path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1.94444E-6 1.97531E-6 L -0.20886 0.00802 " pathEditMode="relative" rAng="0" ptsTypes="AA">
                                      <p:cBhvr>
                                        <p:cTn id="8" dur="2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10451" y="401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2000"/>
                            </p:stCondLst>
                            <p:childTnLst>
                              <p:par>
                                <p:cTn id="10" presetID="10" presetClass="exit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1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4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F74249-29AB-B6DF-90F5-4BC19D049A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Minimalist Grammars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D2BEC4DE-8141-2EC4-462C-2686A41679A3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10</a:t>
            </a:fld>
            <a:endParaRPr lang="en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037EBF08-9830-0F93-954A-9253F40ADC1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31900" y="1017725"/>
            <a:ext cx="4499044" cy="3960161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1907E944-3A2A-2287-22B8-9B088CD604B6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5465" b="5096"/>
          <a:stretch>
            <a:fillRect/>
          </a:stretch>
        </p:blipFill>
        <p:spPr>
          <a:xfrm>
            <a:off x="5067300" y="2087880"/>
            <a:ext cx="3619498" cy="2836101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AF9644A9-3A4E-3FB2-81CB-7671DAB8413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0545" y="2083713"/>
            <a:ext cx="1290636" cy="8050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544610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path" presetSubtype="0" accel="50000" decel="5000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2.22222E-6 -3.33333E-6 L 0.21406 -0.00493 " pathEditMode="relative" rAng="0" ptsTypes="AA">
                                      <p:cBhvr>
                                        <p:cTn id="6" dur="2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0694" y="-247"/>
                                    </p:animMotion>
                                  </p:childTnLst>
                                </p:cTn>
                              </p:par>
                              <p:par>
                                <p:cTn id="7" presetID="42" presetClass="path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0.00243 0.00587 L -0.18368 0.00031 " pathEditMode="relative" rAng="0" ptsTypes="AA">
                                      <p:cBhvr>
                                        <p:cTn id="8" dur="2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9063" y="-278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2000"/>
                            </p:stCondLst>
                            <p:childTnLst>
                              <p:par>
                                <p:cTn id="10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4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24E2E6-38DC-68B0-10AE-1D725FB25F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Minimalist Grammars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9ED00C34-AA3F-9A86-19A2-FDAB280F8026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11</a:t>
            </a:fld>
            <a:endParaRPr lang="en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A9B1EBC-F520-E5AC-4636-297A4A30B14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9765" y="1017725"/>
            <a:ext cx="4564469" cy="3909804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BD441951-2A20-826E-FB21-A7239EF46C47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/>
          </a:blip>
          <a:srcRect t="2025"/>
          <a:stretch>
            <a:fillRect/>
          </a:stretch>
        </p:blipFill>
        <p:spPr>
          <a:xfrm>
            <a:off x="4958545" y="1912373"/>
            <a:ext cx="3513913" cy="3030396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B0133B0A-16A8-EA43-A5B8-603BE96DBAB1}"/>
              </a:ext>
            </a:extLst>
          </p:cNvPr>
          <p:cNvPicPr>
            <a:picLocks noChangeAspect="1"/>
          </p:cNvPicPr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34442" y="1927613"/>
            <a:ext cx="1504995" cy="6606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187255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path" presetSubtype="0" accel="50000" decel="5000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5E-6 1.97531E-6 L -0.17778 0.00185 " pathEditMode="relative" rAng="0" ptsTypes="AA">
                                      <p:cBhvr>
                                        <p:cTn id="6" dur="2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8889" y="93"/>
                                    </p:animMotion>
                                  </p:childTnLst>
                                </p:cTn>
                              </p:par>
                              <p:par>
                                <p:cTn id="7" presetID="42" presetClass="path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1.11111E-6 1.11111E-6 L 0.20521 0.00123 " pathEditMode="relative" rAng="0" ptsTypes="AA">
                                      <p:cBhvr>
                                        <p:cTn id="8" dur="2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0260" y="62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2000"/>
                            </p:stCondLst>
                            <p:childTnLst>
                              <p:par>
                                <p:cTn id="10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4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1542BC-0590-6EC7-FABE-E865637CFC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Minimalist Grammars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C06B10A-3F22-CCFE-4672-B8AFE40FFF3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11700" y="1152475"/>
            <a:ext cx="4260300" cy="3416400"/>
          </a:xfrm>
        </p:spPr>
        <p:txBody>
          <a:bodyPr/>
          <a:lstStyle/>
          <a:p>
            <a:pPr marL="114300" indent="0">
              <a:buNone/>
            </a:pPr>
            <a:r>
              <a:rPr lang="en-US" dirty="0"/>
              <a:t>Move is a (partial) unary operation. It takes a tree with an active licensor 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(f</a:t>
            </a:r>
            <a:r>
              <a:rPr lang="en-US" baseline="30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+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)</a:t>
            </a:r>
            <a:r>
              <a:rPr lang="en-US" dirty="0"/>
              <a:t> feature and </a:t>
            </a:r>
            <a:r>
              <a:rPr lang="en-US" i="1" dirty="0"/>
              <a:t>exactly one</a:t>
            </a:r>
            <a:r>
              <a:rPr lang="en-US" dirty="0"/>
              <a:t> matching licensee feature 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(f</a:t>
            </a:r>
            <a:r>
              <a:rPr lang="en-US" baseline="30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-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)</a:t>
            </a:r>
            <a:r>
              <a:rPr lang="en-US" dirty="0"/>
              <a:t> and checks (deletes) both.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7E3B27B-4FAE-0EDB-F73F-305DDA2D1917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12</a:t>
            </a:fld>
            <a:endParaRPr lang="en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DF301276-090B-F837-1C11-FE304EFFA89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16780" y="731375"/>
            <a:ext cx="3668107" cy="3658579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9FAE2A2E-F7E3-D5B6-2B9B-F9BBD49CE056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/>
          </a:blip>
          <a:srcRect t="1946"/>
          <a:stretch>
            <a:fillRect/>
          </a:stretch>
        </p:blipFill>
        <p:spPr>
          <a:xfrm>
            <a:off x="4780577" y="1379220"/>
            <a:ext cx="3593690" cy="30183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490540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4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46D3103B-9101-A1E6-225B-FE59AE1967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71416" y="437142"/>
            <a:ext cx="3706179" cy="4448505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09438649-312C-DCE5-E5D9-9A33B48AC2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Minimalist Grammars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5F4E4830-B451-7451-1CF5-919849B45CE6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13</a:t>
            </a:fld>
            <a:endParaRPr lang="en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D952EE07-8FE2-0621-CF9E-065CCBE496D2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983182" y="1017725"/>
            <a:ext cx="3710179" cy="390689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62816427-0C04-ABAF-D39D-6EC61894790A}"/>
              </a:ext>
            </a:extLst>
          </p:cNvPr>
          <p:cNvPicPr>
            <a:picLocks noChangeAspect="1"/>
          </p:cNvPicPr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160819" y="1612718"/>
            <a:ext cx="3369726" cy="3360973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3F707580-1E4A-111B-80DF-6BB2EF850A10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761391" y="1612718"/>
            <a:ext cx="969466" cy="467170"/>
          </a:xfrm>
          <a:prstGeom prst="rect">
            <a:avLst/>
          </a:prstGeom>
        </p:spPr>
      </p:pic>
      <p:sp>
        <p:nvSpPr>
          <p:cNvPr id="11" name="Text Placeholder 7">
            <a:extLst>
              <a:ext uri="{FF2B5EF4-FFF2-40B4-BE49-F238E27FC236}">
                <a16:creationId xmlns:a16="http://schemas.microsoft.com/office/drawing/2014/main" id="{3D170A25-2618-881A-8A1F-FEC50CCB6EDB}"/>
              </a:ext>
            </a:extLst>
          </p:cNvPr>
          <p:cNvSpPr txBox="1">
            <a:spLocks/>
          </p:cNvSpPr>
          <p:nvPr/>
        </p:nvSpPr>
        <p:spPr>
          <a:xfrm>
            <a:off x="311700" y="1152475"/>
            <a:ext cx="3178260" cy="3416400"/>
          </a:xfrm>
          <a:prstGeom prst="rect">
            <a:avLst/>
          </a:prstGeom>
        </p:spPr>
        <p:txBody>
          <a:bodyPr/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114300"/>
            <a:r>
              <a:rPr lang="en-US" dirty="0">
                <a:solidFill>
                  <a:schemeClr val="bg2"/>
                </a:solidFill>
              </a:rPr>
              <a:t>Only feature remaining is </a:t>
            </a:r>
            <a:r>
              <a:rPr lang="en-US" dirty="0">
                <a:solidFill>
                  <a:schemeClr val="bg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</a:t>
            </a:r>
            <a:r>
              <a:rPr lang="en-US" dirty="0">
                <a:solidFill>
                  <a:schemeClr val="bg2"/>
                </a:solidFill>
              </a:rPr>
              <a:t>, so this tree is accepted by the grammar.</a:t>
            </a:r>
          </a:p>
        </p:txBody>
      </p:sp>
    </p:spTree>
    <p:extLst>
      <p:ext uri="{BB962C8B-B14F-4D97-AF65-F5344CB8AC3E}">
        <p14:creationId xmlns:p14="http://schemas.microsoft.com/office/powerpoint/2010/main" val="346519015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path" presetSubtype="0" accel="50000" decel="5000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4.72222E-6 -6.17284E-7 L 0.35209 -0.00772 " pathEditMode="relative" rAng="0" ptsTypes="AA">
                                      <p:cBhvr>
                                        <p:cTn id="6" dur="2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7604" y="-401"/>
                                    </p:animMotion>
                                  </p:childTnLst>
                                </p:cTn>
                              </p:par>
                              <p:par>
                                <p:cTn id="7" presetID="42" presetClass="path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1.11111E-6 -3.45679E-6 L -0.09114 -0.01358 " pathEditMode="relative" rAng="0" ptsTypes="AA">
                                      <p:cBhvr>
                                        <p:cTn id="8" dur="2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4566" y="-679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2000"/>
                            </p:stCondLst>
                            <p:childTnLst>
                              <p:par>
                                <p:cTn id="10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4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5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build="p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35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Tensor Semantics for MGs</a:t>
            </a:r>
            <a:endParaRPr/>
          </a:p>
        </p:txBody>
      </p:sp>
      <p:sp>
        <p:nvSpPr>
          <p:cNvPr id="220" name="Google Shape;220;p3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14</a:t>
            </a:fld>
            <a:endParaRPr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F91256-9B64-C3F5-DAF8-A2C5086347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Tensors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 Placeholder 3">
                <a:extLst>
                  <a:ext uri="{FF2B5EF4-FFF2-40B4-BE49-F238E27FC236}">
                    <a16:creationId xmlns:a16="http://schemas.microsoft.com/office/drawing/2014/main" id="{3BD96735-0423-0A02-23D8-A2860E59D542}"/>
                  </a:ext>
                </a:extLst>
              </p:cNvPr>
              <p:cNvSpPr>
                <a:spLocks noGrp="1"/>
              </p:cNvSpPr>
              <p:nvPr>
                <p:ph type="body" idx="1"/>
              </p:nvPr>
            </p:nvSpPr>
            <p:spPr>
              <a:xfrm>
                <a:off x="311700" y="1152475"/>
                <a:ext cx="8520600" cy="1188704"/>
              </a:xfrm>
            </p:spPr>
            <p:txBody>
              <a:bodyPr/>
              <a:lstStyle/>
              <a:p>
                <a:r>
                  <a:rPr lang="en-US" dirty="0"/>
                  <a:t>An order-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US" dirty="0"/>
                  <a:t> tensor is a 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rgbClr val="7030A0"/>
                        </a:solidFill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US" dirty="0">
                    <a:solidFill>
                      <a:srgbClr val="7030A0"/>
                    </a:solidFill>
                  </a:rPr>
                  <a:t>-dimensional grid </a:t>
                </a:r>
                <a:r>
                  <a:rPr lang="en-US" dirty="0"/>
                  <a:t>of numbers </a:t>
                </a:r>
              </a:p>
              <a:p>
                <a:r>
                  <a:rPr lang="en-US" dirty="0"/>
                  <a:t>An order-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US" dirty="0"/>
                  <a:t> tensor is a </a:t>
                </a:r>
                <a:r>
                  <a:rPr lang="en-US" dirty="0">
                    <a:solidFill>
                      <a:srgbClr val="7030A0"/>
                    </a:solidFill>
                  </a:rPr>
                  <a:t>vector in the tensor product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𝑉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⊗…⊗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𝑉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</m:oMath>
                </a14:m>
                <a:r>
                  <a:rPr lang="en-US" dirty="0"/>
                  <a:t> of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US" dirty="0"/>
                  <a:t> (finite dimensional) vector spaces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𝑉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,…,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𝑉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</m:oMath>
                </a14:m>
                <a:endParaRPr lang="en-US" b="0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4" name="Text Placeholder 3">
                <a:extLst>
                  <a:ext uri="{FF2B5EF4-FFF2-40B4-BE49-F238E27FC236}">
                    <a16:creationId xmlns:a16="http://schemas.microsoft.com/office/drawing/2014/main" id="{3BD96735-0423-0A02-23D8-A2860E59D54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311700" y="1152475"/>
                <a:ext cx="8520600" cy="1188704"/>
              </a:xfr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6FB1BAFB-71FD-043E-2ADF-33D126F25531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15</a:t>
            </a:fld>
            <a:endParaRPr lang="en" dirty="0"/>
          </a:p>
        </p:txBody>
      </p:sp>
      <p:grpSp>
        <p:nvGrpSpPr>
          <p:cNvPr id="5" name="B">
            <a:extLst>
              <a:ext uri="{FF2B5EF4-FFF2-40B4-BE49-F238E27FC236}">
                <a16:creationId xmlns:a16="http://schemas.microsoft.com/office/drawing/2014/main" id="{22FD7820-6912-E75D-4B7B-FB439E627388}"/>
              </a:ext>
            </a:extLst>
          </p:cNvPr>
          <p:cNvGrpSpPr/>
          <p:nvPr/>
        </p:nvGrpSpPr>
        <p:grpSpPr>
          <a:xfrm>
            <a:off x="6284710" y="3416521"/>
            <a:ext cx="2285375" cy="1281954"/>
            <a:chOff x="1698839" y="1436484"/>
            <a:chExt cx="2285375" cy="1281954"/>
          </a:xfrm>
        </p:grpSpPr>
        <p:grpSp>
          <p:nvGrpSpPr>
            <p:cNvPr id="6" name="B23">
              <a:extLst>
                <a:ext uri="{FF2B5EF4-FFF2-40B4-BE49-F238E27FC236}">
                  <a16:creationId xmlns:a16="http://schemas.microsoft.com/office/drawing/2014/main" id="{98D8AF3B-2CB0-60BB-7FA1-C215DD0E46D7}"/>
                </a:ext>
              </a:extLst>
            </p:cNvPr>
            <p:cNvGrpSpPr/>
            <p:nvPr/>
          </p:nvGrpSpPr>
          <p:grpSpPr>
            <a:xfrm>
              <a:off x="2057740" y="1870588"/>
              <a:ext cx="1922623" cy="494665"/>
              <a:chOff x="5445539" y="3736111"/>
              <a:chExt cx="1135765" cy="292200"/>
            </a:xfrm>
            <a:solidFill>
              <a:srgbClr val="4285F4"/>
            </a:solidFill>
          </p:grpSpPr>
          <p:sp>
            <p:nvSpPr>
              <p:cNvPr id="32" name="Google Shape;231;p36">
                <a:extLst>
                  <a:ext uri="{FF2B5EF4-FFF2-40B4-BE49-F238E27FC236}">
                    <a16:creationId xmlns:a16="http://schemas.microsoft.com/office/drawing/2014/main" id="{CF36F224-C92A-FD97-E566-BE6240CFF9E6}"/>
                  </a:ext>
                </a:extLst>
              </p:cNvPr>
              <p:cNvSpPr/>
              <p:nvPr/>
            </p:nvSpPr>
            <p:spPr>
              <a:xfrm>
                <a:off x="5445539" y="3736111"/>
                <a:ext cx="292200" cy="292200"/>
              </a:xfrm>
              <a:prstGeom prst="cube">
                <a:avLst>
                  <a:gd name="adj" fmla="val 25000"/>
                </a:avLst>
              </a:prstGeom>
              <a:grpFill/>
              <a:ln w="16125" cap="flat" cmpd="sng">
                <a:solidFill>
                  <a:schemeClr val="dk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none" lIns="154775" tIns="154775" rIns="154775" bIns="15477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2370" dirty="0"/>
                  <a:t>5</a:t>
                </a:r>
                <a:endParaRPr sz="2370" dirty="0"/>
              </a:p>
            </p:txBody>
          </p:sp>
          <p:sp>
            <p:nvSpPr>
              <p:cNvPr id="33" name="Google Shape;232;p36">
                <a:extLst>
                  <a:ext uri="{FF2B5EF4-FFF2-40B4-BE49-F238E27FC236}">
                    <a16:creationId xmlns:a16="http://schemas.microsoft.com/office/drawing/2014/main" id="{7C7596CB-2397-0C5A-03B7-47A440C67B3D}"/>
                  </a:ext>
                </a:extLst>
              </p:cNvPr>
              <p:cNvSpPr/>
              <p:nvPr/>
            </p:nvSpPr>
            <p:spPr>
              <a:xfrm>
                <a:off x="5717514" y="3736111"/>
                <a:ext cx="292200" cy="292200"/>
              </a:xfrm>
              <a:prstGeom prst="cube">
                <a:avLst>
                  <a:gd name="adj" fmla="val 25000"/>
                </a:avLst>
              </a:prstGeom>
              <a:grpFill/>
              <a:ln w="16125" cap="flat" cmpd="sng">
                <a:solidFill>
                  <a:schemeClr val="dk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none" lIns="154775" tIns="154775" rIns="154775" bIns="15477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2370" dirty="0"/>
                  <a:t>-6</a:t>
                </a:r>
                <a:endParaRPr sz="2370" dirty="0"/>
              </a:p>
            </p:txBody>
          </p:sp>
          <p:sp>
            <p:nvSpPr>
              <p:cNvPr id="34" name="Google Shape;233;p36">
                <a:extLst>
                  <a:ext uri="{FF2B5EF4-FFF2-40B4-BE49-F238E27FC236}">
                    <a16:creationId xmlns:a16="http://schemas.microsoft.com/office/drawing/2014/main" id="{10AC0722-ACE5-B5F1-4FB9-CC5139244C32}"/>
                  </a:ext>
                </a:extLst>
              </p:cNvPr>
              <p:cNvSpPr/>
              <p:nvPr/>
            </p:nvSpPr>
            <p:spPr>
              <a:xfrm>
                <a:off x="5995899" y="3736111"/>
                <a:ext cx="292200" cy="292200"/>
              </a:xfrm>
              <a:prstGeom prst="cube">
                <a:avLst>
                  <a:gd name="adj" fmla="val 25000"/>
                </a:avLst>
              </a:prstGeom>
              <a:grpFill/>
              <a:ln w="16125" cap="flat" cmpd="sng">
                <a:solidFill>
                  <a:schemeClr val="dk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none" lIns="154775" tIns="154775" rIns="154775" bIns="15477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2370" dirty="0"/>
                  <a:t>-7</a:t>
                </a:r>
                <a:endParaRPr sz="2370" dirty="0"/>
              </a:p>
            </p:txBody>
          </p:sp>
          <p:sp>
            <p:nvSpPr>
              <p:cNvPr id="35" name="Google Shape;234;p36">
                <a:extLst>
                  <a:ext uri="{FF2B5EF4-FFF2-40B4-BE49-F238E27FC236}">
                    <a16:creationId xmlns:a16="http://schemas.microsoft.com/office/drawing/2014/main" id="{E851579E-9CA4-9D10-329C-740FFC2097B7}"/>
                  </a:ext>
                </a:extLst>
              </p:cNvPr>
              <p:cNvSpPr/>
              <p:nvPr/>
            </p:nvSpPr>
            <p:spPr>
              <a:xfrm>
                <a:off x="6289103" y="3736111"/>
                <a:ext cx="292200" cy="292200"/>
              </a:xfrm>
              <a:prstGeom prst="cube">
                <a:avLst>
                  <a:gd name="adj" fmla="val 25000"/>
                </a:avLst>
              </a:prstGeom>
              <a:grpFill/>
              <a:ln w="16125" cap="flat" cmpd="sng">
                <a:solidFill>
                  <a:schemeClr val="dk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none" lIns="154775" tIns="154775" rIns="154775" bIns="15477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2370" dirty="0"/>
                  <a:t>8</a:t>
                </a:r>
                <a:endParaRPr sz="2370" dirty="0"/>
              </a:p>
            </p:txBody>
          </p:sp>
        </p:grpSp>
        <p:grpSp>
          <p:nvGrpSpPr>
            <p:cNvPr id="7" name="B22">
              <a:extLst>
                <a:ext uri="{FF2B5EF4-FFF2-40B4-BE49-F238E27FC236}">
                  <a16:creationId xmlns:a16="http://schemas.microsoft.com/office/drawing/2014/main" id="{8D4198C7-6616-3179-353C-21C42ADCD866}"/>
                </a:ext>
              </a:extLst>
            </p:cNvPr>
            <p:cNvGrpSpPr/>
            <p:nvPr/>
          </p:nvGrpSpPr>
          <p:grpSpPr>
            <a:xfrm>
              <a:off x="1874429" y="2048239"/>
              <a:ext cx="1922623" cy="494665"/>
              <a:chOff x="5337250" y="3841050"/>
              <a:chExt cx="1135765" cy="292200"/>
            </a:xfrm>
            <a:solidFill>
              <a:srgbClr val="0D5BDC"/>
            </a:solidFill>
          </p:grpSpPr>
          <p:sp>
            <p:nvSpPr>
              <p:cNvPr id="28" name="Google Shape;236;p36">
                <a:extLst>
                  <a:ext uri="{FF2B5EF4-FFF2-40B4-BE49-F238E27FC236}">
                    <a16:creationId xmlns:a16="http://schemas.microsoft.com/office/drawing/2014/main" id="{508E9EF3-DB96-33EA-85E3-6935F25A49D1}"/>
                  </a:ext>
                </a:extLst>
              </p:cNvPr>
              <p:cNvSpPr/>
              <p:nvPr/>
            </p:nvSpPr>
            <p:spPr>
              <a:xfrm>
                <a:off x="5337250" y="3841050"/>
                <a:ext cx="292200" cy="292200"/>
              </a:xfrm>
              <a:prstGeom prst="cube">
                <a:avLst>
                  <a:gd name="adj" fmla="val 25000"/>
                </a:avLst>
              </a:prstGeom>
              <a:grpFill/>
              <a:ln w="16125" cap="flat" cmpd="sng">
                <a:solidFill>
                  <a:schemeClr val="dk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none" lIns="154775" tIns="154775" rIns="154775" bIns="15477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2370" dirty="0"/>
                  <a:t>-1</a:t>
                </a:r>
                <a:endParaRPr sz="2370" dirty="0"/>
              </a:p>
            </p:txBody>
          </p:sp>
          <p:sp>
            <p:nvSpPr>
              <p:cNvPr id="29" name="Google Shape;237;p36">
                <a:extLst>
                  <a:ext uri="{FF2B5EF4-FFF2-40B4-BE49-F238E27FC236}">
                    <a16:creationId xmlns:a16="http://schemas.microsoft.com/office/drawing/2014/main" id="{D7638DAA-6D58-BCCA-3234-C714483B5CE4}"/>
                  </a:ext>
                </a:extLst>
              </p:cNvPr>
              <p:cNvSpPr/>
              <p:nvPr/>
            </p:nvSpPr>
            <p:spPr>
              <a:xfrm>
                <a:off x="5609225" y="3841050"/>
                <a:ext cx="292200" cy="292200"/>
              </a:xfrm>
              <a:prstGeom prst="cube">
                <a:avLst>
                  <a:gd name="adj" fmla="val 25000"/>
                </a:avLst>
              </a:prstGeom>
              <a:grpFill/>
              <a:ln w="16125" cap="flat" cmpd="sng">
                <a:solidFill>
                  <a:schemeClr val="dk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none" lIns="154775" tIns="154775" rIns="154775" bIns="15477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2370" dirty="0"/>
                  <a:t>-2</a:t>
                </a:r>
                <a:endParaRPr sz="2370" dirty="0"/>
              </a:p>
            </p:txBody>
          </p:sp>
          <p:sp>
            <p:nvSpPr>
              <p:cNvPr id="30" name="Google Shape;238;p36">
                <a:extLst>
                  <a:ext uri="{FF2B5EF4-FFF2-40B4-BE49-F238E27FC236}">
                    <a16:creationId xmlns:a16="http://schemas.microsoft.com/office/drawing/2014/main" id="{4F1A0919-5F75-102F-3D56-DB57FFA0CB58}"/>
                  </a:ext>
                </a:extLst>
              </p:cNvPr>
              <p:cNvSpPr/>
              <p:nvPr/>
            </p:nvSpPr>
            <p:spPr>
              <a:xfrm>
                <a:off x="5887610" y="3841050"/>
                <a:ext cx="292200" cy="292200"/>
              </a:xfrm>
              <a:prstGeom prst="cube">
                <a:avLst>
                  <a:gd name="adj" fmla="val 25000"/>
                </a:avLst>
              </a:prstGeom>
              <a:grpFill/>
              <a:ln w="16125" cap="flat" cmpd="sng">
                <a:solidFill>
                  <a:schemeClr val="dk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none" lIns="154775" tIns="154775" rIns="154775" bIns="15477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2370" dirty="0"/>
                  <a:t>-3</a:t>
                </a:r>
                <a:endParaRPr sz="2370" dirty="0"/>
              </a:p>
            </p:txBody>
          </p:sp>
          <p:sp>
            <p:nvSpPr>
              <p:cNvPr id="31" name="Google Shape;239;p36">
                <a:extLst>
                  <a:ext uri="{FF2B5EF4-FFF2-40B4-BE49-F238E27FC236}">
                    <a16:creationId xmlns:a16="http://schemas.microsoft.com/office/drawing/2014/main" id="{4AB555B8-2AA9-6340-C119-2EE0A97B4A8D}"/>
                  </a:ext>
                </a:extLst>
              </p:cNvPr>
              <p:cNvSpPr/>
              <p:nvPr/>
            </p:nvSpPr>
            <p:spPr>
              <a:xfrm>
                <a:off x="6180815" y="3841050"/>
                <a:ext cx="292200" cy="292200"/>
              </a:xfrm>
              <a:prstGeom prst="cube">
                <a:avLst>
                  <a:gd name="adj" fmla="val 25000"/>
                </a:avLst>
              </a:prstGeom>
              <a:grpFill/>
              <a:ln w="16125" cap="flat" cmpd="sng">
                <a:solidFill>
                  <a:schemeClr val="dk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none" lIns="154775" tIns="154775" rIns="154775" bIns="15477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2370" dirty="0"/>
                  <a:t>-4</a:t>
                </a:r>
                <a:endParaRPr sz="2370" dirty="0"/>
              </a:p>
            </p:txBody>
          </p:sp>
        </p:grpSp>
        <p:grpSp>
          <p:nvGrpSpPr>
            <p:cNvPr id="8" name="B21">
              <a:extLst>
                <a:ext uri="{FF2B5EF4-FFF2-40B4-BE49-F238E27FC236}">
                  <a16:creationId xmlns:a16="http://schemas.microsoft.com/office/drawing/2014/main" id="{74AF9AF3-C8B9-D059-4EFC-5FBE0A2A7F8C}"/>
                </a:ext>
              </a:extLst>
            </p:cNvPr>
            <p:cNvGrpSpPr/>
            <p:nvPr/>
          </p:nvGrpSpPr>
          <p:grpSpPr>
            <a:xfrm>
              <a:off x="1698839" y="2223773"/>
              <a:ext cx="1922623" cy="494665"/>
              <a:chOff x="5233523" y="3944739"/>
              <a:chExt cx="1135765" cy="292200"/>
            </a:xfrm>
            <a:solidFill>
              <a:srgbClr val="002060"/>
            </a:solidFill>
          </p:grpSpPr>
          <p:sp>
            <p:nvSpPr>
              <p:cNvPr id="24" name="Google Shape;241;p36">
                <a:extLst>
                  <a:ext uri="{FF2B5EF4-FFF2-40B4-BE49-F238E27FC236}">
                    <a16:creationId xmlns:a16="http://schemas.microsoft.com/office/drawing/2014/main" id="{6D82B6D3-6229-1B44-DE09-541B4DEA792E}"/>
                  </a:ext>
                </a:extLst>
              </p:cNvPr>
              <p:cNvSpPr/>
              <p:nvPr/>
            </p:nvSpPr>
            <p:spPr>
              <a:xfrm>
                <a:off x="5233523" y="3944739"/>
                <a:ext cx="292200" cy="292200"/>
              </a:xfrm>
              <a:prstGeom prst="cube">
                <a:avLst>
                  <a:gd name="adj" fmla="val 25000"/>
                </a:avLst>
              </a:prstGeom>
              <a:grpFill/>
              <a:ln w="16125" cap="flat" cmpd="sng">
                <a:solidFill>
                  <a:schemeClr val="dk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none" lIns="154775" tIns="154775" rIns="154775" bIns="15477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2370" dirty="0"/>
                  <a:t>1	</a:t>
                </a:r>
                <a:endParaRPr sz="2370" dirty="0"/>
              </a:p>
            </p:txBody>
          </p:sp>
          <p:sp>
            <p:nvSpPr>
              <p:cNvPr id="25" name="Google Shape;242;p36">
                <a:extLst>
                  <a:ext uri="{FF2B5EF4-FFF2-40B4-BE49-F238E27FC236}">
                    <a16:creationId xmlns:a16="http://schemas.microsoft.com/office/drawing/2014/main" id="{551B3643-554B-1466-5A8E-D0EA82CEF05C}"/>
                  </a:ext>
                </a:extLst>
              </p:cNvPr>
              <p:cNvSpPr/>
              <p:nvPr/>
            </p:nvSpPr>
            <p:spPr>
              <a:xfrm>
                <a:off x="5505498" y="3944739"/>
                <a:ext cx="292200" cy="292200"/>
              </a:xfrm>
              <a:prstGeom prst="cube">
                <a:avLst>
                  <a:gd name="adj" fmla="val 25000"/>
                </a:avLst>
              </a:prstGeom>
              <a:grpFill/>
              <a:ln w="16125" cap="flat" cmpd="sng">
                <a:solidFill>
                  <a:schemeClr val="dk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none" lIns="154775" tIns="154775" rIns="154775" bIns="15477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2370" dirty="0"/>
                  <a:t>2</a:t>
                </a:r>
                <a:endParaRPr sz="2370" dirty="0"/>
              </a:p>
            </p:txBody>
          </p:sp>
          <p:sp>
            <p:nvSpPr>
              <p:cNvPr id="26" name="Google Shape;243;p36">
                <a:extLst>
                  <a:ext uri="{FF2B5EF4-FFF2-40B4-BE49-F238E27FC236}">
                    <a16:creationId xmlns:a16="http://schemas.microsoft.com/office/drawing/2014/main" id="{24D9460D-FE2D-E803-683A-B5CE1C59C388}"/>
                  </a:ext>
                </a:extLst>
              </p:cNvPr>
              <p:cNvSpPr/>
              <p:nvPr/>
            </p:nvSpPr>
            <p:spPr>
              <a:xfrm>
                <a:off x="5783883" y="3944739"/>
                <a:ext cx="292200" cy="292200"/>
              </a:xfrm>
              <a:prstGeom prst="cube">
                <a:avLst>
                  <a:gd name="adj" fmla="val 25000"/>
                </a:avLst>
              </a:prstGeom>
              <a:grpFill/>
              <a:ln w="16125" cap="flat" cmpd="sng">
                <a:solidFill>
                  <a:schemeClr val="dk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none" lIns="154775" tIns="154775" rIns="154775" bIns="15477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2370" dirty="0"/>
                  <a:t>3</a:t>
                </a:r>
                <a:endParaRPr sz="2370" dirty="0"/>
              </a:p>
            </p:txBody>
          </p:sp>
          <p:sp>
            <p:nvSpPr>
              <p:cNvPr id="27" name="Google Shape;244;p36">
                <a:extLst>
                  <a:ext uri="{FF2B5EF4-FFF2-40B4-BE49-F238E27FC236}">
                    <a16:creationId xmlns:a16="http://schemas.microsoft.com/office/drawing/2014/main" id="{3138FDDF-F358-75B9-750B-C284B6BA2DCF}"/>
                  </a:ext>
                </a:extLst>
              </p:cNvPr>
              <p:cNvSpPr/>
              <p:nvPr/>
            </p:nvSpPr>
            <p:spPr>
              <a:xfrm>
                <a:off x="6077088" y="3944739"/>
                <a:ext cx="292200" cy="292200"/>
              </a:xfrm>
              <a:prstGeom prst="cube">
                <a:avLst>
                  <a:gd name="adj" fmla="val 25000"/>
                </a:avLst>
              </a:prstGeom>
              <a:grpFill/>
              <a:ln w="16125" cap="flat" cmpd="sng">
                <a:solidFill>
                  <a:schemeClr val="dk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none" lIns="154775" tIns="154775" rIns="154775" bIns="15477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2370" dirty="0"/>
                  <a:t>4</a:t>
                </a:r>
                <a:endParaRPr sz="2370" dirty="0"/>
              </a:p>
            </p:txBody>
          </p:sp>
        </p:grpSp>
        <p:grpSp>
          <p:nvGrpSpPr>
            <p:cNvPr id="9" name="B13">
              <a:extLst>
                <a:ext uri="{FF2B5EF4-FFF2-40B4-BE49-F238E27FC236}">
                  <a16:creationId xmlns:a16="http://schemas.microsoft.com/office/drawing/2014/main" id="{8CD2EC20-6B8C-2044-3A78-256044EDB5A1}"/>
                </a:ext>
              </a:extLst>
            </p:cNvPr>
            <p:cNvGrpSpPr/>
            <p:nvPr/>
          </p:nvGrpSpPr>
          <p:grpSpPr>
            <a:xfrm>
              <a:off x="2061591" y="1436484"/>
              <a:ext cx="1922623" cy="494665"/>
              <a:chOff x="5445539" y="3443811"/>
              <a:chExt cx="1135765" cy="292200"/>
            </a:xfrm>
            <a:solidFill>
              <a:srgbClr val="76F2FF"/>
            </a:solidFill>
          </p:grpSpPr>
          <p:sp>
            <p:nvSpPr>
              <p:cNvPr id="20" name="Google Shape;246;p36">
                <a:extLst>
                  <a:ext uri="{FF2B5EF4-FFF2-40B4-BE49-F238E27FC236}">
                    <a16:creationId xmlns:a16="http://schemas.microsoft.com/office/drawing/2014/main" id="{FF835001-68CD-4771-56ED-1D33AA49AE80}"/>
                  </a:ext>
                </a:extLst>
              </p:cNvPr>
              <p:cNvSpPr/>
              <p:nvPr/>
            </p:nvSpPr>
            <p:spPr>
              <a:xfrm>
                <a:off x="5445539" y="3443811"/>
                <a:ext cx="292200" cy="292200"/>
              </a:xfrm>
              <a:prstGeom prst="cube">
                <a:avLst>
                  <a:gd name="adj" fmla="val 25000"/>
                </a:avLst>
              </a:prstGeom>
              <a:grpFill/>
              <a:ln w="16125" cap="flat" cmpd="sng">
                <a:solidFill>
                  <a:schemeClr val="dk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none" lIns="154775" tIns="154775" rIns="154775" bIns="15477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2370" dirty="0"/>
                  <a:t>0</a:t>
                </a:r>
                <a:endParaRPr sz="2370" dirty="0"/>
              </a:p>
            </p:txBody>
          </p:sp>
          <p:sp>
            <p:nvSpPr>
              <p:cNvPr id="21" name="Google Shape;247;p36">
                <a:extLst>
                  <a:ext uri="{FF2B5EF4-FFF2-40B4-BE49-F238E27FC236}">
                    <a16:creationId xmlns:a16="http://schemas.microsoft.com/office/drawing/2014/main" id="{E13E6E85-55AE-7508-C816-9E06554A5194}"/>
                  </a:ext>
                </a:extLst>
              </p:cNvPr>
              <p:cNvSpPr/>
              <p:nvPr/>
            </p:nvSpPr>
            <p:spPr>
              <a:xfrm>
                <a:off x="5717514" y="3443811"/>
                <a:ext cx="292200" cy="292200"/>
              </a:xfrm>
              <a:prstGeom prst="cube">
                <a:avLst>
                  <a:gd name="adj" fmla="val 25000"/>
                </a:avLst>
              </a:prstGeom>
              <a:grpFill/>
              <a:ln w="16125" cap="flat" cmpd="sng">
                <a:solidFill>
                  <a:schemeClr val="dk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none" lIns="154775" tIns="154775" rIns="154775" bIns="15477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2370" dirty="0"/>
                  <a:t>0</a:t>
                </a:r>
                <a:endParaRPr sz="2370" dirty="0"/>
              </a:p>
            </p:txBody>
          </p:sp>
          <p:sp>
            <p:nvSpPr>
              <p:cNvPr id="22" name="Google Shape;248;p36">
                <a:extLst>
                  <a:ext uri="{FF2B5EF4-FFF2-40B4-BE49-F238E27FC236}">
                    <a16:creationId xmlns:a16="http://schemas.microsoft.com/office/drawing/2014/main" id="{DE848E57-F2E8-9549-B322-4C3C9E4B86FE}"/>
                  </a:ext>
                </a:extLst>
              </p:cNvPr>
              <p:cNvSpPr/>
              <p:nvPr/>
            </p:nvSpPr>
            <p:spPr>
              <a:xfrm>
                <a:off x="5995899" y="3443811"/>
                <a:ext cx="292200" cy="292200"/>
              </a:xfrm>
              <a:prstGeom prst="cube">
                <a:avLst>
                  <a:gd name="adj" fmla="val 25000"/>
                </a:avLst>
              </a:prstGeom>
              <a:grpFill/>
              <a:ln w="16125" cap="flat" cmpd="sng">
                <a:solidFill>
                  <a:schemeClr val="dk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none" lIns="154775" tIns="154775" rIns="154775" bIns="15477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2370" dirty="0"/>
                  <a:t>0</a:t>
                </a:r>
                <a:endParaRPr sz="2370" dirty="0"/>
              </a:p>
            </p:txBody>
          </p:sp>
          <p:sp>
            <p:nvSpPr>
              <p:cNvPr id="23" name="Google Shape;249;p36">
                <a:extLst>
                  <a:ext uri="{FF2B5EF4-FFF2-40B4-BE49-F238E27FC236}">
                    <a16:creationId xmlns:a16="http://schemas.microsoft.com/office/drawing/2014/main" id="{85955076-83B6-ED86-1898-4ACB67BAD453}"/>
                  </a:ext>
                </a:extLst>
              </p:cNvPr>
              <p:cNvSpPr/>
              <p:nvPr/>
            </p:nvSpPr>
            <p:spPr>
              <a:xfrm>
                <a:off x="6289103" y="3443811"/>
                <a:ext cx="292200" cy="292200"/>
              </a:xfrm>
              <a:prstGeom prst="cube">
                <a:avLst>
                  <a:gd name="adj" fmla="val 25000"/>
                </a:avLst>
              </a:prstGeom>
              <a:grpFill/>
              <a:ln w="16125" cap="flat" cmpd="sng">
                <a:solidFill>
                  <a:schemeClr val="dk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none" lIns="154775" tIns="154775" rIns="154775" bIns="15477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2370" dirty="0"/>
                  <a:t>1</a:t>
                </a:r>
                <a:endParaRPr sz="2370" dirty="0"/>
              </a:p>
            </p:txBody>
          </p:sp>
        </p:grpSp>
        <p:grpSp>
          <p:nvGrpSpPr>
            <p:cNvPr id="10" name="B12">
              <a:extLst>
                <a:ext uri="{FF2B5EF4-FFF2-40B4-BE49-F238E27FC236}">
                  <a16:creationId xmlns:a16="http://schemas.microsoft.com/office/drawing/2014/main" id="{51BF3096-5EAF-5A0E-1CA8-F391FE4B0C66}"/>
                </a:ext>
              </a:extLst>
            </p:cNvPr>
            <p:cNvGrpSpPr/>
            <p:nvPr/>
          </p:nvGrpSpPr>
          <p:grpSpPr>
            <a:xfrm>
              <a:off x="1878280" y="1614135"/>
              <a:ext cx="1922623" cy="494665"/>
              <a:chOff x="5337250" y="3548750"/>
              <a:chExt cx="1135765" cy="292200"/>
            </a:xfrm>
            <a:solidFill>
              <a:srgbClr val="31EBFF"/>
            </a:solidFill>
          </p:grpSpPr>
          <p:sp>
            <p:nvSpPr>
              <p:cNvPr id="16" name="Google Shape;251;p36">
                <a:extLst>
                  <a:ext uri="{FF2B5EF4-FFF2-40B4-BE49-F238E27FC236}">
                    <a16:creationId xmlns:a16="http://schemas.microsoft.com/office/drawing/2014/main" id="{124EA52E-DDAB-F219-DC0A-73D590F1696A}"/>
                  </a:ext>
                </a:extLst>
              </p:cNvPr>
              <p:cNvSpPr/>
              <p:nvPr/>
            </p:nvSpPr>
            <p:spPr>
              <a:xfrm>
                <a:off x="5337250" y="3548750"/>
                <a:ext cx="292200" cy="292200"/>
              </a:xfrm>
              <a:prstGeom prst="cube">
                <a:avLst>
                  <a:gd name="adj" fmla="val 25000"/>
                </a:avLst>
              </a:prstGeom>
              <a:grpFill/>
              <a:ln w="16125" cap="flat" cmpd="sng">
                <a:solidFill>
                  <a:schemeClr val="dk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none" lIns="154775" tIns="154775" rIns="154775" bIns="15477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2370" dirty="0"/>
                  <a:t>0</a:t>
                </a:r>
                <a:endParaRPr sz="2370" dirty="0"/>
              </a:p>
            </p:txBody>
          </p:sp>
          <p:sp>
            <p:nvSpPr>
              <p:cNvPr id="17" name="Google Shape;252;p36">
                <a:extLst>
                  <a:ext uri="{FF2B5EF4-FFF2-40B4-BE49-F238E27FC236}">
                    <a16:creationId xmlns:a16="http://schemas.microsoft.com/office/drawing/2014/main" id="{68DE1409-6315-0FB9-91CB-2430AAF4397E}"/>
                  </a:ext>
                </a:extLst>
              </p:cNvPr>
              <p:cNvSpPr/>
              <p:nvPr/>
            </p:nvSpPr>
            <p:spPr>
              <a:xfrm>
                <a:off x="5609225" y="3548750"/>
                <a:ext cx="292200" cy="292200"/>
              </a:xfrm>
              <a:prstGeom prst="cube">
                <a:avLst>
                  <a:gd name="adj" fmla="val 25000"/>
                </a:avLst>
              </a:prstGeom>
              <a:grpFill/>
              <a:ln w="16125" cap="flat" cmpd="sng">
                <a:solidFill>
                  <a:schemeClr val="dk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none" lIns="154775" tIns="154775" rIns="154775" bIns="15477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2370" dirty="0"/>
                  <a:t>1</a:t>
                </a:r>
                <a:endParaRPr sz="2370" dirty="0"/>
              </a:p>
            </p:txBody>
          </p:sp>
          <p:sp>
            <p:nvSpPr>
              <p:cNvPr id="18" name="Google Shape;253;p36">
                <a:extLst>
                  <a:ext uri="{FF2B5EF4-FFF2-40B4-BE49-F238E27FC236}">
                    <a16:creationId xmlns:a16="http://schemas.microsoft.com/office/drawing/2014/main" id="{DC696B85-ADC5-983D-4F32-A59C3330F9F1}"/>
                  </a:ext>
                </a:extLst>
              </p:cNvPr>
              <p:cNvSpPr/>
              <p:nvPr/>
            </p:nvSpPr>
            <p:spPr>
              <a:xfrm>
                <a:off x="5887610" y="3548750"/>
                <a:ext cx="292200" cy="292200"/>
              </a:xfrm>
              <a:prstGeom prst="cube">
                <a:avLst>
                  <a:gd name="adj" fmla="val 25000"/>
                </a:avLst>
              </a:prstGeom>
              <a:grpFill/>
              <a:ln w="16125" cap="flat" cmpd="sng">
                <a:solidFill>
                  <a:schemeClr val="dk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none" lIns="154775" tIns="154775" rIns="154775" bIns="15477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2370" dirty="0"/>
                  <a:t>0</a:t>
                </a:r>
                <a:endParaRPr sz="2370" dirty="0"/>
              </a:p>
            </p:txBody>
          </p:sp>
          <p:sp>
            <p:nvSpPr>
              <p:cNvPr id="19" name="Google Shape;254;p36">
                <a:extLst>
                  <a:ext uri="{FF2B5EF4-FFF2-40B4-BE49-F238E27FC236}">
                    <a16:creationId xmlns:a16="http://schemas.microsoft.com/office/drawing/2014/main" id="{1E060282-9CBA-13C9-7CB4-CBE00A4E1276}"/>
                  </a:ext>
                </a:extLst>
              </p:cNvPr>
              <p:cNvSpPr/>
              <p:nvPr/>
            </p:nvSpPr>
            <p:spPr>
              <a:xfrm>
                <a:off x="6180815" y="3548750"/>
                <a:ext cx="292200" cy="292200"/>
              </a:xfrm>
              <a:prstGeom prst="cube">
                <a:avLst>
                  <a:gd name="adj" fmla="val 25000"/>
                </a:avLst>
              </a:prstGeom>
              <a:grpFill/>
              <a:ln w="16125" cap="flat" cmpd="sng">
                <a:solidFill>
                  <a:schemeClr val="dk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none" lIns="154775" tIns="154775" rIns="154775" bIns="15477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2370" dirty="0"/>
                  <a:t>0</a:t>
                </a:r>
                <a:endParaRPr sz="2370" dirty="0"/>
              </a:p>
            </p:txBody>
          </p:sp>
        </p:grpSp>
        <p:grpSp>
          <p:nvGrpSpPr>
            <p:cNvPr id="11" name="B11">
              <a:extLst>
                <a:ext uri="{FF2B5EF4-FFF2-40B4-BE49-F238E27FC236}">
                  <a16:creationId xmlns:a16="http://schemas.microsoft.com/office/drawing/2014/main" id="{F322A7F6-5BAE-B686-5C78-B4E6C8BA7EBA}"/>
                </a:ext>
              </a:extLst>
            </p:cNvPr>
            <p:cNvGrpSpPr/>
            <p:nvPr/>
          </p:nvGrpSpPr>
          <p:grpSpPr>
            <a:xfrm>
              <a:off x="1702691" y="1789669"/>
              <a:ext cx="1922623" cy="494665"/>
              <a:chOff x="5233523" y="3652439"/>
              <a:chExt cx="1135765" cy="292200"/>
            </a:xfrm>
            <a:solidFill>
              <a:srgbClr val="00B0F0"/>
            </a:solidFill>
          </p:grpSpPr>
          <p:sp>
            <p:nvSpPr>
              <p:cNvPr id="12" name="Google Shape;256;p36">
                <a:extLst>
                  <a:ext uri="{FF2B5EF4-FFF2-40B4-BE49-F238E27FC236}">
                    <a16:creationId xmlns:a16="http://schemas.microsoft.com/office/drawing/2014/main" id="{F213B064-57C2-80F5-ABF5-A5B43C640595}"/>
                  </a:ext>
                </a:extLst>
              </p:cNvPr>
              <p:cNvSpPr/>
              <p:nvPr/>
            </p:nvSpPr>
            <p:spPr>
              <a:xfrm>
                <a:off x="5233523" y="3652439"/>
                <a:ext cx="292200" cy="292200"/>
              </a:xfrm>
              <a:prstGeom prst="cube">
                <a:avLst>
                  <a:gd name="adj" fmla="val 25000"/>
                </a:avLst>
              </a:prstGeom>
              <a:grpFill/>
              <a:ln w="16125" cap="flat" cmpd="sng">
                <a:solidFill>
                  <a:schemeClr val="dk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154775" tIns="154775" rIns="154775" bIns="15477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2370" dirty="0"/>
                  <a:t>1</a:t>
                </a:r>
                <a:endParaRPr sz="2370" dirty="0"/>
              </a:p>
            </p:txBody>
          </p:sp>
          <p:sp>
            <p:nvSpPr>
              <p:cNvPr id="13" name="Google Shape;257;p36">
                <a:extLst>
                  <a:ext uri="{FF2B5EF4-FFF2-40B4-BE49-F238E27FC236}">
                    <a16:creationId xmlns:a16="http://schemas.microsoft.com/office/drawing/2014/main" id="{118A44A0-6D0D-3972-5525-70D47C55B047}"/>
                  </a:ext>
                </a:extLst>
              </p:cNvPr>
              <p:cNvSpPr/>
              <p:nvPr/>
            </p:nvSpPr>
            <p:spPr>
              <a:xfrm>
                <a:off x="5505498" y="3652439"/>
                <a:ext cx="292200" cy="292200"/>
              </a:xfrm>
              <a:prstGeom prst="cube">
                <a:avLst>
                  <a:gd name="adj" fmla="val 25000"/>
                </a:avLst>
              </a:prstGeom>
              <a:grpFill/>
              <a:ln w="16125" cap="flat" cmpd="sng">
                <a:solidFill>
                  <a:schemeClr val="dk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154775" tIns="154775" rIns="154775" bIns="15477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2370" dirty="0"/>
                  <a:t>0</a:t>
                </a:r>
                <a:endParaRPr sz="2370" dirty="0"/>
              </a:p>
            </p:txBody>
          </p:sp>
          <p:sp>
            <p:nvSpPr>
              <p:cNvPr id="14" name="Google Shape;258;p36">
                <a:extLst>
                  <a:ext uri="{FF2B5EF4-FFF2-40B4-BE49-F238E27FC236}">
                    <a16:creationId xmlns:a16="http://schemas.microsoft.com/office/drawing/2014/main" id="{51238528-2C01-DDE8-7E52-5C7200B10C89}"/>
                  </a:ext>
                </a:extLst>
              </p:cNvPr>
              <p:cNvSpPr/>
              <p:nvPr/>
            </p:nvSpPr>
            <p:spPr>
              <a:xfrm>
                <a:off x="5783883" y="3652439"/>
                <a:ext cx="292200" cy="292200"/>
              </a:xfrm>
              <a:prstGeom prst="cube">
                <a:avLst>
                  <a:gd name="adj" fmla="val 25000"/>
                </a:avLst>
              </a:prstGeom>
              <a:grpFill/>
              <a:ln w="16125" cap="flat" cmpd="sng">
                <a:solidFill>
                  <a:schemeClr val="dk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154775" tIns="154775" rIns="154775" bIns="15477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2370" dirty="0"/>
                  <a:t>0</a:t>
                </a:r>
                <a:endParaRPr sz="2370" dirty="0"/>
              </a:p>
            </p:txBody>
          </p:sp>
          <p:sp>
            <p:nvSpPr>
              <p:cNvPr id="15" name="Google Shape;259;p36">
                <a:extLst>
                  <a:ext uri="{FF2B5EF4-FFF2-40B4-BE49-F238E27FC236}">
                    <a16:creationId xmlns:a16="http://schemas.microsoft.com/office/drawing/2014/main" id="{810BA12F-8783-58FA-DBD6-B107A098FDA4}"/>
                  </a:ext>
                </a:extLst>
              </p:cNvPr>
              <p:cNvSpPr/>
              <p:nvPr/>
            </p:nvSpPr>
            <p:spPr>
              <a:xfrm>
                <a:off x="6077088" y="3652439"/>
                <a:ext cx="292200" cy="292200"/>
              </a:xfrm>
              <a:prstGeom prst="cube">
                <a:avLst>
                  <a:gd name="adj" fmla="val 25000"/>
                </a:avLst>
              </a:prstGeom>
              <a:grpFill/>
              <a:ln w="16125" cap="flat" cmpd="sng">
                <a:solidFill>
                  <a:schemeClr val="dk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154775" tIns="154775" rIns="154775" bIns="15477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2370" dirty="0"/>
                  <a:t>0</a:t>
                </a:r>
                <a:endParaRPr sz="2370" dirty="0"/>
              </a:p>
            </p:txBody>
          </p:sp>
        </p:grpSp>
      </p:grpSp>
      <p:grpSp>
        <p:nvGrpSpPr>
          <p:cNvPr id="45" name="Vector">
            <a:extLst>
              <a:ext uri="{FF2B5EF4-FFF2-40B4-BE49-F238E27FC236}">
                <a16:creationId xmlns:a16="http://schemas.microsoft.com/office/drawing/2014/main" id="{34C0215C-9B52-3812-0D7E-07439EC14329}"/>
              </a:ext>
            </a:extLst>
          </p:cNvPr>
          <p:cNvGrpSpPr/>
          <p:nvPr/>
        </p:nvGrpSpPr>
        <p:grpSpPr>
          <a:xfrm>
            <a:off x="751238" y="3790063"/>
            <a:ext cx="1922623" cy="494665"/>
            <a:chOff x="2015135" y="3663853"/>
            <a:chExt cx="1922623" cy="494665"/>
          </a:xfrm>
        </p:grpSpPr>
        <p:sp>
          <p:nvSpPr>
            <p:cNvPr id="41" name="Google Shape;256;p36">
              <a:extLst>
                <a:ext uri="{FF2B5EF4-FFF2-40B4-BE49-F238E27FC236}">
                  <a16:creationId xmlns:a16="http://schemas.microsoft.com/office/drawing/2014/main" id="{8C0F0F8E-BE4B-7649-792A-839699B09728}"/>
                </a:ext>
              </a:extLst>
            </p:cNvPr>
            <p:cNvSpPr/>
            <p:nvPr/>
          </p:nvSpPr>
          <p:spPr>
            <a:xfrm>
              <a:off x="2015135" y="3663853"/>
              <a:ext cx="494636" cy="494665"/>
            </a:xfrm>
            <a:prstGeom prst="cube">
              <a:avLst>
                <a:gd name="adj" fmla="val 25000"/>
              </a:avLst>
            </a:prstGeom>
            <a:solidFill>
              <a:srgbClr val="00B0F0"/>
            </a:solidFill>
            <a:ln w="161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154775" tIns="154775" rIns="154775" bIns="15477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370" dirty="0"/>
                <a:t>1</a:t>
              </a:r>
              <a:endParaRPr sz="2370" dirty="0"/>
            </a:p>
          </p:txBody>
        </p:sp>
        <p:sp>
          <p:nvSpPr>
            <p:cNvPr id="42" name="Google Shape;257;p36">
              <a:extLst>
                <a:ext uri="{FF2B5EF4-FFF2-40B4-BE49-F238E27FC236}">
                  <a16:creationId xmlns:a16="http://schemas.microsoft.com/office/drawing/2014/main" id="{7C6F29CA-4B40-B14E-6967-A3D05302801D}"/>
                </a:ext>
              </a:extLst>
            </p:cNvPr>
            <p:cNvSpPr/>
            <p:nvPr/>
          </p:nvSpPr>
          <p:spPr>
            <a:xfrm>
              <a:off x="2475534" y="3663853"/>
              <a:ext cx="494636" cy="494665"/>
            </a:xfrm>
            <a:prstGeom prst="cube">
              <a:avLst>
                <a:gd name="adj" fmla="val 25000"/>
              </a:avLst>
            </a:prstGeom>
            <a:solidFill>
              <a:srgbClr val="00B0F0"/>
            </a:solidFill>
            <a:ln w="161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154775" tIns="154775" rIns="154775" bIns="15477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370" dirty="0"/>
                <a:t>0</a:t>
              </a:r>
              <a:endParaRPr sz="2370" dirty="0"/>
            </a:p>
          </p:txBody>
        </p:sp>
        <p:sp>
          <p:nvSpPr>
            <p:cNvPr id="43" name="Google Shape;258;p36">
              <a:extLst>
                <a:ext uri="{FF2B5EF4-FFF2-40B4-BE49-F238E27FC236}">
                  <a16:creationId xmlns:a16="http://schemas.microsoft.com/office/drawing/2014/main" id="{3A435624-7649-D79C-DF21-028955F67066}"/>
                </a:ext>
              </a:extLst>
            </p:cNvPr>
            <p:cNvSpPr/>
            <p:nvPr/>
          </p:nvSpPr>
          <p:spPr>
            <a:xfrm>
              <a:off x="2946784" y="3663853"/>
              <a:ext cx="494636" cy="494665"/>
            </a:xfrm>
            <a:prstGeom prst="cube">
              <a:avLst>
                <a:gd name="adj" fmla="val 25000"/>
              </a:avLst>
            </a:prstGeom>
            <a:solidFill>
              <a:srgbClr val="00B0F0"/>
            </a:solidFill>
            <a:ln w="161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154775" tIns="154775" rIns="154775" bIns="15477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370" dirty="0"/>
                <a:t>0</a:t>
              </a:r>
              <a:endParaRPr sz="2370" dirty="0"/>
            </a:p>
          </p:txBody>
        </p:sp>
        <p:sp>
          <p:nvSpPr>
            <p:cNvPr id="44" name="Google Shape;259;p36">
              <a:extLst>
                <a:ext uri="{FF2B5EF4-FFF2-40B4-BE49-F238E27FC236}">
                  <a16:creationId xmlns:a16="http://schemas.microsoft.com/office/drawing/2014/main" id="{E6FE9EF4-8FFA-422A-860D-E45EB88700BF}"/>
                </a:ext>
              </a:extLst>
            </p:cNvPr>
            <p:cNvSpPr/>
            <p:nvPr/>
          </p:nvSpPr>
          <p:spPr>
            <a:xfrm>
              <a:off x="3443122" y="3663853"/>
              <a:ext cx="494636" cy="494665"/>
            </a:xfrm>
            <a:prstGeom prst="cube">
              <a:avLst>
                <a:gd name="adj" fmla="val 25000"/>
              </a:avLst>
            </a:prstGeom>
            <a:solidFill>
              <a:srgbClr val="00B0F0"/>
            </a:solidFill>
            <a:ln w="161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154775" tIns="154775" rIns="154775" bIns="15477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370" dirty="0"/>
                <a:t>0</a:t>
              </a:r>
              <a:endParaRPr sz="2370" dirty="0"/>
            </a:p>
          </p:txBody>
        </p:sp>
      </p:grpSp>
      <p:sp>
        <p:nvSpPr>
          <p:cNvPr id="46" name="Text Placeholder 3">
            <a:extLst>
              <a:ext uri="{FF2B5EF4-FFF2-40B4-BE49-F238E27FC236}">
                <a16:creationId xmlns:a16="http://schemas.microsoft.com/office/drawing/2014/main" id="{AA02C738-23E2-DA8D-D9B5-FFDB70911A90}"/>
              </a:ext>
            </a:extLst>
          </p:cNvPr>
          <p:cNvSpPr txBox="1">
            <a:spLocks/>
          </p:cNvSpPr>
          <p:nvPr/>
        </p:nvSpPr>
        <p:spPr>
          <a:xfrm>
            <a:off x="367922" y="2693521"/>
            <a:ext cx="2676701" cy="4587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 fontScale="92500" lnSpcReduction="20000"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114300" indent="0">
              <a:buNone/>
            </a:pPr>
            <a:r>
              <a:rPr lang="en-US" sz="1900" dirty="0"/>
              <a:t>Order 1 tensor (vector)</a:t>
            </a:r>
          </a:p>
          <a:p>
            <a:endParaRPr lang="en-US" dirty="0"/>
          </a:p>
        </p:txBody>
      </p:sp>
      <p:sp>
        <p:nvSpPr>
          <p:cNvPr id="47" name="Text Placeholder 3">
            <a:extLst>
              <a:ext uri="{FF2B5EF4-FFF2-40B4-BE49-F238E27FC236}">
                <a16:creationId xmlns:a16="http://schemas.microsoft.com/office/drawing/2014/main" id="{5BB0BEFB-DC1F-A656-023B-2B3F2BD2A1B4}"/>
              </a:ext>
            </a:extLst>
          </p:cNvPr>
          <p:cNvSpPr txBox="1">
            <a:spLocks/>
          </p:cNvSpPr>
          <p:nvPr/>
        </p:nvSpPr>
        <p:spPr>
          <a:xfrm>
            <a:off x="3233649" y="2693521"/>
            <a:ext cx="2676701" cy="4587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 fontScale="92500" lnSpcReduction="20000"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114300" indent="0">
              <a:buNone/>
            </a:pPr>
            <a:r>
              <a:rPr lang="en-US" sz="1900" dirty="0"/>
              <a:t>Order 2 tensor (matrix)</a:t>
            </a:r>
          </a:p>
          <a:p>
            <a:endParaRPr lang="en-US" dirty="0"/>
          </a:p>
        </p:txBody>
      </p:sp>
      <p:grpSp>
        <p:nvGrpSpPr>
          <p:cNvPr id="56" name="Matrix">
            <a:extLst>
              <a:ext uri="{FF2B5EF4-FFF2-40B4-BE49-F238E27FC236}">
                <a16:creationId xmlns:a16="http://schemas.microsoft.com/office/drawing/2014/main" id="{88F55EFF-43AE-14F7-1EF9-5FE6E2C2C321}"/>
              </a:ext>
            </a:extLst>
          </p:cNvPr>
          <p:cNvGrpSpPr/>
          <p:nvPr/>
        </p:nvGrpSpPr>
        <p:grpSpPr>
          <a:xfrm>
            <a:off x="3421824" y="3603292"/>
            <a:ext cx="1926475" cy="928769"/>
            <a:chOff x="3421824" y="3603292"/>
            <a:chExt cx="1926475" cy="928769"/>
          </a:xfrm>
        </p:grpSpPr>
        <p:sp>
          <p:nvSpPr>
            <p:cNvPr id="48" name="Google Shape;241;p36">
              <a:extLst>
                <a:ext uri="{FF2B5EF4-FFF2-40B4-BE49-F238E27FC236}">
                  <a16:creationId xmlns:a16="http://schemas.microsoft.com/office/drawing/2014/main" id="{07EC708E-8E73-BB44-5357-0BAE8FF2BD71}"/>
                </a:ext>
              </a:extLst>
            </p:cNvPr>
            <p:cNvSpPr/>
            <p:nvPr/>
          </p:nvSpPr>
          <p:spPr>
            <a:xfrm>
              <a:off x="3421824" y="4037396"/>
              <a:ext cx="494636" cy="494665"/>
            </a:xfrm>
            <a:prstGeom prst="cube">
              <a:avLst>
                <a:gd name="adj" fmla="val 25000"/>
              </a:avLst>
            </a:prstGeom>
            <a:solidFill>
              <a:srgbClr val="002060"/>
            </a:solidFill>
            <a:ln w="161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none" lIns="154775" tIns="154775" rIns="154775" bIns="15477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370" dirty="0"/>
                <a:t>1	</a:t>
              </a:r>
              <a:endParaRPr sz="2370" dirty="0"/>
            </a:p>
          </p:txBody>
        </p:sp>
        <p:sp>
          <p:nvSpPr>
            <p:cNvPr id="49" name="Google Shape;242;p36">
              <a:extLst>
                <a:ext uri="{FF2B5EF4-FFF2-40B4-BE49-F238E27FC236}">
                  <a16:creationId xmlns:a16="http://schemas.microsoft.com/office/drawing/2014/main" id="{F0E1AD76-D864-BAFF-4D46-7B3866F41904}"/>
                </a:ext>
              </a:extLst>
            </p:cNvPr>
            <p:cNvSpPr/>
            <p:nvPr/>
          </p:nvSpPr>
          <p:spPr>
            <a:xfrm>
              <a:off x="3882223" y="4037396"/>
              <a:ext cx="494636" cy="494665"/>
            </a:xfrm>
            <a:prstGeom prst="cube">
              <a:avLst>
                <a:gd name="adj" fmla="val 25000"/>
              </a:avLst>
            </a:prstGeom>
            <a:solidFill>
              <a:srgbClr val="002060"/>
            </a:solidFill>
            <a:ln w="161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none" lIns="154775" tIns="154775" rIns="154775" bIns="15477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370" dirty="0"/>
                <a:t>2</a:t>
              </a:r>
              <a:endParaRPr sz="2370" dirty="0"/>
            </a:p>
          </p:txBody>
        </p:sp>
        <p:sp>
          <p:nvSpPr>
            <p:cNvPr id="50" name="Google Shape;243;p36">
              <a:extLst>
                <a:ext uri="{FF2B5EF4-FFF2-40B4-BE49-F238E27FC236}">
                  <a16:creationId xmlns:a16="http://schemas.microsoft.com/office/drawing/2014/main" id="{A8A35A9B-AA02-3E72-C253-14C300D6BDF2}"/>
                </a:ext>
              </a:extLst>
            </p:cNvPr>
            <p:cNvSpPr/>
            <p:nvPr/>
          </p:nvSpPr>
          <p:spPr>
            <a:xfrm>
              <a:off x="4353473" y="4037396"/>
              <a:ext cx="494636" cy="494665"/>
            </a:xfrm>
            <a:prstGeom prst="cube">
              <a:avLst>
                <a:gd name="adj" fmla="val 25000"/>
              </a:avLst>
            </a:prstGeom>
            <a:solidFill>
              <a:srgbClr val="002060"/>
            </a:solidFill>
            <a:ln w="161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none" lIns="154775" tIns="154775" rIns="154775" bIns="15477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370" dirty="0"/>
                <a:t>3</a:t>
              </a:r>
              <a:endParaRPr sz="2370" dirty="0"/>
            </a:p>
          </p:txBody>
        </p:sp>
        <p:sp>
          <p:nvSpPr>
            <p:cNvPr id="51" name="Google Shape;244;p36">
              <a:extLst>
                <a:ext uri="{FF2B5EF4-FFF2-40B4-BE49-F238E27FC236}">
                  <a16:creationId xmlns:a16="http://schemas.microsoft.com/office/drawing/2014/main" id="{07D4926A-60DB-29E7-62EC-261351AF31E3}"/>
                </a:ext>
              </a:extLst>
            </p:cNvPr>
            <p:cNvSpPr/>
            <p:nvPr/>
          </p:nvSpPr>
          <p:spPr>
            <a:xfrm>
              <a:off x="4849811" y="4037396"/>
              <a:ext cx="494636" cy="494665"/>
            </a:xfrm>
            <a:prstGeom prst="cube">
              <a:avLst>
                <a:gd name="adj" fmla="val 25000"/>
              </a:avLst>
            </a:prstGeom>
            <a:solidFill>
              <a:srgbClr val="002060"/>
            </a:solidFill>
            <a:ln w="161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none" lIns="154775" tIns="154775" rIns="154775" bIns="15477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370" dirty="0"/>
                <a:t>4</a:t>
              </a:r>
              <a:endParaRPr sz="2370" dirty="0"/>
            </a:p>
          </p:txBody>
        </p:sp>
        <p:sp>
          <p:nvSpPr>
            <p:cNvPr id="52" name="Google Shape;256;p36">
              <a:extLst>
                <a:ext uri="{FF2B5EF4-FFF2-40B4-BE49-F238E27FC236}">
                  <a16:creationId xmlns:a16="http://schemas.microsoft.com/office/drawing/2014/main" id="{9B38D970-766D-5755-3512-651ACF6D9F14}"/>
                </a:ext>
              </a:extLst>
            </p:cNvPr>
            <p:cNvSpPr/>
            <p:nvPr/>
          </p:nvSpPr>
          <p:spPr>
            <a:xfrm>
              <a:off x="3425676" y="3603292"/>
              <a:ext cx="494636" cy="494665"/>
            </a:xfrm>
            <a:prstGeom prst="cube">
              <a:avLst>
                <a:gd name="adj" fmla="val 25000"/>
              </a:avLst>
            </a:prstGeom>
            <a:solidFill>
              <a:srgbClr val="00B0F0"/>
            </a:solidFill>
            <a:ln w="161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154775" tIns="154775" rIns="154775" bIns="15477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370" dirty="0"/>
                <a:t>1</a:t>
              </a:r>
              <a:endParaRPr sz="2370" dirty="0"/>
            </a:p>
          </p:txBody>
        </p:sp>
        <p:sp>
          <p:nvSpPr>
            <p:cNvPr id="53" name="Google Shape;257;p36">
              <a:extLst>
                <a:ext uri="{FF2B5EF4-FFF2-40B4-BE49-F238E27FC236}">
                  <a16:creationId xmlns:a16="http://schemas.microsoft.com/office/drawing/2014/main" id="{ECA33577-091E-C2C4-7D00-6F6150A487B5}"/>
                </a:ext>
              </a:extLst>
            </p:cNvPr>
            <p:cNvSpPr/>
            <p:nvPr/>
          </p:nvSpPr>
          <p:spPr>
            <a:xfrm>
              <a:off x="3886075" y="3603292"/>
              <a:ext cx="494636" cy="494665"/>
            </a:xfrm>
            <a:prstGeom prst="cube">
              <a:avLst>
                <a:gd name="adj" fmla="val 25000"/>
              </a:avLst>
            </a:prstGeom>
            <a:solidFill>
              <a:srgbClr val="00B0F0"/>
            </a:solidFill>
            <a:ln w="161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154775" tIns="154775" rIns="154775" bIns="15477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370" dirty="0"/>
                <a:t>0</a:t>
              </a:r>
              <a:endParaRPr sz="2370" dirty="0"/>
            </a:p>
          </p:txBody>
        </p:sp>
        <p:sp>
          <p:nvSpPr>
            <p:cNvPr id="54" name="Google Shape;258;p36">
              <a:extLst>
                <a:ext uri="{FF2B5EF4-FFF2-40B4-BE49-F238E27FC236}">
                  <a16:creationId xmlns:a16="http://schemas.microsoft.com/office/drawing/2014/main" id="{B6BCA865-0A45-B75A-F05B-299EDB49D2CE}"/>
                </a:ext>
              </a:extLst>
            </p:cNvPr>
            <p:cNvSpPr/>
            <p:nvPr/>
          </p:nvSpPr>
          <p:spPr>
            <a:xfrm>
              <a:off x="4357325" y="3603292"/>
              <a:ext cx="494636" cy="494665"/>
            </a:xfrm>
            <a:prstGeom prst="cube">
              <a:avLst>
                <a:gd name="adj" fmla="val 25000"/>
              </a:avLst>
            </a:prstGeom>
            <a:solidFill>
              <a:srgbClr val="00B0F0"/>
            </a:solidFill>
            <a:ln w="161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154775" tIns="154775" rIns="154775" bIns="15477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370" dirty="0"/>
                <a:t>0</a:t>
              </a:r>
              <a:endParaRPr sz="2370" dirty="0"/>
            </a:p>
          </p:txBody>
        </p:sp>
        <p:sp>
          <p:nvSpPr>
            <p:cNvPr id="55" name="Google Shape;259;p36">
              <a:extLst>
                <a:ext uri="{FF2B5EF4-FFF2-40B4-BE49-F238E27FC236}">
                  <a16:creationId xmlns:a16="http://schemas.microsoft.com/office/drawing/2014/main" id="{790D91E0-1102-2799-1F43-8BB52B427CD8}"/>
                </a:ext>
              </a:extLst>
            </p:cNvPr>
            <p:cNvSpPr/>
            <p:nvPr/>
          </p:nvSpPr>
          <p:spPr>
            <a:xfrm>
              <a:off x="4853663" y="3603292"/>
              <a:ext cx="494636" cy="494665"/>
            </a:xfrm>
            <a:prstGeom prst="cube">
              <a:avLst>
                <a:gd name="adj" fmla="val 25000"/>
              </a:avLst>
            </a:prstGeom>
            <a:solidFill>
              <a:srgbClr val="00B0F0"/>
            </a:solidFill>
            <a:ln w="161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154775" tIns="154775" rIns="154775" bIns="15477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370" dirty="0"/>
                <a:t>0</a:t>
              </a:r>
              <a:endParaRPr sz="2370" dirty="0"/>
            </a:p>
          </p:txBody>
        </p:sp>
      </p:grpSp>
      <p:sp>
        <p:nvSpPr>
          <p:cNvPr id="57" name="Text Placeholder 3">
            <a:extLst>
              <a:ext uri="{FF2B5EF4-FFF2-40B4-BE49-F238E27FC236}">
                <a16:creationId xmlns:a16="http://schemas.microsoft.com/office/drawing/2014/main" id="{A2477809-A70A-3387-A38D-0D28AB3AA5BC}"/>
              </a:ext>
            </a:extLst>
          </p:cNvPr>
          <p:cNvSpPr txBox="1">
            <a:spLocks/>
          </p:cNvSpPr>
          <p:nvPr/>
        </p:nvSpPr>
        <p:spPr>
          <a:xfrm>
            <a:off x="6421586" y="2693520"/>
            <a:ext cx="1940726" cy="4587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 fontScale="92500" lnSpcReduction="20000"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114300" indent="0">
              <a:buNone/>
            </a:pPr>
            <a:r>
              <a:rPr lang="en-US" sz="1900" dirty="0"/>
              <a:t>Order 3 tensor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1359229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30" name="B23"/>
          <p:cNvGrpSpPr/>
          <p:nvPr/>
        </p:nvGrpSpPr>
        <p:grpSpPr>
          <a:xfrm>
            <a:off x="1226164" y="3635196"/>
            <a:ext cx="1922623" cy="494665"/>
            <a:chOff x="5445539" y="3736111"/>
            <a:chExt cx="1135765" cy="292200"/>
          </a:xfrm>
          <a:solidFill>
            <a:srgbClr val="4285F4"/>
          </a:solidFill>
        </p:grpSpPr>
        <p:sp>
          <p:nvSpPr>
            <p:cNvPr id="231" name="Google Shape;231;p36"/>
            <p:cNvSpPr/>
            <p:nvPr/>
          </p:nvSpPr>
          <p:spPr>
            <a:xfrm>
              <a:off x="5445539" y="3736111"/>
              <a:ext cx="292200" cy="292200"/>
            </a:xfrm>
            <a:prstGeom prst="cube">
              <a:avLst>
                <a:gd name="adj" fmla="val 25000"/>
              </a:avLst>
            </a:prstGeom>
            <a:grpFill/>
            <a:ln w="161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none" lIns="154775" tIns="154775" rIns="154775" bIns="15477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370" dirty="0"/>
                <a:t>5</a:t>
              </a:r>
              <a:endParaRPr sz="2370" dirty="0"/>
            </a:p>
          </p:txBody>
        </p:sp>
        <p:sp>
          <p:nvSpPr>
            <p:cNvPr id="232" name="Google Shape;232;p36"/>
            <p:cNvSpPr/>
            <p:nvPr/>
          </p:nvSpPr>
          <p:spPr>
            <a:xfrm>
              <a:off x="5717514" y="3736111"/>
              <a:ext cx="292200" cy="292200"/>
            </a:xfrm>
            <a:prstGeom prst="cube">
              <a:avLst>
                <a:gd name="adj" fmla="val 25000"/>
              </a:avLst>
            </a:prstGeom>
            <a:grpFill/>
            <a:ln w="161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none" lIns="154775" tIns="154775" rIns="154775" bIns="15477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370" dirty="0"/>
                <a:t>-6</a:t>
              </a:r>
              <a:endParaRPr sz="2370" dirty="0"/>
            </a:p>
          </p:txBody>
        </p:sp>
        <p:sp>
          <p:nvSpPr>
            <p:cNvPr id="233" name="Google Shape;233;p36"/>
            <p:cNvSpPr/>
            <p:nvPr/>
          </p:nvSpPr>
          <p:spPr>
            <a:xfrm>
              <a:off x="5995899" y="3736111"/>
              <a:ext cx="292200" cy="292200"/>
            </a:xfrm>
            <a:prstGeom prst="cube">
              <a:avLst>
                <a:gd name="adj" fmla="val 25000"/>
              </a:avLst>
            </a:prstGeom>
            <a:grpFill/>
            <a:ln w="161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none" lIns="154775" tIns="154775" rIns="154775" bIns="15477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370" dirty="0"/>
                <a:t>-7</a:t>
              </a:r>
              <a:endParaRPr sz="2370" dirty="0"/>
            </a:p>
          </p:txBody>
        </p:sp>
        <p:sp>
          <p:nvSpPr>
            <p:cNvPr id="234" name="Google Shape;234;p36"/>
            <p:cNvSpPr/>
            <p:nvPr/>
          </p:nvSpPr>
          <p:spPr>
            <a:xfrm>
              <a:off x="6289103" y="3736111"/>
              <a:ext cx="292200" cy="292200"/>
            </a:xfrm>
            <a:prstGeom prst="cube">
              <a:avLst>
                <a:gd name="adj" fmla="val 25000"/>
              </a:avLst>
            </a:prstGeom>
            <a:grpFill/>
            <a:ln w="161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none" lIns="154775" tIns="154775" rIns="154775" bIns="15477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370" dirty="0"/>
                <a:t>8</a:t>
              </a:r>
              <a:endParaRPr sz="2370" dirty="0"/>
            </a:p>
          </p:txBody>
        </p:sp>
      </p:grpSp>
      <p:grpSp>
        <p:nvGrpSpPr>
          <p:cNvPr id="235" name="B22"/>
          <p:cNvGrpSpPr/>
          <p:nvPr/>
        </p:nvGrpSpPr>
        <p:grpSpPr>
          <a:xfrm>
            <a:off x="1042853" y="3812847"/>
            <a:ext cx="1922623" cy="494665"/>
            <a:chOff x="5337250" y="3841050"/>
            <a:chExt cx="1135765" cy="292200"/>
          </a:xfrm>
          <a:solidFill>
            <a:srgbClr val="0D5BDC"/>
          </a:solidFill>
        </p:grpSpPr>
        <p:sp>
          <p:nvSpPr>
            <p:cNvPr id="236" name="Google Shape;236;p36"/>
            <p:cNvSpPr/>
            <p:nvPr/>
          </p:nvSpPr>
          <p:spPr>
            <a:xfrm>
              <a:off x="5337250" y="3841050"/>
              <a:ext cx="292200" cy="292200"/>
            </a:xfrm>
            <a:prstGeom prst="cube">
              <a:avLst>
                <a:gd name="adj" fmla="val 25000"/>
              </a:avLst>
            </a:prstGeom>
            <a:grpFill/>
            <a:ln w="161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none" lIns="154775" tIns="154775" rIns="154775" bIns="15477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370" dirty="0"/>
                <a:t>-1</a:t>
              </a:r>
              <a:endParaRPr sz="2370" dirty="0"/>
            </a:p>
          </p:txBody>
        </p:sp>
        <p:sp>
          <p:nvSpPr>
            <p:cNvPr id="237" name="Google Shape;237;p36"/>
            <p:cNvSpPr/>
            <p:nvPr/>
          </p:nvSpPr>
          <p:spPr>
            <a:xfrm>
              <a:off x="5609225" y="3841050"/>
              <a:ext cx="292200" cy="292200"/>
            </a:xfrm>
            <a:prstGeom prst="cube">
              <a:avLst>
                <a:gd name="adj" fmla="val 25000"/>
              </a:avLst>
            </a:prstGeom>
            <a:grpFill/>
            <a:ln w="161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none" lIns="154775" tIns="154775" rIns="154775" bIns="15477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370" dirty="0"/>
                <a:t>-2</a:t>
              </a:r>
              <a:endParaRPr sz="2370" dirty="0"/>
            </a:p>
          </p:txBody>
        </p:sp>
        <p:sp>
          <p:nvSpPr>
            <p:cNvPr id="238" name="Google Shape;238;p36"/>
            <p:cNvSpPr/>
            <p:nvPr/>
          </p:nvSpPr>
          <p:spPr>
            <a:xfrm>
              <a:off x="5887610" y="3841050"/>
              <a:ext cx="292200" cy="292200"/>
            </a:xfrm>
            <a:prstGeom prst="cube">
              <a:avLst>
                <a:gd name="adj" fmla="val 25000"/>
              </a:avLst>
            </a:prstGeom>
            <a:grpFill/>
            <a:ln w="161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none" lIns="154775" tIns="154775" rIns="154775" bIns="15477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370" dirty="0"/>
                <a:t>-3</a:t>
              </a:r>
              <a:endParaRPr sz="2370" dirty="0"/>
            </a:p>
          </p:txBody>
        </p:sp>
        <p:sp>
          <p:nvSpPr>
            <p:cNvPr id="239" name="Google Shape;239;p36"/>
            <p:cNvSpPr/>
            <p:nvPr/>
          </p:nvSpPr>
          <p:spPr>
            <a:xfrm>
              <a:off x="6180815" y="3841050"/>
              <a:ext cx="292200" cy="292200"/>
            </a:xfrm>
            <a:prstGeom prst="cube">
              <a:avLst>
                <a:gd name="adj" fmla="val 25000"/>
              </a:avLst>
            </a:prstGeom>
            <a:grpFill/>
            <a:ln w="161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none" lIns="154775" tIns="154775" rIns="154775" bIns="15477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370" dirty="0"/>
                <a:t>-4</a:t>
              </a:r>
              <a:endParaRPr sz="2370" dirty="0"/>
            </a:p>
          </p:txBody>
        </p:sp>
      </p:grpSp>
      <p:grpSp>
        <p:nvGrpSpPr>
          <p:cNvPr id="240" name="B21"/>
          <p:cNvGrpSpPr/>
          <p:nvPr/>
        </p:nvGrpSpPr>
        <p:grpSpPr>
          <a:xfrm>
            <a:off x="867263" y="3988381"/>
            <a:ext cx="1922623" cy="494665"/>
            <a:chOff x="5233523" y="3944739"/>
            <a:chExt cx="1135765" cy="292200"/>
          </a:xfrm>
          <a:solidFill>
            <a:srgbClr val="002060"/>
          </a:solidFill>
        </p:grpSpPr>
        <p:sp>
          <p:nvSpPr>
            <p:cNvPr id="241" name="Google Shape;241;p36"/>
            <p:cNvSpPr/>
            <p:nvPr/>
          </p:nvSpPr>
          <p:spPr>
            <a:xfrm>
              <a:off x="5233523" y="3944739"/>
              <a:ext cx="292200" cy="292200"/>
            </a:xfrm>
            <a:prstGeom prst="cube">
              <a:avLst>
                <a:gd name="adj" fmla="val 25000"/>
              </a:avLst>
            </a:prstGeom>
            <a:grpFill/>
            <a:ln w="161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none" lIns="154775" tIns="154775" rIns="154775" bIns="15477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370" dirty="0"/>
                <a:t>1	</a:t>
              </a:r>
              <a:endParaRPr sz="2370" dirty="0"/>
            </a:p>
          </p:txBody>
        </p:sp>
        <p:sp>
          <p:nvSpPr>
            <p:cNvPr id="242" name="Google Shape;242;p36"/>
            <p:cNvSpPr/>
            <p:nvPr/>
          </p:nvSpPr>
          <p:spPr>
            <a:xfrm>
              <a:off x="5505498" y="3944739"/>
              <a:ext cx="292200" cy="292200"/>
            </a:xfrm>
            <a:prstGeom prst="cube">
              <a:avLst>
                <a:gd name="adj" fmla="val 25000"/>
              </a:avLst>
            </a:prstGeom>
            <a:grpFill/>
            <a:ln w="161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none" lIns="154775" tIns="154775" rIns="154775" bIns="15477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370" dirty="0"/>
                <a:t>2</a:t>
              </a:r>
              <a:endParaRPr sz="2370" dirty="0"/>
            </a:p>
          </p:txBody>
        </p:sp>
        <p:sp>
          <p:nvSpPr>
            <p:cNvPr id="243" name="Google Shape;243;p36"/>
            <p:cNvSpPr/>
            <p:nvPr/>
          </p:nvSpPr>
          <p:spPr>
            <a:xfrm>
              <a:off x="5783883" y="3944739"/>
              <a:ext cx="292200" cy="292200"/>
            </a:xfrm>
            <a:prstGeom prst="cube">
              <a:avLst>
                <a:gd name="adj" fmla="val 25000"/>
              </a:avLst>
            </a:prstGeom>
            <a:grpFill/>
            <a:ln w="161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none" lIns="154775" tIns="154775" rIns="154775" bIns="15477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370" dirty="0"/>
                <a:t>3</a:t>
              </a:r>
              <a:endParaRPr sz="2370" dirty="0"/>
            </a:p>
          </p:txBody>
        </p:sp>
        <p:sp>
          <p:nvSpPr>
            <p:cNvPr id="244" name="Google Shape;244;p36"/>
            <p:cNvSpPr/>
            <p:nvPr/>
          </p:nvSpPr>
          <p:spPr>
            <a:xfrm>
              <a:off x="6077088" y="3944739"/>
              <a:ext cx="292200" cy="292200"/>
            </a:xfrm>
            <a:prstGeom prst="cube">
              <a:avLst>
                <a:gd name="adj" fmla="val 25000"/>
              </a:avLst>
            </a:prstGeom>
            <a:grpFill/>
            <a:ln w="161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none" lIns="154775" tIns="154775" rIns="154775" bIns="15477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370" dirty="0"/>
                <a:t>4</a:t>
              </a:r>
              <a:endParaRPr sz="2370" dirty="0"/>
            </a:p>
          </p:txBody>
        </p:sp>
      </p:grpSp>
      <p:grpSp>
        <p:nvGrpSpPr>
          <p:cNvPr id="245" name="B13"/>
          <p:cNvGrpSpPr/>
          <p:nvPr/>
        </p:nvGrpSpPr>
        <p:grpSpPr>
          <a:xfrm>
            <a:off x="1230015" y="3201092"/>
            <a:ext cx="1922623" cy="494665"/>
            <a:chOff x="5445539" y="3443811"/>
            <a:chExt cx="1135765" cy="292200"/>
          </a:xfrm>
          <a:solidFill>
            <a:srgbClr val="76F2FF"/>
          </a:solidFill>
        </p:grpSpPr>
        <p:sp>
          <p:nvSpPr>
            <p:cNvPr id="246" name="Google Shape;246;p36"/>
            <p:cNvSpPr/>
            <p:nvPr/>
          </p:nvSpPr>
          <p:spPr>
            <a:xfrm>
              <a:off x="5445539" y="3443811"/>
              <a:ext cx="292200" cy="292200"/>
            </a:xfrm>
            <a:prstGeom prst="cube">
              <a:avLst>
                <a:gd name="adj" fmla="val 25000"/>
              </a:avLst>
            </a:prstGeom>
            <a:grpFill/>
            <a:ln w="161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none" lIns="154775" tIns="154775" rIns="154775" bIns="15477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370" dirty="0"/>
                <a:t>0</a:t>
              </a:r>
              <a:endParaRPr sz="2370" dirty="0"/>
            </a:p>
          </p:txBody>
        </p:sp>
        <p:sp>
          <p:nvSpPr>
            <p:cNvPr id="247" name="Google Shape;247;p36"/>
            <p:cNvSpPr/>
            <p:nvPr/>
          </p:nvSpPr>
          <p:spPr>
            <a:xfrm>
              <a:off x="5717514" y="3443811"/>
              <a:ext cx="292200" cy="292200"/>
            </a:xfrm>
            <a:prstGeom prst="cube">
              <a:avLst>
                <a:gd name="adj" fmla="val 25000"/>
              </a:avLst>
            </a:prstGeom>
            <a:grpFill/>
            <a:ln w="161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none" lIns="154775" tIns="154775" rIns="154775" bIns="15477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370" dirty="0"/>
                <a:t>0</a:t>
              </a:r>
              <a:endParaRPr sz="2370" dirty="0"/>
            </a:p>
          </p:txBody>
        </p:sp>
        <p:sp>
          <p:nvSpPr>
            <p:cNvPr id="248" name="Google Shape;248;p36"/>
            <p:cNvSpPr/>
            <p:nvPr/>
          </p:nvSpPr>
          <p:spPr>
            <a:xfrm>
              <a:off x="5995899" y="3443811"/>
              <a:ext cx="292200" cy="292200"/>
            </a:xfrm>
            <a:prstGeom prst="cube">
              <a:avLst>
                <a:gd name="adj" fmla="val 25000"/>
              </a:avLst>
            </a:prstGeom>
            <a:grpFill/>
            <a:ln w="161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none" lIns="154775" tIns="154775" rIns="154775" bIns="15477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370" dirty="0"/>
                <a:t>0</a:t>
              </a:r>
              <a:endParaRPr sz="2370" dirty="0"/>
            </a:p>
          </p:txBody>
        </p:sp>
        <p:sp>
          <p:nvSpPr>
            <p:cNvPr id="249" name="Google Shape;249;p36"/>
            <p:cNvSpPr/>
            <p:nvPr/>
          </p:nvSpPr>
          <p:spPr>
            <a:xfrm>
              <a:off x="6289103" y="3443811"/>
              <a:ext cx="292200" cy="292200"/>
            </a:xfrm>
            <a:prstGeom prst="cube">
              <a:avLst>
                <a:gd name="adj" fmla="val 25000"/>
              </a:avLst>
            </a:prstGeom>
            <a:grpFill/>
            <a:ln w="161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none" lIns="154775" tIns="154775" rIns="154775" bIns="15477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370" dirty="0"/>
                <a:t>1</a:t>
              </a:r>
              <a:endParaRPr sz="2370" dirty="0"/>
            </a:p>
          </p:txBody>
        </p:sp>
      </p:grpSp>
      <p:grpSp>
        <p:nvGrpSpPr>
          <p:cNvPr id="250" name="B12"/>
          <p:cNvGrpSpPr/>
          <p:nvPr/>
        </p:nvGrpSpPr>
        <p:grpSpPr>
          <a:xfrm>
            <a:off x="1046704" y="3378743"/>
            <a:ext cx="1922623" cy="494665"/>
            <a:chOff x="5337250" y="3548750"/>
            <a:chExt cx="1135765" cy="292200"/>
          </a:xfrm>
          <a:solidFill>
            <a:srgbClr val="31EBFF"/>
          </a:solidFill>
        </p:grpSpPr>
        <p:sp>
          <p:nvSpPr>
            <p:cNvPr id="251" name="Google Shape;251;p36"/>
            <p:cNvSpPr/>
            <p:nvPr/>
          </p:nvSpPr>
          <p:spPr>
            <a:xfrm>
              <a:off x="5337250" y="3548750"/>
              <a:ext cx="292200" cy="292200"/>
            </a:xfrm>
            <a:prstGeom prst="cube">
              <a:avLst>
                <a:gd name="adj" fmla="val 25000"/>
              </a:avLst>
            </a:prstGeom>
            <a:grpFill/>
            <a:ln w="161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none" lIns="154775" tIns="154775" rIns="154775" bIns="15477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370" dirty="0"/>
                <a:t>0</a:t>
              </a:r>
              <a:endParaRPr sz="2370" dirty="0"/>
            </a:p>
          </p:txBody>
        </p:sp>
        <p:sp>
          <p:nvSpPr>
            <p:cNvPr id="252" name="Google Shape;252;p36"/>
            <p:cNvSpPr/>
            <p:nvPr/>
          </p:nvSpPr>
          <p:spPr>
            <a:xfrm>
              <a:off x="5609225" y="3548750"/>
              <a:ext cx="292200" cy="292200"/>
            </a:xfrm>
            <a:prstGeom prst="cube">
              <a:avLst>
                <a:gd name="adj" fmla="val 25000"/>
              </a:avLst>
            </a:prstGeom>
            <a:grpFill/>
            <a:ln w="161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none" lIns="154775" tIns="154775" rIns="154775" bIns="15477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370" dirty="0"/>
                <a:t>1</a:t>
              </a:r>
              <a:endParaRPr sz="2370" dirty="0"/>
            </a:p>
          </p:txBody>
        </p:sp>
        <p:sp>
          <p:nvSpPr>
            <p:cNvPr id="253" name="Google Shape;253;p36"/>
            <p:cNvSpPr/>
            <p:nvPr/>
          </p:nvSpPr>
          <p:spPr>
            <a:xfrm>
              <a:off x="5887610" y="3548750"/>
              <a:ext cx="292200" cy="292200"/>
            </a:xfrm>
            <a:prstGeom prst="cube">
              <a:avLst>
                <a:gd name="adj" fmla="val 25000"/>
              </a:avLst>
            </a:prstGeom>
            <a:grpFill/>
            <a:ln w="161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none" lIns="154775" tIns="154775" rIns="154775" bIns="15477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370" dirty="0"/>
                <a:t>0</a:t>
              </a:r>
              <a:endParaRPr sz="2370" dirty="0"/>
            </a:p>
          </p:txBody>
        </p:sp>
        <p:sp>
          <p:nvSpPr>
            <p:cNvPr id="254" name="Google Shape;254;p36"/>
            <p:cNvSpPr/>
            <p:nvPr/>
          </p:nvSpPr>
          <p:spPr>
            <a:xfrm>
              <a:off x="6180815" y="3548750"/>
              <a:ext cx="292200" cy="292200"/>
            </a:xfrm>
            <a:prstGeom prst="cube">
              <a:avLst>
                <a:gd name="adj" fmla="val 25000"/>
              </a:avLst>
            </a:prstGeom>
            <a:grpFill/>
            <a:ln w="161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none" lIns="154775" tIns="154775" rIns="154775" bIns="15477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370" dirty="0"/>
                <a:t>0</a:t>
              </a:r>
              <a:endParaRPr sz="2370" dirty="0"/>
            </a:p>
          </p:txBody>
        </p:sp>
      </p:grpSp>
      <p:grpSp>
        <p:nvGrpSpPr>
          <p:cNvPr id="255" name="B11"/>
          <p:cNvGrpSpPr/>
          <p:nvPr/>
        </p:nvGrpSpPr>
        <p:grpSpPr>
          <a:xfrm>
            <a:off x="871115" y="3554277"/>
            <a:ext cx="1922623" cy="494665"/>
            <a:chOff x="5233523" y="3652439"/>
            <a:chExt cx="1135765" cy="292200"/>
          </a:xfrm>
          <a:solidFill>
            <a:srgbClr val="00B0F0"/>
          </a:solidFill>
        </p:grpSpPr>
        <p:sp>
          <p:nvSpPr>
            <p:cNvPr id="256" name="Google Shape;256;p36"/>
            <p:cNvSpPr/>
            <p:nvPr/>
          </p:nvSpPr>
          <p:spPr>
            <a:xfrm>
              <a:off x="5233523" y="3652439"/>
              <a:ext cx="292200" cy="292200"/>
            </a:xfrm>
            <a:prstGeom prst="cube">
              <a:avLst>
                <a:gd name="adj" fmla="val 25000"/>
              </a:avLst>
            </a:prstGeom>
            <a:grpFill/>
            <a:ln w="161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154775" tIns="154775" rIns="154775" bIns="15477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370" dirty="0"/>
                <a:t>1</a:t>
              </a:r>
              <a:endParaRPr sz="2370" dirty="0"/>
            </a:p>
          </p:txBody>
        </p:sp>
        <p:sp>
          <p:nvSpPr>
            <p:cNvPr id="257" name="Google Shape;257;p36"/>
            <p:cNvSpPr/>
            <p:nvPr/>
          </p:nvSpPr>
          <p:spPr>
            <a:xfrm>
              <a:off x="5505498" y="3652439"/>
              <a:ext cx="292200" cy="292200"/>
            </a:xfrm>
            <a:prstGeom prst="cube">
              <a:avLst>
                <a:gd name="adj" fmla="val 25000"/>
              </a:avLst>
            </a:prstGeom>
            <a:grpFill/>
            <a:ln w="161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154775" tIns="154775" rIns="154775" bIns="15477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370" dirty="0"/>
                <a:t>0</a:t>
              </a:r>
              <a:endParaRPr sz="2370" dirty="0"/>
            </a:p>
          </p:txBody>
        </p:sp>
        <p:sp>
          <p:nvSpPr>
            <p:cNvPr id="258" name="Google Shape;258;p36"/>
            <p:cNvSpPr/>
            <p:nvPr/>
          </p:nvSpPr>
          <p:spPr>
            <a:xfrm>
              <a:off x="5783883" y="3652439"/>
              <a:ext cx="292200" cy="292200"/>
            </a:xfrm>
            <a:prstGeom prst="cube">
              <a:avLst>
                <a:gd name="adj" fmla="val 25000"/>
              </a:avLst>
            </a:prstGeom>
            <a:grpFill/>
            <a:ln w="161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154775" tIns="154775" rIns="154775" bIns="15477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370" dirty="0"/>
                <a:t>0</a:t>
              </a:r>
              <a:endParaRPr sz="2370" dirty="0"/>
            </a:p>
          </p:txBody>
        </p:sp>
        <p:sp>
          <p:nvSpPr>
            <p:cNvPr id="259" name="Google Shape;259;p36"/>
            <p:cNvSpPr/>
            <p:nvPr/>
          </p:nvSpPr>
          <p:spPr>
            <a:xfrm>
              <a:off x="6077088" y="3652439"/>
              <a:ext cx="292200" cy="292200"/>
            </a:xfrm>
            <a:prstGeom prst="cube">
              <a:avLst>
                <a:gd name="adj" fmla="val 25000"/>
              </a:avLst>
            </a:prstGeom>
            <a:grpFill/>
            <a:ln w="161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154775" tIns="154775" rIns="154775" bIns="15477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370" dirty="0"/>
                <a:t>0</a:t>
              </a:r>
              <a:endParaRPr sz="2370" dirty="0"/>
            </a:p>
          </p:txBody>
        </p:sp>
      </p:grpSp>
      <p:sp>
        <p:nvSpPr>
          <p:cNvPr id="11" name="P23">
            <a:extLst>
              <a:ext uri="{FF2B5EF4-FFF2-40B4-BE49-F238E27FC236}">
                <a16:creationId xmlns:a16="http://schemas.microsoft.com/office/drawing/2014/main" id="{A94BC2B6-9373-7852-5232-3DAEB6C1EE7A}"/>
              </a:ext>
            </a:extLst>
          </p:cNvPr>
          <p:cNvSpPr/>
          <p:nvPr/>
        </p:nvSpPr>
        <p:spPr>
          <a:xfrm>
            <a:off x="5453459" y="3131376"/>
            <a:ext cx="494700" cy="494700"/>
          </a:xfrm>
          <a:prstGeom prst="cube">
            <a:avLst>
              <a:gd name="adj" fmla="val 25000"/>
            </a:avLst>
          </a:prstGeom>
          <a:solidFill>
            <a:srgbClr val="A143FF"/>
          </a:solidFill>
          <a:ln w="161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none" lIns="154800" tIns="154800" rIns="154800" bIns="1548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370" dirty="0"/>
              <a:t>4</a:t>
            </a:r>
            <a:endParaRPr sz="2370" dirty="0"/>
          </a:p>
        </p:txBody>
      </p:sp>
      <p:sp>
        <p:nvSpPr>
          <p:cNvPr id="10" name="P22">
            <a:extLst>
              <a:ext uri="{FF2B5EF4-FFF2-40B4-BE49-F238E27FC236}">
                <a16:creationId xmlns:a16="http://schemas.microsoft.com/office/drawing/2014/main" id="{74053CAF-BB94-ACFB-5694-1382FA99CF1E}"/>
              </a:ext>
            </a:extLst>
          </p:cNvPr>
          <p:cNvSpPr/>
          <p:nvPr/>
        </p:nvSpPr>
        <p:spPr>
          <a:xfrm>
            <a:off x="5453459" y="3131376"/>
            <a:ext cx="494700" cy="494700"/>
          </a:xfrm>
          <a:prstGeom prst="cube">
            <a:avLst>
              <a:gd name="adj" fmla="val 25000"/>
            </a:avLst>
          </a:prstGeom>
          <a:solidFill>
            <a:srgbClr val="6600CC"/>
          </a:solidFill>
          <a:ln w="161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none" lIns="154800" tIns="154800" rIns="154800" bIns="1548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dirty="0"/>
              <a:t>-70</a:t>
            </a:r>
            <a:endParaRPr sz="1600" dirty="0"/>
          </a:p>
        </p:txBody>
      </p:sp>
      <p:sp>
        <p:nvSpPr>
          <p:cNvPr id="9" name="P21">
            <a:extLst>
              <a:ext uri="{FF2B5EF4-FFF2-40B4-BE49-F238E27FC236}">
                <a16:creationId xmlns:a16="http://schemas.microsoft.com/office/drawing/2014/main" id="{B76386D2-B8EF-1EE5-2528-5C08AF45FF42}"/>
              </a:ext>
            </a:extLst>
          </p:cNvPr>
          <p:cNvSpPr/>
          <p:nvPr/>
        </p:nvSpPr>
        <p:spPr>
          <a:xfrm>
            <a:off x="5447179" y="3131376"/>
            <a:ext cx="494700" cy="494700"/>
          </a:xfrm>
          <a:prstGeom prst="cube">
            <a:avLst>
              <a:gd name="adj" fmla="val 25000"/>
            </a:avLst>
          </a:prstGeom>
          <a:solidFill>
            <a:srgbClr val="801060"/>
          </a:solidFill>
          <a:ln w="161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none" lIns="154800" tIns="154800" rIns="154800" bIns="1548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dirty="0"/>
              <a:t>70</a:t>
            </a:r>
            <a:endParaRPr sz="1600" dirty="0"/>
          </a:p>
        </p:txBody>
      </p:sp>
      <p:sp>
        <p:nvSpPr>
          <p:cNvPr id="8" name="P13">
            <a:extLst>
              <a:ext uri="{FF2B5EF4-FFF2-40B4-BE49-F238E27FC236}">
                <a16:creationId xmlns:a16="http://schemas.microsoft.com/office/drawing/2014/main" id="{A2648998-9F83-2C36-50F2-B620E5D9951B}"/>
              </a:ext>
            </a:extLst>
          </p:cNvPr>
          <p:cNvSpPr/>
          <p:nvPr/>
        </p:nvSpPr>
        <p:spPr>
          <a:xfrm>
            <a:off x="5453459" y="3124593"/>
            <a:ext cx="494700" cy="494700"/>
          </a:xfrm>
          <a:prstGeom prst="cube">
            <a:avLst>
              <a:gd name="adj" fmla="val 25000"/>
            </a:avLst>
          </a:prstGeom>
          <a:solidFill>
            <a:srgbClr val="BB79FF"/>
          </a:solidFill>
          <a:ln w="161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54800" tIns="154800" rIns="154800" bIns="1548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370" dirty="0"/>
              <a:t>8</a:t>
            </a:r>
            <a:endParaRPr sz="2370" dirty="0"/>
          </a:p>
        </p:txBody>
      </p:sp>
      <p:sp>
        <p:nvSpPr>
          <p:cNvPr id="2" name="P12">
            <a:extLst>
              <a:ext uri="{FF2B5EF4-FFF2-40B4-BE49-F238E27FC236}">
                <a16:creationId xmlns:a16="http://schemas.microsoft.com/office/drawing/2014/main" id="{859C3D36-9D07-66C9-526A-4E00CA94F46B}"/>
              </a:ext>
            </a:extLst>
          </p:cNvPr>
          <p:cNvSpPr/>
          <p:nvPr/>
        </p:nvSpPr>
        <p:spPr>
          <a:xfrm>
            <a:off x="5459739" y="3095306"/>
            <a:ext cx="494700" cy="494700"/>
          </a:xfrm>
          <a:prstGeom prst="cube">
            <a:avLst>
              <a:gd name="adj" fmla="val 25000"/>
            </a:avLst>
          </a:prstGeom>
          <a:solidFill>
            <a:srgbClr val="B658FF"/>
          </a:solidFill>
          <a:ln w="161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none" lIns="154800" tIns="154800" rIns="154800" bIns="1548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370" dirty="0"/>
              <a:t>6</a:t>
            </a:r>
            <a:endParaRPr sz="2370" dirty="0"/>
          </a:p>
        </p:txBody>
      </p:sp>
      <p:sp>
        <p:nvSpPr>
          <p:cNvPr id="272" name="P11"/>
          <p:cNvSpPr/>
          <p:nvPr/>
        </p:nvSpPr>
        <p:spPr>
          <a:xfrm>
            <a:off x="5455674" y="3122097"/>
            <a:ext cx="494700" cy="494700"/>
          </a:xfrm>
          <a:prstGeom prst="cube">
            <a:avLst>
              <a:gd name="adj" fmla="val 25000"/>
            </a:avLst>
          </a:prstGeom>
          <a:solidFill>
            <a:srgbClr val="9642FF"/>
          </a:solidFill>
          <a:ln w="161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none" lIns="154800" tIns="154800" rIns="154800" bIns="1548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370" dirty="0">
                <a:latin typeface="+mj-lt"/>
                <a:cs typeface="Times New Roman" panose="02020603050405020304" pitchFamily="18" charset="0"/>
              </a:rPr>
              <a:t>5</a:t>
            </a:r>
            <a:endParaRPr sz="2370" dirty="0">
              <a:latin typeface="+mj-lt"/>
              <a:cs typeface="Times New Roman" panose="02020603050405020304" pitchFamily="18" charset="0"/>
            </a:endParaRPr>
          </a:p>
        </p:txBody>
      </p:sp>
      <p:sp>
        <p:nvSpPr>
          <p:cNvPr id="228" name="Google Shape;228;p3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Tensor Contraction</a:t>
            </a:r>
            <a:endParaRPr dirty="0"/>
          </a:p>
        </p:txBody>
      </p:sp>
      <p:sp>
        <p:nvSpPr>
          <p:cNvPr id="229" name="Google Shape;229;p36"/>
          <p:cNvSpPr txBox="1">
            <a:spLocks noGrp="1"/>
          </p:cNvSpPr>
          <p:nvPr>
            <p:ph type="sldNum" idx="12"/>
          </p:nvPr>
        </p:nvSpPr>
        <p:spPr>
          <a:xfrm>
            <a:off x="8595300" y="4749900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16</a:t>
            </a:fld>
            <a:endParaRPr/>
          </a:p>
        </p:txBody>
      </p:sp>
      <p:grpSp>
        <p:nvGrpSpPr>
          <p:cNvPr id="273" name="R"/>
          <p:cNvGrpSpPr/>
          <p:nvPr/>
        </p:nvGrpSpPr>
        <p:grpSpPr>
          <a:xfrm>
            <a:off x="5482849" y="1338104"/>
            <a:ext cx="461822" cy="1824274"/>
            <a:chOff x="4129763" y="1446574"/>
            <a:chExt cx="292200" cy="1154239"/>
          </a:xfrm>
          <a:solidFill>
            <a:srgbClr val="FF0000"/>
          </a:solidFill>
        </p:grpSpPr>
        <p:sp>
          <p:nvSpPr>
            <p:cNvPr id="274" name="Google Shape;274;p36"/>
            <p:cNvSpPr/>
            <p:nvPr/>
          </p:nvSpPr>
          <p:spPr>
            <a:xfrm>
              <a:off x="4129763" y="2308613"/>
              <a:ext cx="292200" cy="292200"/>
            </a:xfrm>
            <a:prstGeom prst="cube">
              <a:avLst>
                <a:gd name="adj" fmla="val 25000"/>
              </a:avLst>
            </a:prstGeom>
            <a:grpFill/>
            <a:ln w="1505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none" lIns="144500" tIns="144500" rIns="144500" bIns="14450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213" dirty="0"/>
                <a:t>8</a:t>
              </a:r>
              <a:endParaRPr sz="2213" dirty="0"/>
            </a:p>
          </p:txBody>
        </p:sp>
        <p:sp>
          <p:nvSpPr>
            <p:cNvPr id="275" name="Google Shape;275;p36"/>
            <p:cNvSpPr/>
            <p:nvPr/>
          </p:nvSpPr>
          <p:spPr>
            <a:xfrm>
              <a:off x="4129763" y="2023763"/>
              <a:ext cx="292200" cy="292200"/>
            </a:xfrm>
            <a:prstGeom prst="cube">
              <a:avLst>
                <a:gd name="adj" fmla="val 25000"/>
              </a:avLst>
            </a:prstGeom>
            <a:grpFill/>
            <a:ln w="1505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none" lIns="144500" tIns="144500" rIns="144500" bIns="14450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213" dirty="0"/>
                <a:t>7</a:t>
              </a:r>
              <a:endParaRPr sz="2213" dirty="0"/>
            </a:p>
          </p:txBody>
        </p:sp>
        <p:sp>
          <p:nvSpPr>
            <p:cNvPr id="276" name="Google Shape;276;p36"/>
            <p:cNvSpPr/>
            <p:nvPr/>
          </p:nvSpPr>
          <p:spPr>
            <a:xfrm>
              <a:off x="4129763" y="1731463"/>
              <a:ext cx="292200" cy="292200"/>
            </a:xfrm>
            <a:prstGeom prst="cube">
              <a:avLst>
                <a:gd name="adj" fmla="val 25000"/>
              </a:avLst>
            </a:prstGeom>
            <a:grpFill/>
            <a:ln w="1505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none" lIns="144500" tIns="144500" rIns="144500" bIns="14450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213" dirty="0"/>
                <a:t>6</a:t>
              </a:r>
              <a:endParaRPr sz="2213" dirty="0"/>
            </a:p>
          </p:txBody>
        </p:sp>
        <p:sp>
          <p:nvSpPr>
            <p:cNvPr id="277" name="Google Shape;277;p36"/>
            <p:cNvSpPr/>
            <p:nvPr/>
          </p:nvSpPr>
          <p:spPr>
            <a:xfrm>
              <a:off x="4129763" y="1446574"/>
              <a:ext cx="292200" cy="292200"/>
            </a:xfrm>
            <a:prstGeom prst="cube">
              <a:avLst>
                <a:gd name="adj" fmla="val 25000"/>
              </a:avLst>
            </a:prstGeom>
            <a:grpFill/>
            <a:ln w="1505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none" lIns="144500" tIns="144500" rIns="144500" bIns="14450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213" dirty="0"/>
                <a:t>5</a:t>
              </a:r>
              <a:endParaRPr sz="2213" dirty="0"/>
            </a:p>
          </p:txBody>
        </p:sp>
      </p:grpSp>
      <p:grpSp>
        <p:nvGrpSpPr>
          <p:cNvPr id="372" name="B">
            <a:extLst>
              <a:ext uri="{FF2B5EF4-FFF2-40B4-BE49-F238E27FC236}">
                <a16:creationId xmlns:a16="http://schemas.microsoft.com/office/drawing/2014/main" id="{9ED93B95-2A22-1666-A4E5-5DDF4089F4B0}"/>
              </a:ext>
            </a:extLst>
          </p:cNvPr>
          <p:cNvGrpSpPr/>
          <p:nvPr/>
        </p:nvGrpSpPr>
        <p:grpSpPr>
          <a:xfrm>
            <a:off x="861372" y="3201092"/>
            <a:ext cx="2285375" cy="1281954"/>
            <a:chOff x="1698839" y="1436484"/>
            <a:chExt cx="2285375" cy="1281954"/>
          </a:xfrm>
        </p:grpSpPr>
        <p:grpSp>
          <p:nvGrpSpPr>
            <p:cNvPr id="342" name="B23">
              <a:extLst>
                <a:ext uri="{FF2B5EF4-FFF2-40B4-BE49-F238E27FC236}">
                  <a16:creationId xmlns:a16="http://schemas.microsoft.com/office/drawing/2014/main" id="{E35F58A0-4CAE-C609-C4BA-B5505C09699A}"/>
                </a:ext>
              </a:extLst>
            </p:cNvPr>
            <p:cNvGrpSpPr/>
            <p:nvPr/>
          </p:nvGrpSpPr>
          <p:grpSpPr>
            <a:xfrm>
              <a:off x="2057740" y="1870588"/>
              <a:ext cx="1922623" cy="494665"/>
              <a:chOff x="5445539" y="3736111"/>
              <a:chExt cx="1135765" cy="292200"/>
            </a:xfrm>
            <a:solidFill>
              <a:srgbClr val="4285F4"/>
            </a:solidFill>
          </p:grpSpPr>
          <p:sp>
            <p:nvSpPr>
              <p:cNvPr id="343" name="Google Shape;231;p36">
                <a:extLst>
                  <a:ext uri="{FF2B5EF4-FFF2-40B4-BE49-F238E27FC236}">
                    <a16:creationId xmlns:a16="http://schemas.microsoft.com/office/drawing/2014/main" id="{B0983D9D-2F62-6313-6EE5-3D83D21AB171}"/>
                  </a:ext>
                </a:extLst>
              </p:cNvPr>
              <p:cNvSpPr/>
              <p:nvPr/>
            </p:nvSpPr>
            <p:spPr>
              <a:xfrm>
                <a:off x="5445539" y="3736111"/>
                <a:ext cx="292200" cy="292200"/>
              </a:xfrm>
              <a:prstGeom prst="cube">
                <a:avLst>
                  <a:gd name="adj" fmla="val 25000"/>
                </a:avLst>
              </a:prstGeom>
              <a:grpFill/>
              <a:ln w="16125" cap="flat" cmpd="sng">
                <a:solidFill>
                  <a:schemeClr val="dk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none" lIns="154775" tIns="154775" rIns="154775" bIns="15477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2370" dirty="0"/>
                  <a:t>5</a:t>
                </a:r>
                <a:endParaRPr sz="2370" dirty="0"/>
              </a:p>
            </p:txBody>
          </p:sp>
          <p:sp>
            <p:nvSpPr>
              <p:cNvPr id="344" name="Google Shape;232;p36">
                <a:extLst>
                  <a:ext uri="{FF2B5EF4-FFF2-40B4-BE49-F238E27FC236}">
                    <a16:creationId xmlns:a16="http://schemas.microsoft.com/office/drawing/2014/main" id="{76ED0F81-8B17-5CC0-2CA3-46E92CC59368}"/>
                  </a:ext>
                </a:extLst>
              </p:cNvPr>
              <p:cNvSpPr/>
              <p:nvPr/>
            </p:nvSpPr>
            <p:spPr>
              <a:xfrm>
                <a:off x="5717514" y="3736111"/>
                <a:ext cx="292200" cy="292200"/>
              </a:xfrm>
              <a:prstGeom prst="cube">
                <a:avLst>
                  <a:gd name="adj" fmla="val 25000"/>
                </a:avLst>
              </a:prstGeom>
              <a:grpFill/>
              <a:ln w="16125" cap="flat" cmpd="sng">
                <a:solidFill>
                  <a:schemeClr val="dk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none" lIns="154775" tIns="154775" rIns="154775" bIns="15477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2370" dirty="0"/>
                  <a:t>-6</a:t>
                </a:r>
                <a:endParaRPr sz="2370" dirty="0"/>
              </a:p>
            </p:txBody>
          </p:sp>
          <p:sp>
            <p:nvSpPr>
              <p:cNvPr id="345" name="Google Shape;233;p36">
                <a:extLst>
                  <a:ext uri="{FF2B5EF4-FFF2-40B4-BE49-F238E27FC236}">
                    <a16:creationId xmlns:a16="http://schemas.microsoft.com/office/drawing/2014/main" id="{5F6670BB-BB90-5A8B-9A37-7E3B52EAD900}"/>
                  </a:ext>
                </a:extLst>
              </p:cNvPr>
              <p:cNvSpPr/>
              <p:nvPr/>
            </p:nvSpPr>
            <p:spPr>
              <a:xfrm>
                <a:off x="5995899" y="3736111"/>
                <a:ext cx="292200" cy="292200"/>
              </a:xfrm>
              <a:prstGeom prst="cube">
                <a:avLst>
                  <a:gd name="adj" fmla="val 25000"/>
                </a:avLst>
              </a:prstGeom>
              <a:grpFill/>
              <a:ln w="16125" cap="flat" cmpd="sng">
                <a:solidFill>
                  <a:schemeClr val="dk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none" lIns="154775" tIns="154775" rIns="154775" bIns="15477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2370" dirty="0"/>
                  <a:t>-7</a:t>
                </a:r>
                <a:endParaRPr sz="2370" dirty="0"/>
              </a:p>
            </p:txBody>
          </p:sp>
          <p:sp>
            <p:nvSpPr>
              <p:cNvPr id="346" name="Google Shape;234;p36">
                <a:extLst>
                  <a:ext uri="{FF2B5EF4-FFF2-40B4-BE49-F238E27FC236}">
                    <a16:creationId xmlns:a16="http://schemas.microsoft.com/office/drawing/2014/main" id="{91CD21E1-6790-579C-A204-BC74ADF10FB9}"/>
                  </a:ext>
                </a:extLst>
              </p:cNvPr>
              <p:cNvSpPr/>
              <p:nvPr/>
            </p:nvSpPr>
            <p:spPr>
              <a:xfrm>
                <a:off x="6289103" y="3736111"/>
                <a:ext cx="292200" cy="292200"/>
              </a:xfrm>
              <a:prstGeom prst="cube">
                <a:avLst>
                  <a:gd name="adj" fmla="val 25000"/>
                </a:avLst>
              </a:prstGeom>
              <a:grpFill/>
              <a:ln w="16125" cap="flat" cmpd="sng">
                <a:solidFill>
                  <a:schemeClr val="dk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none" lIns="154775" tIns="154775" rIns="154775" bIns="15477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2370" dirty="0"/>
                  <a:t>8</a:t>
                </a:r>
                <a:endParaRPr sz="2370" dirty="0"/>
              </a:p>
            </p:txBody>
          </p:sp>
        </p:grpSp>
        <p:grpSp>
          <p:nvGrpSpPr>
            <p:cNvPr id="347" name="B22">
              <a:extLst>
                <a:ext uri="{FF2B5EF4-FFF2-40B4-BE49-F238E27FC236}">
                  <a16:creationId xmlns:a16="http://schemas.microsoft.com/office/drawing/2014/main" id="{224DEEC0-1821-42D1-39FC-D03F928C3FFC}"/>
                </a:ext>
              </a:extLst>
            </p:cNvPr>
            <p:cNvGrpSpPr/>
            <p:nvPr/>
          </p:nvGrpSpPr>
          <p:grpSpPr>
            <a:xfrm>
              <a:off x="1874429" y="2048239"/>
              <a:ext cx="1922623" cy="494665"/>
              <a:chOff x="5337250" y="3841050"/>
              <a:chExt cx="1135765" cy="292200"/>
            </a:xfrm>
            <a:solidFill>
              <a:srgbClr val="0D5BDC"/>
            </a:solidFill>
          </p:grpSpPr>
          <p:sp>
            <p:nvSpPr>
              <p:cNvPr id="348" name="Google Shape;236;p36">
                <a:extLst>
                  <a:ext uri="{FF2B5EF4-FFF2-40B4-BE49-F238E27FC236}">
                    <a16:creationId xmlns:a16="http://schemas.microsoft.com/office/drawing/2014/main" id="{269C4849-07D2-01BE-8859-A67AE1F8539C}"/>
                  </a:ext>
                </a:extLst>
              </p:cNvPr>
              <p:cNvSpPr/>
              <p:nvPr/>
            </p:nvSpPr>
            <p:spPr>
              <a:xfrm>
                <a:off x="5337250" y="3841050"/>
                <a:ext cx="292200" cy="292200"/>
              </a:xfrm>
              <a:prstGeom prst="cube">
                <a:avLst>
                  <a:gd name="adj" fmla="val 25000"/>
                </a:avLst>
              </a:prstGeom>
              <a:grpFill/>
              <a:ln w="16125" cap="flat" cmpd="sng">
                <a:solidFill>
                  <a:schemeClr val="dk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none" lIns="154775" tIns="154775" rIns="154775" bIns="15477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2370" dirty="0"/>
                  <a:t>-1</a:t>
                </a:r>
                <a:endParaRPr sz="2370" dirty="0"/>
              </a:p>
            </p:txBody>
          </p:sp>
          <p:sp>
            <p:nvSpPr>
              <p:cNvPr id="349" name="Google Shape;237;p36">
                <a:extLst>
                  <a:ext uri="{FF2B5EF4-FFF2-40B4-BE49-F238E27FC236}">
                    <a16:creationId xmlns:a16="http://schemas.microsoft.com/office/drawing/2014/main" id="{B1877F1E-B8BF-AE79-4CAA-96854B81BB7E}"/>
                  </a:ext>
                </a:extLst>
              </p:cNvPr>
              <p:cNvSpPr/>
              <p:nvPr/>
            </p:nvSpPr>
            <p:spPr>
              <a:xfrm>
                <a:off x="5609225" y="3841050"/>
                <a:ext cx="292200" cy="292200"/>
              </a:xfrm>
              <a:prstGeom prst="cube">
                <a:avLst>
                  <a:gd name="adj" fmla="val 25000"/>
                </a:avLst>
              </a:prstGeom>
              <a:grpFill/>
              <a:ln w="16125" cap="flat" cmpd="sng">
                <a:solidFill>
                  <a:schemeClr val="dk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none" lIns="154775" tIns="154775" rIns="154775" bIns="15477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2370" dirty="0"/>
                  <a:t>-2</a:t>
                </a:r>
                <a:endParaRPr sz="2370" dirty="0"/>
              </a:p>
            </p:txBody>
          </p:sp>
          <p:sp>
            <p:nvSpPr>
              <p:cNvPr id="350" name="Google Shape;238;p36">
                <a:extLst>
                  <a:ext uri="{FF2B5EF4-FFF2-40B4-BE49-F238E27FC236}">
                    <a16:creationId xmlns:a16="http://schemas.microsoft.com/office/drawing/2014/main" id="{17749859-CDD7-41E9-8585-FC5E12B597C1}"/>
                  </a:ext>
                </a:extLst>
              </p:cNvPr>
              <p:cNvSpPr/>
              <p:nvPr/>
            </p:nvSpPr>
            <p:spPr>
              <a:xfrm>
                <a:off x="5887610" y="3841050"/>
                <a:ext cx="292200" cy="292200"/>
              </a:xfrm>
              <a:prstGeom prst="cube">
                <a:avLst>
                  <a:gd name="adj" fmla="val 25000"/>
                </a:avLst>
              </a:prstGeom>
              <a:grpFill/>
              <a:ln w="16125" cap="flat" cmpd="sng">
                <a:solidFill>
                  <a:schemeClr val="dk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none" lIns="154775" tIns="154775" rIns="154775" bIns="15477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2370" dirty="0"/>
                  <a:t>-3</a:t>
                </a:r>
                <a:endParaRPr sz="2370" dirty="0"/>
              </a:p>
            </p:txBody>
          </p:sp>
          <p:sp>
            <p:nvSpPr>
              <p:cNvPr id="351" name="Google Shape;239;p36">
                <a:extLst>
                  <a:ext uri="{FF2B5EF4-FFF2-40B4-BE49-F238E27FC236}">
                    <a16:creationId xmlns:a16="http://schemas.microsoft.com/office/drawing/2014/main" id="{6FDBEE66-CF5C-BCCC-390C-80759EDE4C35}"/>
                  </a:ext>
                </a:extLst>
              </p:cNvPr>
              <p:cNvSpPr/>
              <p:nvPr/>
            </p:nvSpPr>
            <p:spPr>
              <a:xfrm>
                <a:off x="6180815" y="3841050"/>
                <a:ext cx="292200" cy="292200"/>
              </a:xfrm>
              <a:prstGeom prst="cube">
                <a:avLst>
                  <a:gd name="adj" fmla="val 25000"/>
                </a:avLst>
              </a:prstGeom>
              <a:grpFill/>
              <a:ln w="16125" cap="flat" cmpd="sng">
                <a:solidFill>
                  <a:schemeClr val="dk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none" lIns="154775" tIns="154775" rIns="154775" bIns="15477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2370" dirty="0"/>
                  <a:t>-4</a:t>
                </a:r>
                <a:endParaRPr sz="2370" dirty="0"/>
              </a:p>
            </p:txBody>
          </p:sp>
        </p:grpSp>
        <p:grpSp>
          <p:nvGrpSpPr>
            <p:cNvPr id="352" name="B21">
              <a:extLst>
                <a:ext uri="{FF2B5EF4-FFF2-40B4-BE49-F238E27FC236}">
                  <a16:creationId xmlns:a16="http://schemas.microsoft.com/office/drawing/2014/main" id="{61A18F6F-998B-840E-44E0-1CF0AF58E087}"/>
                </a:ext>
              </a:extLst>
            </p:cNvPr>
            <p:cNvGrpSpPr/>
            <p:nvPr/>
          </p:nvGrpSpPr>
          <p:grpSpPr>
            <a:xfrm>
              <a:off x="1698839" y="2223773"/>
              <a:ext cx="1922623" cy="494665"/>
              <a:chOff x="5233523" y="3944739"/>
              <a:chExt cx="1135765" cy="292200"/>
            </a:xfrm>
            <a:solidFill>
              <a:srgbClr val="002060"/>
            </a:solidFill>
          </p:grpSpPr>
          <p:sp>
            <p:nvSpPr>
              <p:cNvPr id="353" name="Google Shape;241;p36">
                <a:extLst>
                  <a:ext uri="{FF2B5EF4-FFF2-40B4-BE49-F238E27FC236}">
                    <a16:creationId xmlns:a16="http://schemas.microsoft.com/office/drawing/2014/main" id="{9F82676D-27AA-524A-A2D9-4666FA929FC5}"/>
                  </a:ext>
                </a:extLst>
              </p:cNvPr>
              <p:cNvSpPr/>
              <p:nvPr/>
            </p:nvSpPr>
            <p:spPr>
              <a:xfrm>
                <a:off x="5233523" y="3944739"/>
                <a:ext cx="292200" cy="292200"/>
              </a:xfrm>
              <a:prstGeom prst="cube">
                <a:avLst>
                  <a:gd name="adj" fmla="val 25000"/>
                </a:avLst>
              </a:prstGeom>
              <a:grpFill/>
              <a:ln w="16125" cap="flat" cmpd="sng">
                <a:solidFill>
                  <a:schemeClr val="dk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none" lIns="154775" tIns="154775" rIns="154775" bIns="15477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2370" dirty="0"/>
                  <a:t>1	</a:t>
                </a:r>
                <a:endParaRPr sz="2370" dirty="0"/>
              </a:p>
            </p:txBody>
          </p:sp>
          <p:sp>
            <p:nvSpPr>
              <p:cNvPr id="354" name="Google Shape;242;p36">
                <a:extLst>
                  <a:ext uri="{FF2B5EF4-FFF2-40B4-BE49-F238E27FC236}">
                    <a16:creationId xmlns:a16="http://schemas.microsoft.com/office/drawing/2014/main" id="{F2DC7DFC-2D7F-14EF-3D7F-09831196A859}"/>
                  </a:ext>
                </a:extLst>
              </p:cNvPr>
              <p:cNvSpPr/>
              <p:nvPr/>
            </p:nvSpPr>
            <p:spPr>
              <a:xfrm>
                <a:off x="5505498" y="3944739"/>
                <a:ext cx="292200" cy="292200"/>
              </a:xfrm>
              <a:prstGeom prst="cube">
                <a:avLst>
                  <a:gd name="adj" fmla="val 25000"/>
                </a:avLst>
              </a:prstGeom>
              <a:grpFill/>
              <a:ln w="16125" cap="flat" cmpd="sng">
                <a:solidFill>
                  <a:schemeClr val="dk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none" lIns="154775" tIns="154775" rIns="154775" bIns="15477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2370" dirty="0"/>
                  <a:t>2</a:t>
                </a:r>
                <a:endParaRPr sz="2370" dirty="0"/>
              </a:p>
            </p:txBody>
          </p:sp>
          <p:sp>
            <p:nvSpPr>
              <p:cNvPr id="355" name="Google Shape;243;p36">
                <a:extLst>
                  <a:ext uri="{FF2B5EF4-FFF2-40B4-BE49-F238E27FC236}">
                    <a16:creationId xmlns:a16="http://schemas.microsoft.com/office/drawing/2014/main" id="{BBEE3040-D651-832A-48CB-3E0B476D3D47}"/>
                  </a:ext>
                </a:extLst>
              </p:cNvPr>
              <p:cNvSpPr/>
              <p:nvPr/>
            </p:nvSpPr>
            <p:spPr>
              <a:xfrm>
                <a:off x="5783883" y="3944739"/>
                <a:ext cx="292200" cy="292200"/>
              </a:xfrm>
              <a:prstGeom prst="cube">
                <a:avLst>
                  <a:gd name="adj" fmla="val 25000"/>
                </a:avLst>
              </a:prstGeom>
              <a:grpFill/>
              <a:ln w="16125" cap="flat" cmpd="sng">
                <a:solidFill>
                  <a:schemeClr val="dk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none" lIns="154775" tIns="154775" rIns="154775" bIns="15477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2370" dirty="0"/>
                  <a:t>3</a:t>
                </a:r>
                <a:endParaRPr sz="2370" dirty="0"/>
              </a:p>
            </p:txBody>
          </p:sp>
          <p:sp>
            <p:nvSpPr>
              <p:cNvPr id="356" name="Google Shape;244;p36">
                <a:extLst>
                  <a:ext uri="{FF2B5EF4-FFF2-40B4-BE49-F238E27FC236}">
                    <a16:creationId xmlns:a16="http://schemas.microsoft.com/office/drawing/2014/main" id="{F3EACCC6-BC53-34B6-D63C-C78816B9F746}"/>
                  </a:ext>
                </a:extLst>
              </p:cNvPr>
              <p:cNvSpPr/>
              <p:nvPr/>
            </p:nvSpPr>
            <p:spPr>
              <a:xfrm>
                <a:off x="6077088" y="3944739"/>
                <a:ext cx="292200" cy="292200"/>
              </a:xfrm>
              <a:prstGeom prst="cube">
                <a:avLst>
                  <a:gd name="adj" fmla="val 25000"/>
                </a:avLst>
              </a:prstGeom>
              <a:grpFill/>
              <a:ln w="16125" cap="flat" cmpd="sng">
                <a:solidFill>
                  <a:schemeClr val="dk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none" lIns="154775" tIns="154775" rIns="154775" bIns="15477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2370" dirty="0"/>
                  <a:t>4</a:t>
                </a:r>
                <a:endParaRPr sz="2370" dirty="0"/>
              </a:p>
            </p:txBody>
          </p:sp>
        </p:grpSp>
        <p:grpSp>
          <p:nvGrpSpPr>
            <p:cNvPr id="357" name="B13">
              <a:extLst>
                <a:ext uri="{FF2B5EF4-FFF2-40B4-BE49-F238E27FC236}">
                  <a16:creationId xmlns:a16="http://schemas.microsoft.com/office/drawing/2014/main" id="{A2C50FBE-1217-3464-9400-51118BC70EA6}"/>
                </a:ext>
              </a:extLst>
            </p:cNvPr>
            <p:cNvGrpSpPr/>
            <p:nvPr/>
          </p:nvGrpSpPr>
          <p:grpSpPr>
            <a:xfrm>
              <a:off x="2061591" y="1436484"/>
              <a:ext cx="1922623" cy="494665"/>
              <a:chOff x="5445539" y="3443811"/>
              <a:chExt cx="1135765" cy="292200"/>
            </a:xfrm>
            <a:solidFill>
              <a:srgbClr val="76F2FF"/>
            </a:solidFill>
          </p:grpSpPr>
          <p:sp>
            <p:nvSpPr>
              <p:cNvPr id="358" name="Google Shape;246;p36">
                <a:extLst>
                  <a:ext uri="{FF2B5EF4-FFF2-40B4-BE49-F238E27FC236}">
                    <a16:creationId xmlns:a16="http://schemas.microsoft.com/office/drawing/2014/main" id="{CE422C93-A6DF-4B3B-4C50-86162B855546}"/>
                  </a:ext>
                </a:extLst>
              </p:cNvPr>
              <p:cNvSpPr/>
              <p:nvPr/>
            </p:nvSpPr>
            <p:spPr>
              <a:xfrm>
                <a:off x="5445539" y="3443811"/>
                <a:ext cx="292200" cy="292200"/>
              </a:xfrm>
              <a:prstGeom prst="cube">
                <a:avLst>
                  <a:gd name="adj" fmla="val 25000"/>
                </a:avLst>
              </a:prstGeom>
              <a:grpFill/>
              <a:ln w="16125" cap="flat" cmpd="sng">
                <a:solidFill>
                  <a:schemeClr val="dk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none" lIns="154775" tIns="154775" rIns="154775" bIns="15477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2370" dirty="0"/>
                  <a:t>0</a:t>
                </a:r>
                <a:endParaRPr sz="2370" dirty="0"/>
              </a:p>
            </p:txBody>
          </p:sp>
          <p:sp>
            <p:nvSpPr>
              <p:cNvPr id="359" name="Google Shape;247;p36">
                <a:extLst>
                  <a:ext uri="{FF2B5EF4-FFF2-40B4-BE49-F238E27FC236}">
                    <a16:creationId xmlns:a16="http://schemas.microsoft.com/office/drawing/2014/main" id="{BF09153C-79CB-74CB-D009-08823BF89D3D}"/>
                  </a:ext>
                </a:extLst>
              </p:cNvPr>
              <p:cNvSpPr/>
              <p:nvPr/>
            </p:nvSpPr>
            <p:spPr>
              <a:xfrm>
                <a:off x="5717514" y="3443811"/>
                <a:ext cx="292200" cy="292200"/>
              </a:xfrm>
              <a:prstGeom prst="cube">
                <a:avLst>
                  <a:gd name="adj" fmla="val 25000"/>
                </a:avLst>
              </a:prstGeom>
              <a:grpFill/>
              <a:ln w="16125" cap="flat" cmpd="sng">
                <a:solidFill>
                  <a:schemeClr val="dk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none" lIns="154775" tIns="154775" rIns="154775" bIns="15477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2370" dirty="0"/>
                  <a:t>0</a:t>
                </a:r>
                <a:endParaRPr sz="2370" dirty="0"/>
              </a:p>
            </p:txBody>
          </p:sp>
          <p:sp>
            <p:nvSpPr>
              <p:cNvPr id="360" name="Google Shape;248;p36">
                <a:extLst>
                  <a:ext uri="{FF2B5EF4-FFF2-40B4-BE49-F238E27FC236}">
                    <a16:creationId xmlns:a16="http://schemas.microsoft.com/office/drawing/2014/main" id="{CD53528E-C1F9-FEFA-3ACD-9A5334CA9171}"/>
                  </a:ext>
                </a:extLst>
              </p:cNvPr>
              <p:cNvSpPr/>
              <p:nvPr/>
            </p:nvSpPr>
            <p:spPr>
              <a:xfrm>
                <a:off x="5995899" y="3443811"/>
                <a:ext cx="292200" cy="292200"/>
              </a:xfrm>
              <a:prstGeom prst="cube">
                <a:avLst>
                  <a:gd name="adj" fmla="val 25000"/>
                </a:avLst>
              </a:prstGeom>
              <a:grpFill/>
              <a:ln w="16125" cap="flat" cmpd="sng">
                <a:solidFill>
                  <a:schemeClr val="dk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none" lIns="154775" tIns="154775" rIns="154775" bIns="15477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2370" dirty="0"/>
                  <a:t>0</a:t>
                </a:r>
                <a:endParaRPr sz="2370" dirty="0"/>
              </a:p>
            </p:txBody>
          </p:sp>
          <p:sp>
            <p:nvSpPr>
              <p:cNvPr id="361" name="Google Shape;249;p36">
                <a:extLst>
                  <a:ext uri="{FF2B5EF4-FFF2-40B4-BE49-F238E27FC236}">
                    <a16:creationId xmlns:a16="http://schemas.microsoft.com/office/drawing/2014/main" id="{4930D694-6688-FF7E-6597-C15E617D7073}"/>
                  </a:ext>
                </a:extLst>
              </p:cNvPr>
              <p:cNvSpPr/>
              <p:nvPr/>
            </p:nvSpPr>
            <p:spPr>
              <a:xfrm>
                <a:off x="6289103" y="3443811"/>
                <a:ext cx="292200" cy="292200"/>
              </a:xfrm>
              <a:prstGeom prst="cube">
                <a:avLst>
                  <a:gd name="adj" fmla="val 25000"/>
                </a:avLst>
              </a:prstGeom>
              <a:grpFill/>
              <a:ln w="16125" cap="flat" cmpd="sng">
                <a:solidFill>
                  <a:schemeClr val="dk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none" lIns="154775" tIns="154775" rIns="154775" bIns="15477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2370" dirty="0"/>
                  <a:t>1</a:t>
                </a:r>
                <a:endParaRPr sz="2370" dirty="0"/>
              </a:p>
            </p:txBody>
          </p:sp>
        </p:grpSp>
        <p:grpSp>
          <p:nvGrpSpPr>
            <p:cNvPr id="362" name="B12">
              <a:extLst>
                <a:ext uri="{FF2B5EF4-FFF2-40B4-BE49-F238E27FC236}">
                  <a16:creationId xmlns:a16="http://schemas.microsoft.com/office/drawing/2014/main" id="{09160C53-CDA3-8484-F655-6E7FE2788AC8}"/>
                </a:ext>
              </a:extLst>
            </p:cNvPr>
            <p:cNvGrpSpPr/>
            <p:nvPr/>
          </p:nvGrpSpPr>
          <p:grpSpPr>
            <a:xfrm>
              <a:off x="1878280" y="1614135"/>
              <a:ext cx="1922623" cy="494665"/>
              <a:chOff x="5337250" y="3548750"/>
              <a:chExt cx="1135765" cy="292200"/>
            </a:xfrm>
            <a:solidFill>
              <a:srgbClr val="31EBFF"/>
            </a:solidFill>
          </p:grpSpPr>
          <p:sp>
            <p:nvSpPr>
              <p:cNvPr id="363" name="Google Shape;251;p36">
                <a:extLst>
                  <a:ext uri="{FF2B5EF4-FFF2-40B4-BE49-F238E27FC236}">
                    <a16:creationId xmlns:a16="http://schemas.microsoft.com/office/drawing/2014/main" id="{05DCF5CB-9CDB-7448-FFD6-B8E649B248E0}"/>
                  </a:ext>
                </a:extLst>
              </p:cNvPr>
              <p:cNvSpPr/>
              <p:nvPr/>
            </p:nvSpPr>
            <p:spPr>
              <a:xfrm>
                <a:off x="5337250" y="3548750"/>
                <a:ext cx="292200" cy="292200"/>
              </a:xfrm>
              <a:prstGeom prst="cube">
                <a:avLst>
                  <a:gd name="adj" fmla="val 25000"/>
                </a:avLst>
              </a:prstGeom>
              <a:grpFill/>
              <a:ln w="16125" cap="flat" cmpd="sng">
                <a:solidFill>
                  <a:schemeClr val="dk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none" lIns="154775" tIns="154775" rIns="154775" bIns="15477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2370" dirty="0"/>
                  <a:t>0</a:t>
                </a:r>
                <a:endParaRPr sz="2370" dirty="0"/>
              </a:p>
            </p:txBody>
          </p:sp>
          <p:sp>
            <p:nvSpPr>
              <p:cNvPr id="364" name="Google Shape;252;p36">
                <a:extLst>
                  <a:ext uri="{FF2B5EF4-FFF2-40B4-BE49-F238E27FC236}">
                    <a16:creationId xmlns:a16="http://schemas.microsoft.com/office/drawing/2014/main" id="{0DC07FCB-0B04-74D8-6F42-8E0779F66547}"/>
                  </a:ext>
                </a:extLst>
              </p:cNvPr>
              <p:cNvSpPr/>
              <p:nvPr/>
            </p:nvSpPr>
            <p:spPr>
              <a:xfrm>
                <a:off x="5609225" y="3548750"/>
                <a:ext cx="292200" cy="292200"/>
              </a:xfrm>
              <a:prstGeom prst="cube">
                <a:avLst>
                  <a:gd name="adj" fmla="val 25000"/>
                </a:avLst>
              </a:prstGeom>
              <a:grpFill/>
              <a:ln w="16125" cap="flat" cmpd="sng">
                <a:solidFill>
                  <a:schemeClr val="dk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none" lIns="154775" tIns="154775" rIns="154775" bIns="15477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2370" dirty="0"/>
                  <a:t>1</a:t>
                </a:r>
                <a:endParaRPr sz="2370" dirty="0"/>
              </a:p>
            </p:txBody>
          </p:sp>
          <p:sp>
            <p:nvSpPr>
              <p:cNvPr id="365" name="Google Shape;253;p36">
                <a:extLst>
                  <a:ext uri="{FF2B5EF4-FFF2-40B4-BE49-F238E27FC236}">
                    <a16:creationId xmlns:a16="http://schemas.microsoft.com/office/drawing/2014/main" id="{61B47399-0ABD-A857-359A-42B9DBA79AD2}"/>
                  </a:ext>
                </a:extLst>
              </p:cNvPr>
              <p:cNvSpPr/>
              <p:nvPr/>
            </p:nvSpPr>
            <p:spPr>
              <a:xfrm>
                <a:off x="5887610" y="3548750"/>
                <a:ext cx="292200" cy="292200"/>
              </a:xfrm>
              <a:prstGeom prst="cube">
                <a:avLst>
                  <a:gd name="adj" fmla="val 25000"/>
                </a:avLst>
              </a:prstGeom>
              <a:grpFill/>
              <a:ln w="16125" cap="flat" cmpd="sng">
                <a:solidFill>
                  <a:schemeClr val="dk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none" lIns="154775" tIns="154775" rIns="154775" bIns="15477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2370" dirty="0"/>
                  <a:t>0</a:t>
                </a:r>
                <a:endParaRPr sz="2370" dirty="0"/>
              </a:p>
            </p:txBody>
          </p:sp>
          <p:sp>
            <p:nvSpPr>
              <p:cNvPr id="366" name="Google Shape;254;p36">
                <a:extLst>
                  <a:ext uri="{FF2B5EF4-FFF2-40B4-BE49-F238E27FC236}">
                    <a16:creationId xmlns:a16="http://schemas.microsoft.com/office/drawing/2014/main" id="{C3971B3A-A0FE-A630-F07E-EF7FE3D9B795}"/>
                  </a:ext>
                </a:extLst>
              </p:cNvPr>
              <p:cNvSpPr/>
              <p:nvPr/>
            </p:nvSpPr>
            <p:spPr>
              <a:xfrm>
                <a:off x="6180815" y="3548750"/>
                <a:ext cx="292200" cy="292200"/>
              </a:xfrm>
              <a:prstGeom prst="cube">
                <a:avLst>
                  <a:gd name="adj" fmla="val 25000"/>
                </a:avLst>
              </a:prstGeom>
              <a:grpFill/>
              <a:ln w="16125" cap="flat" cmpd="sng">
                <a:solidFill>
                  <a:schemeClr val="dk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none" lIns="154775" tIns="154775" rIns="154775" bIns="15477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2370" dirty="0"/>
                  <a:t>0</a:t>
                </a:r>
                <a:endParaRPr sz="2370" dirty="0"/>
              </a:p>
            </p:txBody>
          </p:sp>
        </p:grpSp>
        <p:grpSp>
          <p:nvGrpSpPr>
            <p:cNvPr id="367" name="B11">
              <a:extLst>
                <a:ext uri="{FF2B5EF4-FFF2-40B4-BE49-F238E27FC236}">
                  <a16:creationId xmlns:a16="http://schemas.microsoft.com/office/drawing/2014/main" id="{938EB166-D348-2021-25F2-A3A9D2F93B13}"/>
                </a:ext>
              </a:extLst>
            </p:cNvPr>
            <p:cNvGrpSpPr/>
            <p:nvPr/>
          </p:nvGrpSpPr>
          <p:grpSpPr>
            <a:xfrm>
              <a:off x="1702691" y="1789669"/>
              <a:ext cx="1922623" cy="494665"/>
              <a:chOff x="5233523" y="3652439"/>
              <a:chExt cx="1135765" cy="292200"/>
            </a:xfrm>
            <a:solidFill>
              <a:srgbClr val="00B0F0"/>
            </a:solidFill>
          </p:grpSpPr>
          <p:sp>
            <p:nvSpPr>
              <p:cNvPr id="368" name="Google Shape;256;p36">
                <a:extLst>
                  <a:ext uri="{FF2B5EF4-FFF2-40B4-BE49-F238E27FC236}">
                    <a16:creationId xmlns:a16="http://schemas.microsoft.com/office/drawing/2014/main" id="{8237FB02-3070-409A-4AA8-81C21F1EBC03}"/>
                  </a:ext>
                </a:extLst>
              </p:cNvPr>
              <p:cNvSpPr/>
              <p:nvPr/>
            </p:nvSpPr>
            <p:spPr>
              <a:xfrm>
                <a:off x="5233523" y="3652439"/>
                <a:ext cx="292200" cy="292200"/>
              </a:xfrm>
              <a:prstGeom prst="cube">
                <a:avLst>
                  <a:gd name="adj" fmla="val 25000"/>
                </a:avLst>
              </a:prstGeom>
              <a:grpFill/>
              <a:ln w="16125" cap="flat" cmpd="sng">
                <a:solidFill>
                  <a:schemeClr val="dk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154775" tIns="154775" rIns="154775" bIns="15477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2370" dirty="0"/>
                  <a:t>1</a:t>
                </a:r>
                <a:endParaRPr sz="2370" dirty="0"/>
              </a:p>
            </p:txBody>
          </p:sp>
          <p:sp>
            <p:nvSpPr>
              <p:cNvPr id="369" name="Google Shape;257;p36">
                <a:extLst>
                  <a:ext uri="{FF2B5EF4-FFF2-40B4-BE49-F238E27FC236}">
                    <a16:creationId xmlns:a16="http://schemas.microsoft.com/office/drawing/2014/main" id="{33958F51-BE9D-6445-DE50-D663810804E9}"/>
                  </a:ext>
                </a:extLst>
              </p:cNvPr>
              <p:cNvSpPr/>
              <p:nvPr/>
            </p:nvSpPr>
            <p:spPr>
              <a:xfrm>
                <a:off x="5505498" y="3652439"/>
                <a:ext cx="292200" cy="292200"/>
              </a:xfrm>
              <a:prstGeom prst="cube">
                <a:avLst>
                  <a:gd name="adj" fmla="val 25000"/>
                </a:avLst>
              </a:prstGeom>
              <a:grpFill/>
              <a:ln w="16125" cap="flat" cmpd="sng">
                <a:solidFill>
                  <a:schemeClr val="dk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154775" tIns="154775" rIns="154775" bIns="15477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2370" dirty="0"/>
                  <a:t>0</a:t>
                </a:r>
                <a:endParaRPr sz="2370" dirty="0"/>
              </a:p>
            </p:txBody>
          </p:sp>
          <p:sp>
            <p:nvSpPr>
              <p:cNvPr id="370" name="Google Shape;258;p36">
                <a:extLst>
                  <a:ext uri="{FF2B5EF4-FFF2-40B4-BE49-F238E27FC236}">
                    <a16:creationId xmlns:a16="http://schemas.microsoft.com/office/drawing/2014/main" id="{7B6B8248-E37D-4C83-B943-659BCD2E1F2A}"/>
                  </a:ext>
                </a:extLst>
              </p:cNvPr>
              <p:cNvSpPr/>
              <p:nvPr/>
            </p:nvSpPr>
            <p:spPr>
              <a:xfrm>
                <a:off x="5783883" y="3652439"/>
                <a:ext cx="292200" cy="292200"/>
              </a:xfrm>
              <a:prstGeom prst="cube">
                <a:avLst>
                  <a:gd name="adj" fmla="val 25000"/>
                </a:avLst>
              </a:prstGeom>
              <a:grpFill/>
              <a:ln w="16125" cap="flat" cmpd="sng">
                <a:solidFill>
                  <a:schemeClr val="dk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154775" tIns="154775" rIns="154775" bIns="15477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2370" dirty="0"/>
                  <a:t>0</a:t>
                </a:r>
                <a:endParaRPr sz="2370" dirty="0"/>
              </a:p>
            </p:txBody>
          </p:sp>
          <p:sp>
            <p:nvSpPr>
              <p:cNvPr id="371" name="Google Shape;259;p36">
                <a:extLst>
                  <a:ext uri="{FF2B5EF4-FFF2-40B4-BE49-F238E27FC236}">
                    <a16:creationId xmlns:a16="http://schemas.microsoft.com/office/drawing/2014/main" id="{A50C1C26-B8C4-2E0B-072A-091A407F30E8}"/>
                  </a:ext>
                </a:extLst>
              </p:cNvPr>
              <p:cNvSpPr/>
              <p:nvPr/>
            </p:nvSpPr>
            <p:spPr>
              <a:xfrm>
                <a:off x="6077088" y="3652439"/>
                <a:ext cx="292200" cy="292200"/>
              </a:xfrm>
              <a:prstGeom prst="cube">
                <a:avLst>
                  <a:gd name="adj" fmla="val 25000"/>
                </a:avLst>
              </a:prstGeom>
              <a:grpFill/>
              <a:ln w="16125" cap="flat" cmpd="sng">
                <a:solidFill>
                  <a:schemeClr val="dk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154775" tIns="154775" rIns="154775" bIns="15477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2370" dirty="0"/>
                  <a:t>0</a:t>
                </a:r>
                <a:endParaRPr sz="2370" dirty="0"/>
              </a:p>
            </p:txBody>
          </p:sp>
        </p:grpSp>
      </p:grpSp>
      <p:grpSp>
        <p:nvGrpSpPr>
          <p:cNvPr id="383" name="VectorSpaces">
            <a:extLst>
              <a:ext uri="{FF2B5EF4-FFF2-40B4-BE49-F238E27FC236}">
                <a16:creationId xmlns:a16="http://schemas.microsoft.com/office/drawing/2014/main" id="{531C37E1-0517-938D-FDF6-7C5057260B3D}"/>
              </a:ext>
            </a:extLst>
          </p:cNvPr>
          <p:cNvGrpSpPr/>
          <p:nvPr/>
        </p:nvGrpSpPr>
        <p:grpSpPr>
          <a:xfrm>
            <a:off x="921116" y="1995617"/>
            <a:ext cx="7318915" cy="1158341"/>
            <a:chOff x="921116" y="1995617"/>
            <a:chExt cx="7318915" cy="1158341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73" name="TextBox 372">
                  <a:extLst>
                    <a:ext uri="{FF2B5EF4-FFF2-40B4-BE49-F238E27FC236}">
                      <a16:creationId xmlns:a16="http://schemas.microsoft.com/office/drawing/2014/main" id="{B32F3549-CF72-ED3F-7335-CAED55F419A0}"/>
                    </a:ext>
                  </a:extLst>
                </p:cNvPr>
                <p:cNvSpPr txBox="1"/>
                <p:nvPr/>
              </p:nvSpPr>
              <p:spPr>
                <a:xfrm rot="16200000">
                  <a:off x="2075627" y="2643852"/>
                  <a:ext cx="351058" cy="646331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∈</m:t>
                        </m:r>
                      </m:oMath>
                    </m:oMathPara>
                  </a14:m>
                  <a:endParaRPr lang="en-US" sz="2800" b="0" dirty="0"/>
                </a:p>
                <a:p>
                  <a:endParaRPr lang="en-US" dirty="0"/>
                </a:p>
              </p:txBody>
            </p:sp>
          </mc:Choice>
          <mc:Fallback xmlns="">
            <p:sp>
              <p:nvSpPr>
                <p:cNvPr id="373" name="TextBox 372">
                  <a:extLst>
                    <a:ext uri="{FF2B5EF4-FFF2-40B4-BE49-F238E27FC236}">
                      <a16:creationId xmlns:a16="http://schemas.microsoft.com/office/drawing/2014/main" id="{B32F3549-CF72-ED3F-7335-CAED55F419A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6200000">
                  <a:off x="2075627" y="2643852"/>
                  <a:ext cx="351058" cy="646331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74" name="TextBox 373">
                  <a:extLst>
                    <a:ext uri="{FF2B5EF4-FFF2-40B4-BE49-F238E27FC236}">
                      <a16:creationId xmlns:a16="http://schemas.microsoft.com/office/drawing/2014/main" id="{A539B97E-CE81-1C60-B519-253E4378AC79}"/>
                    </a:ext>
                  </a:extLst>
                </p:cNvPr>
                <p:cNvSpPr txBox="1"/>
                <p:nvPr/>
              </p:nvSpPr>
              <p:spPr>
                <a:xfrm rot="16200000">
                  <a:off x="4832809" y="2307748"/>
                  <a:ext cx="351058" cy="646331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∈</m:t>
                        </m:r>
                      </m:oMath>
                    </m:oMathPara>
                  </a14:m>
                  <a:endParaRPr lang="en-US" sz="2800" b="0" dirty="0"/>
                </a:p>
                <a:p>
                  <a:endParaRPr lang="en-US" dirty="0"/>
                </a:p>
              </p:txBody>
            </p:sp>
          </mc:Choice>
          <mc:Fallback xmlns="">
            <p:sp>
              <p:nvSpPr>
                <p:cNvPr id="374" name="TextBox 373">
                  <a:extLst>
                    <a:ext uri="{FF2B5EF4-FFF2-40B4-BE49-F238E27FC236}">
                      <a16:creationId xmlns:a16="http://schemas.microsoft.com/office/drawing/2014/main" id="{A539B97E-CE81-1C60-B519-253E4378AC7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6200000">
                  <a:off x="4832809" y="2307748"/>
                  <a:ext cx="351058" cy="646331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75" name="TextBox 374">
                  <a:extLst>
                    <a:ext uri="{FF2B5EF4-FFF2-40B4-BE49-F238E27FC236}">
                      <a16:creationId xmlns:a16="http://schemas.microsoft.com/office/drawing/2014/main" id="{D44396BA-4893-2B0F-0295-F973E08CD786}"/>
                    </a:ext>
                  </a:extLst>
                </p:cNvPr>
                <p:cNvSpPr txBox="1"/>
                <p:nvPr/>
              </p:nvSpPr>
              <p:spPr>
                <a:xfrm rot="16200000">
                  <a:off x="7323057" y="2655263"/>
                  <a:ext cx="351058" cy="646331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∈</m:t>
                        </m:r>
                      </m:oMath>
                    </m:oMathPara>
                  </a14:m>
                  <a:endParaRPr lang="en-US" sz="2800" b="0" dirty="0"/>
                </a:p>
                <a:p>
                  <a:endParaRPr lang="en-US" dirty="0"/>
                </a:p>
              </p:txBody>
            </p:sp>
          </mc:Choice>
          <mc:Fallback xmlns="">
            <p:sp>
              <p:nvSpPr>
                <p:cNvPr id="375" name="TextBox 374">
                  <a:extLst>
                    <a:ext uri="{FF2B5EF4-FFF2-40B4-BE49-F238E27FC236}">
                      <a16:creationId xmlns:a16="http://schemas.microsoft.com/office/drawing/2014/main" id="{D44396BA-4893-2B0F-0295-F973E08CD78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6200000">
                  <a:off x="7323057" y="2655263"/>
                  <a:ext cx="351058" cy="646331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76" name="TextBox 375">
                  <a:extLst>
                    <a:ext uri="{FF2B5EF4-FFF2-40B4-BE49-F238E27FC236}">
                      <a16:creationId xmlns:a16="http://schemas.microsoft.com/office/drawing/2014/main" id="{72774A76-5C6D-B234-DC26-6ABBD66998EC}"/>
                    </a:ext>
                  </a:extLst>
                </p:cNvPr>
                <p:cNvSpPr txBox="1"/>
                <p:nvPr/>
              </p:nvSpPr>
              <p:spPr>
                <a:xfrm>
                  <a:off x="921116" y="2294361"/>
                  <a:ext cx="2589625" cy="430887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p>
                          <m:sSupPr>
                            <m:ctrlPr>
                              <a:rPr lang="en-US" sz="28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280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ℝ</m:t>
                            </m:r>
                          </m:e>
                          <m:sup>
                            <m:r>
                              <a:rPr lang="en-US" sz="28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en-US" sz="2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⊗</m:t>
                        </m:r>
                        <m:sSup>
                          <m:sSupPr>
                            <m:ctrlPr>
                              <a:rPr lang="en-US" sz="28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28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ℝ</m:t>
                            </m:r>
                          </m:e>
                          <m:sup>
                            <m:r>
                              <a:rPr lang="en-US" sz="28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3</m:t>
                            </m:r>
                          </m:sup>
                        </m:sSup>
                        <m:r>
                          <a:rPr lang="en-US" sz="2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⊗</m:t>
                        </m:r>
                        <m:sSup>
                          <m:sSupPr>
                            <m:ctrlPr>
                              <a:rPr lang="en-US" sz="28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28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ℝ</m:t>
                            </m:r>
                          </m:e>
                          <m:sup>
                            <m:r>
                              <a:rPr lang="en-US" sz="28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4</m:t>
                            </m:r>
                          </m:sup>
                        </m:sSup>
                      </m:oMath>
                    </m:oMathPara>
                  </a14:m>
                  <a:endParaRPr lang="en-US" sz="2800" b="0" dirty="0">
                    <a:ea typeface="Cambria Math" panose="02040503050406030204" pitchFamily="18" charset="0"/>
                  </a:endParaRPr>
                </a:p>
              </p:txBody>
            </p:sp>
          </mc:Choice>
          <mc:Fallback xmlns="">
            <p:sp>
              <p:nvSpPr>
                <p:cNvPr id="376" name="TextBox 375">
                  <a:extLst>
                    <a:ext uri="{FF2B5EF4-FFF2-40B4-BE49-F238E27FC236}">
                      <a16:creationId xmlns:a16="http://schemas.microsoft.com/office/drawing/2014/main" id="{72774A76-5C6D-B234-DC26-6ABBD66998E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21116" y="2294361"/>
                  <a:ext cx="2589625" cy="430887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80" name="TextBox 379">
                  <a:extLst>
                    <a:ext uri="{FF2B5EF4-FFF2-40B4-BE49-F238E27FC236}">
                      <a16:creationId xmlns:a16="http://schemas.microsoft.com/office/drawing/2014/main" id="{2217CA33-23C0-32B4-63FC-34C1766DAFCF}"/>
                    </a:ext>
                  </a:extLst>
                </p:cNvPr>
                <p:cNvSpPr txBox="1"/>
                <p:nvPr/>
              </p:nvSpPr>
              <p:spPr>
                <a:xfrm>
                  <a:off x="4655587" y="1995617"/>
                  <a:ext cx="646332" cy="523220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p>
                          <m:sSupPr>
                            <m:ctrlPr>
                              <a:rPr lang="en-US" sz="28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28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ℝ</m:t>
                            </m:r>
                          </m:e>
                          <m:sup>
                            <m:r>
                              <a:rPr lang="en-US" sz="28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4</m:t>
                            </m:r>
                          </m:sup>
                        </m:sSup>
                      </m:oMath>
                    </m:oMathPara>
                  </a14:m>
                  <a:endParaRPr lang="en-US" sz="2800" dirty="0"/>
                </a:p>
              </p:txBody>
            </p:sp>
          </mc:Choice>
          <mc:Fallback xmlns="">
            <p:sp>
              <p:nvSpPr>
                <p:cNvPr id="380" name="TextBox 379">
                  <a:extLst>
                    <a:ext uri="{FF2B5EF4-FFF2-40B4-BE49-F238E27FC236}">
                      <a16:creationId xmlns:a16="http://schemas.microsoft.com/office/drawing/2014/main" id="{2217CA33-23C0-32B4-63FC-34C1766DAFC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655587" y="1995617"/>
                  <a:ext cx="646332" cy="523220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82" name="TextBox 381">
                  <a:extLst>
                    <a:ext uri="{FF2B5EF4-FFF2-40B4-BE49-F238E27FC236}">
                      <a16:creationId xmlns:a16="http://schemas.microsoft.com/office/drawing/2014/main" id="{8CA59F55-2429-7320-8C79-CCFF32F5DB95}"/>
                    </a:ext>
                  </a:extLst>
                </p:cNvPr>
                <p:cNvSpPr txBox="1"/>
                <p:nvPr/>
              </p:nvSpPr>
              <p:spPr>
                <a:xfrm>
                  <a:off x="6557346" y="2294361"/>
                  <a:ext cx="1682685" cy="523220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p>
                          <m:sSupPr>
                            <m:ctrlPr>
                              <a:rPr lang="en-US" sz="28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280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ℝ</m:t>
                            </m:r>
                          </m:e>
                          <m:sup>
                            <m:r>
                              <a:rPr lang="en-US" sz="28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en-US" sz="2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⊗</m:t>
                        </m:r>
                        <m:sSup>
                          <m:sSupPr>
                            <m:ctrlPr>
                              <a:rPr lang="en-US" sz="28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28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ℝ</m:t>
                            </m:r>
                          </m:e>
                          <m:sup>
                            <m:r>
                              <a:rPr lang="en-US" sz="28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3</m:t>
                            </m:r>
                          </m:sup>
                        </m:sSup>
                      </m:oMath>
                    </m:oMathPara>
                  </a14:m>
                  <a:endParaRPr lang="en-US" sz="2800" dirty="0"/>
                </a:p>
              </p:txBody>
            </p:sp>
          </mc:Choice>
          <mc:Fallback xmlns="">
            <p:sp>
              <p:nvSpPr>
                <p:cNvPr id="382" name="TextBox 381">
                  <a:extLst>
                    <a:ext uri="{FF2B5EF4-FFF2-40B4-BE49-F238E27FC236}">
                      <a16:creationId xmlns:a16="http://schemas.microsoft.com/office/drawing/2014/main" id="{8CA59F55-2429-7320-8C79-CCFF32F5DB9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57346" y="2294361"/>
                  <a:ext cx="1682685" cy="523220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path" presetSubtype="0" accel="50000" decel="5000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2.77778E-6 2.46914E-6 L 0.296 -0.07994 " pathEditMode="relative" rAng="0" ptsTypes="AA">
                                      <p:cBhvr>
                                        <p:cTn id="6" dur="1000" fill="hold"/>
                                        <p:tgtEl>
                                          <p:spTgt spid="25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4792" y="-4012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22" presetClass="exit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up)">
                                      <p:cBhvr>
                                        <p:cTn id="10" dur="500"/>
                                        <p:tgtEl>
                                          <p:spTgt spid="27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" presetID="22" presetClass="exit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13" dur="500"/>
                                        <p:tgtEl>
                                          <p:spTgt spid="25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7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42" presetClass="path" presetSubtype="0" accel="50000" decel="5000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1.11111E-6 1.7284E-6 L 0.14983 0.0821 " pathEditMode="relative" rAng="0" ptsTypes="AA">
                                      <p:cBhvr>
                                        <p:cTn id="21" dur="1000" fill="hold"/>
                                        <p:tgtEl>
                                          <p:spTgt spid="27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7483" y="4105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1000"/>
                                        <p:tgtEl>
                                          <p:spTgt spid="27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42" presetClass="path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4.44444E-6 1.7284E-6 L 0.27969 -0.04414 " pathEditMode="relative" rAng="0" ptsTypes="AA">
                                      <p:cBhvr>
                                        <p:cTn id="28" dur="1000" fill="hold"/>
                                        <p:tgtEl>
                                          <p:spTgt spid="25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3976" y="-2222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22" presetClass="exit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32" dur="500"/>
                                        <p:tgtEl>
                                          <p:spTgt spid="2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4" presetID="22" presetClass="exit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up)">
                                      <p:cBhvr>
                                        <p:cTn id="35" dur="500"/>
                                        <p:tgtEl>
                                          <p:spTgt spid="27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42" presetClass="path" presetSubtype="0" accel="50000" decel="5000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00209 -1.35802E-6 L 0.17188 0.04938 " pathEditMode="relative" rAng="0" ptsTypes="AA">
                                      <p:cBhvr>
                                        <p:cTn id="43" dur="1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8490" y="2469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indefinite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42" presetClass="path" presetSubtype="0" accel="50000" decel="5000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3.33333E-6 -3.7037E-7 L 0.2533 -0.01111 " pathEditMode="relative" rAng="0" ptsTypes="AA">
                                      <p:cBhvr>
                                        <p:cTn id="47" dur="1000" fill="hold"/>
                                        <p:tgtEl>
                                          <p:spTgt spid="24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2656" y="-556"/>
                                    </p:animMotion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1000"/>
                                        <p:tgtEl>
                                          <p:spTgt spid="27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22" presetClass="exit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54" dur="500"/>
                                        <p:tgtEl>
                                          <p:spTgt spid="24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6" presetID="22" presetClass="exit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up)">
                                      <p:cBhvr>
                                        <p:cTn id="57" dur="500"/>
                                        <p:tgtEl>
                                          <p:spTgt spid="27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indefinite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42" presetClass="path" presetSubtype="0" accel="50000" decel="5000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0.00209 0.0037 L 0.19375 0.01234 " pathEditMode="relative" rAng="0" ptsTypes="AA">
                                      <p:cBhvr>
                                        <p:cTn id="65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9792" y="432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6" fill="hold">
                      <p:stCondLst>
                        <p:cond delay="indefinite"/>
                      </p:stCondLst>
                      <p:childTnLst>
                        <p:par>
                          <p:cTn id="67" fill="hold">
                            <p:stCondLst>
                              <p:cond delay="0"/>
                            </p:stCondLst>
                            <p:childTnLst>
                              <p:par>
                                <p:cTn id="68" presetID="42" presetClass="path" presetSubtype="0" accel="50000" decel="5000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3.61111E-6 3.20988E-6 L 0.29253 -0.16636 " pathEditMode="relative" rAng="0" ptsTypes="AA">
                                      <p:cBhvr>
                                        <p:cTn id="69" dur="1000" fill="hold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4618" y="-8333"/>
                                    </p:animMotion>
                                  </p:childTnLst>
                                </p:cTn>
                              </p:par>
                              <p:par>
                                <p:cTn id="7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1000"/>
                                        <p:tgtEl>
                                          <p:spTgt spid="27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22" presetClass="exit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76" dur="500"/>
                                        <p:tgtEl>
                                          <p:spTgt spid="24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8" presetID="22" presetClass="exit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up)">
                                      <p:cBhvr>
                                        <p:cTn id="79" dur="500"/>
                                        <p:tgtEl>
                                          <p:spTgt spid="27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1" presetID="10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3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4" fill="hold">
                      <p:stCondLst>
                        <p:cond delay="indefinite"/>
                      </p:stCondLst>
                      <p:childTnLst>
                        <p:par>
                          <p:cTn id="85" fill="hold">
                            <p:stCondLst>
                              <p:cond delay="0"/>
                            </p:stCondLst>
                            <p:childTnLst>
                              <p:par>
                                <p:cTn id="86" presetID="42" presetClass="path" presetSubtype="0" accel="50000" decel="5000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00348 0.0037 L 0.15434 0.16358 " pathEditMode="relative" rAng="0" ptsTypes="AA">
                                      <p:cBhvr>
                                        <p:cTn id="87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7535" y="7994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8" fill="hold">
                      <p:stCondLst>
                        <p:cond delay="indefinite"/>
                      </p:stCondLst>
                      <p:childTnLst>
                        <p:par>
                          <p:cTn id="89" fill="hold">
                            <p:stCondLst>
                              <p:cond delay="0"/>
                            </p:stCondLst>
                            <p:childTnLst>
                              <p:par>
                                <p:cTn id="90" presetID="42" presetClass="path" presetSubtype="0" accel="50000" decel="5000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2.77778E-6 2.46914E-6 L 0.27656 -0.13025 " pathEditMode="relative" rAng="0" ptsTypes="AA">
                                      <p:cBhvr>
                                        <p:cTn id="91" dur="1000" fill="hold"/>
                                        <p:tgtEl>
                                          <p:spTgt spid="23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3819" y="-6512"/>
                                    </p:animMotion>
                                  </p:childTnLst>
                                </p:cTn>
                              </p:par>
                              <p:par>
                                <p:cTn id="9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4" dur="1000"/>
                                        <p:tgtEl>
                                          <p:spTgt spid="27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5" fill="hold">
                      <p:stCondLst>
                        <p:cond delay="indefinite"/>
                      </p:stCondLst>
                      <p:childTnLst>
                        <p:par>
                          <p:cTn id="96" fill="hold">
                            <p:stCondLst>
                              <p:cond delay="0"/>
                            </p:stCondLst>
                            <p:childTnLst>
                              <p:par>
                                <p:cTn id="97" presetID="22" presetClass="exit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98" dur="500"/>
                                        <p:tgtEl>
                                          <p:spTgt spid="23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0" presetID="22" presetClass="exit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up)">
                                      <p:cBhvr>
                                        <p:cTn id="101" dur="500"/>
                                        <p:tgtEl>
                                          <p:spTgt spid="27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3" presetID="10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5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6" fill="hold">
                      <p:stCondLst>
                        <p:cond delay="indefinite"/>
                      </p:stCondLst>
                      <p:childTnLst>
                        <p:par>
                          <p:cTn id="107" fill="hold">
                            <p:stCondLst>
                              <p:cond delay="0"/>
                            </p:stCondLst>
                            <p:childTnLst>
                              <p:par>
                                <p:cTn id="108" presetID="42" presetClass="path" presetSubtype="0" accel="50000" decel="5000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0.00209 -0.0037 L 0.17239 0.12994 " pathEditMode="relative" rAng="0" ptsTypes="AA">
                                      <p:cBhvr>
                                        <p:cTn id="109" dur="1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8715" y="6667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0" fill="hold">
                      <p:stCondLst>
                        <p:cond delay="indefinite"/>
                      </p:stCondLst>
                      <p:childTnLst>
                        <p:par>
                          <p:cTn id="111" fill="hold">
                            <p:stCondLst>
                              <p:cond delay="0"/>
                            </p:stCondLst>
                            <p:childTnLst>
                              <p:par>
                                <p:cTn id="112" presetID="42" presetClass="path" presetSubtype="0" accel="50000" decel="5000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2.5E-6 3.7037E-7 L 0.2533 -0.0963 " pathEditMode="relative" rAng="0" ptsTypes="AA">
                                      <p:cBhvr>
                                        <p:cTn id="113" dur="1000" fill="hold"/>
                                        <p:tgtEl>
                                          <p:spTgt spid="23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2656" y="-4815"/>
                                    </p:animMotion>
                                  </p:childTnLst>
                                </p:cTn>
                              </p:par>
                              <p:par>
                                <p:cTn id="1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6" dur="1000"/>
                                        <p:tgtEl>
                                          <p:spTgt spid="27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7" fill="hold">
                      <p:stCondLst>
                        <p:cond delay="indefinite"/>
                      </p:stCondLst>
                      <p:childTnLst>
                        <p:par>
                          <p:cTn id="118" fill="hold">
                            <p:stCondLst>
                              <p:cond delay="0"/>
                            </p:stCondLst>
                            <p:childTnLst>
                              <p:par>
                                <p:cTn id="119" presetID="22" presetClass="exit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120" dur="500"/>
                                        <p:tgtEl>
                                          <p:spTgt spid="23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2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2" presetID="22" presetClass="exit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up)">
                                      <p:cBhvr>
                                        <p:cTn id="123" dur="500"/>
                                        <p:tgtEl>
                                          <p:spTgt spid="27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2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5" presetID="10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8" fill="hold">
                      <p:stCondLst>
                        <p:cond delay="indefinite"/>
                      </p:stCondLst>
                      <p:childTnLst>
                        <p:par>
                          <p:cTn id="129" fill="hold">
                            <p:stCondLst>
                              <p:cond delay="0"/>
                            </p:stCondLst>
                            <p:childTnLst>
                              <p:par>
                                <p:cTn id="130" presetID="42" presetClass="path" presetSubtype="0" accel="50000" decel="5000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00208 -0.00123 L 0.19288 0.09506 " pathEditMode="relative" rAng="0" ptsTypes="AA">
                                      <p:cBhvr>
                                        <p:cTn id="131" dur="1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9531" y="4815"/>
                                    </p:animMotion>
                                  </p:childTnLst>
                                </p:cTn>
                              </p:par>
                              <p:par>
                                <p:cTn id="132" presetID="42" presetClass="path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3.61111E-6 4.32099E-6 L -0.08438 0.31574 " pathEditMode="relative" rAng="0" ptsTypes="AA">
                                      <p:cBhvr>
                                        <p:cTn id="133" dur="2000" fill="hold"/>
                                        <p:tgtEl>
                                          <p:spTgt spid="27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4219" y="15772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4" fill="hold">
                      <p:stCondLst>
                        <p:cond delay="indefinite"/>
                      </p:stCondLst>
                      <p:childTnLst>
                        <p:par>
                          <p:cTn id="135" fill="hold">
                            <p:stCondLst>
                              <p:cond delay="0"/>
                            </p:stCondLst>
                            <p:childTnLst>
                              <p:par>
                                <p:cTn id="136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8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0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1" grpId="1" animBg="1"/>
      <p:bldP spid="10" grpId="0" animBg="1"/>
      <p:bldP spid="10" grpId="1" animBg="1"/>
      <p:bldP spid="9" grpId="0" animBg="1"/>
      <p:bldP spid="9" grpId="1" animBg="1"/>
      <p:bldP spid="8" grpId="0" animBg="1"/>
      <p:bldP spid="8" grpId="1" animBg="1"/>
      <p:bldP spid="2" grpId="0" animBg="1"/>
      <p:bldP spid="2" grpId="1" animBg="1"/>
      <p:bldP spid="272" grpId="0" animBg="1"/>
      <p:bldP spid="272" grpId="1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5" name="Google Shape;315;p37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Tensor Semantics for MGs</a:t>
            </a:r>
            <a:endParaRPr dirty="0"/>
          </a:p>
        </p:txBody>
      </p:sp>
      <p:sp>
        <p:nvSpPr>
          <p:cNvPr id="316" name="Google Shape;316;p37"/>
          <p:cNvSpPr txBox="1">
            <a:spLocks noGrp="1"/>
          </p:cNvSpPr>
          <p:nvPr>
            <p:ph type="sldNum" idx="12"/>
          </p:nvPr>
        </p:nvSpPr>
        <p:spPr>
          <a:xfrm>
            <a:off x="8588848" y="474236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17</a:t>
            </a:fld>
            <a:endParaRPr dirty="0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aphicFrame>
        <p:nvGraphicFramePr>
          <p:cNvPr id="317" name="Google Shape;317;p37"/>
          <p:cNvGraphicFramePr/>
          <p:nvPr/>
        </p:nvGraphicFramePr>
        <p:xfrm>
          <a:off x="311700" y="1462250"/>
          <a:ext cx="3249700" cy="2590620"/>
        </p:xfrm>
        <a:graphic>
          <a:graphicData uri="http://schemas.openxmlformats.org/drawingml/2006/table">
            <a:tbl>
              <a:tblPr>
                <a:noFill/>
                <a:tableStyleId>{957C3E7A-245C-4847-85F8-382FA85EA222}</a:tableStyleId>
              </a:tblPr>
              <a:tblGrid>
                <a:gridCol w="16820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676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810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Selectee Features</a:t>
                      </a:r>
                      <a:endParaRPr/>
                    </a:p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in our MG</a:t>
                      </a:r>
                      <a:endParaRPr/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Corresponding Vector Space</a:t>
                      </a:r>
                      <a:endParaRPr/>
                    </a:p>
                  </a:txBody>
                  <a:tcPr marL="91425" marR="91425" marT="91425" marB="91425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D</a:t>
                      </a:r>
                      <a:endParaRPr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" dirty="0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𝗗</a:t>
                      </a:r>
                      <a:endParaRPr dirty="0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L="91425" marR="91425" marT="91425" marB="91425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V</a:t>
                      </a:r>
                      <a:endParaRPr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" dirty="0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𝗩</a:t>
                      </a:r>
                      <a:endParaRPr dirty="0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L="91425" marR="91425" marT="91425" marB="91425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v</a:t>
                      </a:r>
                      <a:endParaRPr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" dirty="0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𝗨</a:t>
                      </a:r>
                      <a:endParaRPr dirty="0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L="91425" marR="91425" marT="91425" marB="91425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T</a:t>
                      </a:r>
                      <a:endParaRPr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𝗧</a:t>
                      </a:r>
                      <a:endParaRPr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L="91425" marR="91425" marT="91425" marB="91425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C</a:t>
                      </a:r>
                      <a:endParaRPr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" dirty="0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𝗖</a:t>
                      </a:r>
                      <a:endParaRPr dirty="0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L="91425" marR="91425" marT="91425" marB="91425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0479AAB2-DBC0-C2B4-42DE-7E4EE5FC5B22}"/>
              </a:ext>
            </a:extLst>
          </p:cNvPr>
          <p:cNvSpPr txBox="1"/>
          <p:nvPr/>
        </p:nvSpPr>
        <p:spPr>
          <a:xfrm>
            <a:off x="6289271" y="1633324"/>
            <a:ext cx="44931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>
                <a:solidFill>
                  <a:schemeClr val="bg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[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BB050A37-F0BE-A416-1F60-449777F56ECE}"/>
              </a:ext>
            </a:extLst>
          </p:cNvPr>
          <p:cNvSpPr txBox="1"/>
          <p:nvPr/>
        </p:nvSpPr>
        <p:spPr>
          <a:xfrm>
            <a:off x="6738589" y="1633324"/>
            <a:ext cx="44931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>
                <a:solidFill>
                  <a:schemeClr val="bg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FE6D25D-48C5-6AAD-6350-042D1B5B2563}"/>
              </a:ext>
            </a:extLst>
          </p:cNvPr>
          <p:cNvSpPr txBox="1"/>
          <p:nvPr/>
        </p:nvSpPr>
        <p:spPr>
          <a:xfrm>
            <a:off x="7412566" y="1633324"/>
            <a:ext cx="91045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 err="1">
                <a:solidFill>
                  <a:schemeClr val="bg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wh</a:t>
            </a:r>
            <a:r>
              <a:rPr lang="en-US" sz="3200" baseline="30000" dirty="0">
                <a:solidFill>
                  <a:schemeClr val="bg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-</a:t>
            </a:r>
            <a:endParaRPr lang="en-US" sz="3200" dirty="0">
              <a:solidFill>
                <a:schemeClr val="bg2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E6D69075-BF75-3F72-43B1-BB73299B8433}"/>
              </a:ext>
            </a:extLst>
          </p:cNvPr>
          <p:cNvSpPr txBox="1"/>
          <p:nvPr/>
        </p:nvSpPr>
        <p:spPr>
          <a:xfrm>
            <a:off x="8323024" y="1633324"/>
            <a:ext cx="44931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>
                <a:solidFill>
                  <a:schemeClr val="bg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]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69E88EC9-B503-837C-47B3-B1DE109A0151}"/>
              </a:ext>
            </a:extLst>
          </p:cNvPr>
          <p:cNvSpPr txBox="1"/>
          <p:nvPr/>
        </p:nvSpPr>
        <p:spPr>
          <a:xfrm>
            <a:off x="6570719" y="563195"/>
            <a:ext cx="780393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3200" dirty="0">
                <a:solidFill>
                  <a:srgbClr val="FF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𝗗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33512B64-2470-0678-833F-297EF057CDCC}"/>
              </a:ext>
            </a:extLst>
          </p:cNvPr>
          <p:cNvSpPr txBox="1"/>
          <p:nvPr/>
        </p:nvSpPr>
        <p:spPr>
          <a:xfrm>
            <a:off x="6289271" y="3821310"/>
            <a:ext cx="44931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>
                <a:solidFill>
                  <a:schemeClr val="bg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[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042711DC-AC9B-5CB7-6C53-C038FD65DF84}"/>
              </a:ext>
            </a:extLst>
          </p:cNvPr>
          <p:cNvSpPr txBox="1"/>
          <p:nvPr/>
        </p:nvSpPr>
        <p:spPr>
          <a:xfrm>
            <a:off x="6621150" y="3821310"/>
            <a:ext cx="79615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>
                <a:solidFill>
                  <a:schemeClr val="bg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=D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FA5B827A-9204-530E-EF33-3EC8ECA91A59}"/>
              </a:ext>
            </a:extLst>
          </p:cNvPr>
          <p:cNvSpPr txBox="1"/>
          <p:nvPr/>
        </p:nvSpPr>
        <p:spPr>
          <a:xfrm>
            <a:off x="7502707" y="3821310"/>
            <a:ext cx="91045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>
                <a:solidFill>
                  <a:schemeClr val="bg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91608BD6-0858-1C08-E863-79DE61EEB3F4}"/>
              </a:ext>
            </a:extLst>
          </p:cNvPr>
          <p:cNvSpPr txBox="1"/>
          <p:nvPr/>
        </p:nvSpPr>
        <p:spPr>
          <a:xfrm>
            <a:off x="8188506" y="3821310"/>
            <a:ext cx="44931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>
                <a:solidFill>
                  <a:schemeClr val="bg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]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F91A89D7-F4F7-C3B8-4885-10CEA2EF4FD5}"/>
                  </a:ext>
                </a:extLst>
              </p:cNvPr>
              <p:cNvSpPr txBox="1"/>
              <p:nvPr/>
            </p:nvSpPr>
            <p:spPr>
              <a:xfrm>
                <a:off x="7085726" y="2703453"/>
                <a:ext cx="1101977" cy="58477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100"/>
                  <a:buFont typeface="Arial"/>
                  <a:buNone/>
                </a:pPr>
                <a14:m>
                  <m:oMath xmlns:m="http://schemas.openxmlformats.org/officeDocument/2006/math">
                    <m:r>
                      <a:rPr lang="en-US" sz="3200" b="0" i="1" smtClean="0">
                        <a:solidFill>
                          <a:schemeClr val="bg2"/>
                        </a:solidFill>
                        <a:latin typeface="Cambria Math" panose="02040503050406030204" pitchFamily="18" charset="0"/>
                        <a:ea typeface="Times New Roman"/>
                        <a:cs typeface="Times New Roman"/>
                        <a:sym typeface="Times New Roman"/>
                      </a:rPr>
                      <m:t>⊗</m:t>
                    </m:r>
                  </m:oMath>
                </a14:m>
                <a:r>
                  <a:rPr lang="en-US" sz="3200" dirty="0">
                    <a:solidFill>
                      <a:schemeClr val="bg2"/>
                    </a:solidFill>
                    <a:latin typeface="Times New Roman"/>
                    <a:ea typeface="Times New Roman"/>
                    <a:cs typeface="Times New Roman"/>
                    <a:sym typeface="Times New Roman"/>
                  </a:rPr>
                  <a:t>  </a:t>
                </a:r>
                <a:r>
                  <a:rPr lang="en" sz="3200" dirty="0">
                    <a:solidFill>
                      <a:srgbClr val="002060"/>
                    </a:solidFill>
                    <a:latin typeface="Times New Roman"/>
                    <a:ea typeface="Times New Roman"/>
                    <a:cs typeface="Times New Roman"/>
                    <a:sym typeface="Times New Roman"/>
                  </a:rPr>
                  <a:t>𝗗</a:t>
                </a:r>
              </a:p>
            </p:txBody>
          </p:sp>
        </mc:Choice>
        <mc:Fallback xmlns="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F91A89D7-F4F7-C3B8-4885-10CEA2EF4FD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85726" y="2703453"/>
                <a:ext cx="1101977" cy="584775"/>
              </a:xfrm>
              <a:prstGeom prst="rect">
                <a:avLst/>
              </a:prstGeom>
              <a:blipFill>
                <a:blip r:embed="rId3"/>
                <a:stretch>
                  <a:fillRect t="-14583" r="-12707" b="-3229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5" name="TextBox 24">
            <a:extLst>
              <a:ext uri="{FF2B5EF4-FFF2-40B4-BE49-F238E27FC236}">
                <a16:creationId xmlns:a16="http://schemas.microsoft.com/office/drawing/2014/main" id="{00B81673-BBD6-05EB-75E8-97215A045642}"/>
              </a:ext>
            </a:extLst>
          </p:cNvPr>
          <p:cNvSpPr txBox="1"/>
          <p:nvPr/>
        </p:nvSpPr>
        <p:spPr>
          <a:xfrm>
            <a:off x="6487147" y="2714286"/>
            <a:ext cx="589893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3200" dirty="0">
                <a:solidFill>
                  <a:srgbClr val="00B05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𝗩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42B737F8-C616-4EC5-FB6F-BCAA89221A4F}"/>
              </a:ext>
            </a:extLst>
          </p:cNvPr>
          <p:cNvSpPr txBox="1"/>
          <p:nvPr/>
        </p:nvSpPr>
        <p:spPr>
          <a:xfrm>
            <a:off x="4754092" y="1618241"/>
            <a:ext cx="98296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i="1" dirty="0">
                <a:solidFill>
                  <a:schemeClr val="bg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what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C5CA073A-FA8A-FD4B-0F85-4027504869BA}"/>
                  </a:ext>
                </a:extLst>
              </p:cNvPr>
              <p:cNvSpPr txBox="1"/>
              <p:nvPr/>
            </p:nvSpPr>
            <p:spPr>
              <a:xfrm>
                <a:off x="4471858" y="594277"/>
                <a:ext cx="1549562" cy="492443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l-GR" sz="3200" i="0" smtClean="0">
                        <a:solidFill>
                          <a:schemeClr val="bg2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Φ</m:t>
                    </m:r>
                  </m:oMath>
                </a14:m>
                <a:r>
                  <a:rPr lang="en-US" sz="3200" dirty="0">
                    <a:solidFill>
                      <a:schemeClr val="bg2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(</a:t>
                </a:r>
                <a:r>
                  <a:rPr lang="en-US" sz="3200" i="1" dirty="0">
                    <a:solidFill>
                      <a:schemeClr val="bg2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what</a:t>
                </a:r>
                <a:r>
                  <a:rPr lang="en-US" sz="3200" dirty="0">
                    <a:solidFill>
                      <a:schemeClr val="bg2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)</a:t>
                </a:r>
              </a:p>
            </p:txBody>
          </p:sp>
        </mc:Choice>
        <mc:Fallback xmlns=""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C5CA073A-FA8A-FD4B-0F85-4027504869B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71858" y="594277"/>
                <a:ext cx="1549562" cy="492443"/>
              </a:xfrm>
              <a:prstGeom prst="rect">
                <a:avLst/>
              </a:prstGeom>
              <a:blipFill>
                <a:blip r:embed="rId4"/>
                <a:stretch>
                  <a:fillRect t="-25926" r="-5512" b="-481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602B2040-9B6F-A82E-6D50-CB5111E68040}"/>
              </a:ext>
            </a:extLst>
          </p:cNvPr>
          <p:cNvCxnSpPr>
            <a:cxnSpLocks/>
            <a:stCxn id="29" idx="0"/>
            <a:endCxn id="30" idx="2"/>
          </p:cNvCxnSpPr>
          <p:nvPr/>
        </p:nvCxnSpPr>
        <p:spPr>
          <a:xfrm flipV="1">
            <a:off x="5245573" y="1086720"/>
            <a:ext cx="1066" cy="53152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8BB5DAAE-5DA7-8F3E-E9B9-BEA9C0E7D7C7}"/>
                  </a:ext>
                </a:extLst>
              </p:cNvPr>
              <p:cNvSpPr txBox="1"/>
              <p:nvPr/>
            </p:nvSpPr>
            <p:spPr>
              <a:xfrm>
                <a:off x="6104124" y="609360"/>
                <a:ext cx="370294" cy="49244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200" b="0" i="1" smtClean="0">
                          <a:solidFill>
                            <a:schemeClr val="bg2"/>
                          </a:solidFill>
                          <a:latin typeface="Cambria Math" panose="02040503050406030204" pitchFamily="18" charset="0"/>
                        </a:rPr>
                        <m:t>∈</m:t>
                      </m:r>
                    </m:oMath>
                  </m:oMathPara>
                </a14:m>
                <a:endParaRPr lang="en-US" sz="3200" b="0" dirty="0">
                  <a:solidFill>
                    <a:schemeClr val="bg2"/>
                  </a:solidFill>
                </a:endParaRPr>
              </a:p>
            </p:txBody>
          </p:sp>
        </mc:Choice>
        <mc:Fallback xmlns=""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8BB5DAAE-5DA7-8F3E-E9B9-BEA9C0E7D7C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04124" y="609360"/>
                <a:ext cx="370294" cy="492443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8" name="TextBox 37">
            <a:extLst>
              <a:ext uri="{FF2B5EF4-FFF2-40B4-BE49-F238E27FC236}">
                <a16:creationId xmlns:a16="http://schemas.microsoft.com/office/drawing/2014/main" id="{DA189B18-7658-2D6E-DF43-437756752483}"/>
              </a:ext>
            </a:extLst>
          </p:cNvPr>
          <p:cNvSpPr txBox="1"/>
          <p:nvPr/>
        </p:nvSpPr>
        <p:spPr>
          <a:xfrm>
            <a:off x="4913590" y="3760482"/>
            <a:ext cx="68640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i="1" dirty="0">
                <a:solidFill>
                  <a:schemeClr val="bg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eat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133C717B-127C-01C3-13B7-0C24D1F477AE}"/>
                  </a:ext>
                </a:extLst>
              </p:cNvPr>
              <p:cNvSpPr txBox="1"/>
              <p:nvPr/>
            </p:nvSpPr>
            <p:spPr>
              <a:xfrm>
                <a:off x="4692724" y="2757560"/>
                <a:ext cx="1105696" cy="492443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l-GR" sz="3200" i="0" smtClean="0">
                        <a:solidFill>
                          <a:schemeClr val="bg2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Φ</m:t>
                    </m:r>
                  </m:oMath>
                </a14:m>
                <a:r>
                  <a:rPr lang="en-US" sz="3200" dirty="0">
                    <a:solidFill>
                      <a:schemeClr val="bg2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(</a:t>
                </a:r>
                <a:r>
                  <a:rPr lang="en-US" sz="3200" i="1" dirty="0">
                    <a:solidFill>
                      <a:schemeClr val="bg2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eat</a:t>
                </a:r>
                <a:r>
                  <a:rPr lang="en-US" sz="3200" dirty="0">
                    <a:solidFill>
                      <a:schemeClr val="bg2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)</a:t>
                </a:r>
              </a:p>
            </p:txBody>
          </p:sp>
        </mc:Choice>
        <mc:Fallback xmlns=""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133C717B-127C-01C3-13B7-0C24D1F477A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92724" y="2757560"/>
                <a:ext cx="1105696" cy="492443"/>
              </a:xfrm>
              <a:prstGeom prst="rect">
                <a:avLst/>
              </a:prstGeom>
              <a:blipFill>
                <a:blip r:embed="rId6"/>
                <a:stretch>
                  <a:fillRect t="-25926" r="-20994" b="-481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5580B097-446F-AF66-3CE6-3DC6759A918D}"/>
              </a:ext>
            </a:extLst>
          </p:cNvPr>
          <p:cNvCxnSpPr>
            <a:cxnSpLocks/>
            <a:stCxn id="38" idx="0"/>
            <a:endCxn id="39" idx="2"/>
          </p:cNvCxnSpPr>
          <p:nvPr/>
        </p:nvCxnSpPr>
        <p:spPr>
          <a:xfrm flipH="1" flipV="1">
            <a:off x="5245572" y="3250003"/>
            <a:ext cx="11221" cy="51047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BCACC31C-0FA1-8CF1-4AD0-83CC7E1ED79F}"/>
                  </a:ext>
                </a:extLst>
              </p:cNvPr>
              <p:cNvSpPr txBox="1"/>
              <p:nvPr/>
            </p:nvSpPr>
            <p:spPr>
              <a:xfrm>
                <a:off x="6104124" y="2764703"/>
                <a:ext cx="370294" cy="49244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200" b="0" i="1" smtClean="0">
                          <a:solidFill>
                            <a:schemeClr val="bg2"/>
                          </a:solidFill>
                          <a:latin typeface="Cambria Math" panose="02040503050406030204" pitchFamily="18" charset="0"/>
                        </a:rPr>
                        <m:t>∈</m:t>
                      </m:r>
                    </m:oMath>
                  </m:oMathPara>
                </a14:m>
                <a:endParaRPr lang="en-US" sz="3200" b="0" dirty="0">
                  <a:solidFill>
                    <a:schemeClr val="bg2"/>
                  </a:solidFill>
                </a:endParaRPr>
              </a:p>
            </p:txBody>
          </p:sp>
        </mc:Choice>
        <mc:Fallback xmlns="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BCACC31C-0FA1-8CF1-4AD0-83CC7E1ED79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04124" y="2764703"/>
                <a:ext cx="370294" cy="492443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9" presetClass="emph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16" dur="500" fill="hold"/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  <p:animClr clrSpc="rgb" dir="cw">
                                      <p:cBhvr>
                                        <p:cTn id="17" dur="500" fill="hold"/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  <p:set>
                                      <p:cBhvr>
                                        <p:cTn id="18" dur="500" fill="hold"/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19" dur="500" fill="hold"/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2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6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9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51" dur="500" fill="hold"/>
                                        <p:tgtEl>
                                          <p:spTgt spid="2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00B050"/>
                                      </p:to>
                                    </p:animClr>
                                    <p:animClr clrSpc="rgb" dir="cw">
                                      <p:cBhvr>
                                        <p:cTn id="52" dur="500" fill="hold"/>
                                        <p:tgtEl>
                                          <p:spTgt spid="2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rgbClr val="00B050"/>
                                      </p:to>
                                    </p:animClr>
                                    <p:set>
                                      <p:cBhvr>
                                        <p:cTn id="53" dur="500" fill="hold"/>
                                        <p:tgtEl>
                                          <p:spTgt spid="2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54" dur="500" fill="hold"/>
                                        <p:tgtEl>
                                          <p:spTgt spid="2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9" presetClass="emph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61" dur="500" fill="hold"/>
                                        <p:tgtEl>
                                          <p:spTgt spid="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002060"/>
                                      </p:to>
                                    </p:animClr>
                                    <p:animClr clrSpc="rgb" dir="cw">
                                      <p:cBhvr>
                                        <p:cTn id="62" dur="500" fill="hold"/>
                                        <p:tgtEl>
                                          <p:spTgt spid="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rgbClr val="002060"/>
                                      </p:to>
                                    </p:animClr>
                                    <p:set>
                                      <p:cBhvr>
                                        <p:cTn id="63" dur="500" fill="hold"/>
                                        <p:tgtEl>
                                          <p:spTgt spid="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64" dur="500" fill="hold"/>
                                        <p:tgtEl>
                                          <p:spTgt spid="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2" fill="hold">
                      <p:stCondLst>
                        <p:cond delay="indefinite"/>
                      </p:stCondLst>
                      <p:childTnLst>
                        <p:par>
                          <p:cTn id="73" fill="hold">
                            <p:stCondLst>
                              <p:cond delay="0"/>
                            </p:stCondLst>
                            <p:childTnLst>
                              <p:par>
                                <p:cTn id="7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 build="allAtOnce"/>
      <p:bldP spid="14" grpId="1" build="allAtOnce"/>
      <p:bldP spid="15" grpId="0"/>
      <p:bldP spid="16" grpId="0"/>
      <p:bldP spid="18" grpId="0"/>
      <p:bldP spid="19" grpId="0"/>
      <p:bldP spid="20" grpId="0" build="p"/>
      <p:bldP spid="20" grpId="1" build="p"/>
      <p:bldP spid="21" grpId="0" build="p"/>
      <p:bldP spid="22" grpId="0"/>
      <p:bldP spid="23" grpId="0"/>
      <p:bldP spid="25" grpId="0"/>
      <p:bldP spid="29" grpId="0"/>
      <p:bldP spid="30" grpId="0"/>
      <p:bldP spid="37" grpId="0"/>
      <p:bldP spid="38" grpId="0"/>
      <p:bldP spid="39" grpId="0"/>
      <p:bldP spid="41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D51C11-DDE4-D22E-669C-FBBD4D51C5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Tensor Semantics for MGs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2F48F96E-5803-B7C3-D6D8-AF826CE54823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18</a:t>
            </a:fld>
            <a:endParaRPr lang="en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67386B03-34A9-0963-9DB0-CE0C1B432B2A}"/>
              </a:ext>
            </a:extLst>
          </p:cNvPr>
          <p:cNvSpPr txBox="1"/>
          <p:nvPr/>
        </p:nvSpPr>
        <p:spPr>
          <a:xfrm>
            <a:off x="3589039" y="3735798"/>
            <a:ext cx="98296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i="1" dirty="0">
                <a:solidFill>
                  <a:schemeClr val="bg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what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B4FA379C-2A0F-07B5-25F2-C456DB784438}"/>
                  </a:ext>
                </a:extLst>
              </p:cNvPr>
              <p:cNvSpPr txBox="1"/>
              <p:nvPr/>
            </p:nvSpPr>
            <p:spPr>
              <a:xfrm>
                <a:off x="3306805" y="2711834"/>
                <a:ext cx="1549562" cy="492443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l-GR" sz="3200" i="0" smtClean="0">
                        <a:solidFill>
                          <a:schemeClr val="bg2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Φ</m:t>
                    </m:r>
                  </m:oMath>
                </a14:m>
                <a:r>
                  <a:rPr lang="en-US" sz="3200" dirty="0">
                    <a:solidFill>
                      <a:schemeClr val="bg2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(</a:t>
                </a:r>
                <a:r>
                  <a:rPr lang="en-US" sz="3200" i="1" dirty="0">
                    <a:solidFill>
                      <a:schemeClr val="bg2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what</a:t>
                </a:r>
                <a:r>
                  <a:rPr lang="en-US" sz="3200" dirty="0">
                    <a:solidFill>
                      <a:schemeClr val="bg2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)</a:t>
                </a:r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B4FA379C-2A0F-07B5-25F2-C456DB78443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06805" y="2711834"/>
                <a:ext cx="1549562" cy="492443"/>
              </a:xfrm>
              <a:prstGeom prst="rect">
                <a:avLst/>
              </a:prstGeom>
              <a:blipFill>
                <a:blip r:embed="rId2"/>
                <a:stretch>
                  <a:fillRect t="-27160" r="-5490" b="-4691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F63EEA1F-DA0C-1FB2-DCF8-8E62C0DF55C9}"/>
              </a:ext>
            </a:extLst>
          </p:cNvPr>
          <p:cNvCxnSpPr>
            <a:cxnSpLocks/>
            <a:stCxn id="17" idx="0"/>
            <a:endCxn id="18" idx="2"/>
          </p:cNvCxnSpPr>
          <p:nvPr/>
        </p:nvCxnSpPr>
        <p:spPr>
          <a:xfrm flipV="1">
            <a:off x="4080520" y="3204277"/>
            <a:ext cx="1066" cy="53152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754D8C42-FEB0-2001-5004-CAF21A6046F8}"/>
              </a:ext>
            </a:extLst>
          </p:cNvPr>
          <p:cNvSpPr txBox="1"/>
          <p:nvPr/>
        </p:nvSpPr>
        <p:spPr>
          <a:xfrm>
            <a:off x="1482270" y="3735798"/>
            <a:ext cx="68640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i="1" dirty="0">
                <a:solidFill>
                  <a:schemeClr val="bg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eat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79105BF7-AEBF-801C-380E-5976CBC3B4FB}"/>
                  </a:ext>
                </a:extLst>
              </p:cNvPr>
              <p:cNvSpPr txBox="1"/>
              <p:nvPr/>
            </p:nvSpPr>
            <p:spPr>
              <a:xfrm>
                <a:off x="1261404" y="2732876"/>
                <a:ext cx="1105696" cy="492443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l-GR" sz="3200">
                        <a:solidFill>
                          <a:schemeClr val="bg2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Φ</m:t>
                    </m:r>
                  </m:oMath>
                </a14:m>
                <a:r>
                  <a:rPr lang="en-US" sz="3200" dirty="0">
                    <a:solidFill>
                      <a:schemeClr val="bg2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(</a:t>
                </a:r>
                <a:r>
                  <a:rPr lang="en-US" sz="3200" i="1" dirty="0">
                    <a:solidFill>
                      <a:schemeClr val="bg2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eat</a:t>
                </a:r>
                <a:r>
                  <a:rPr lang="en-US" sz="3200" dirty="0">
                    <a:solidFill>
                      <a:schemeClr val="bg2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)</a:t>
                </a:r>
              </a:p>
            </p:txBody>
          </p:sp>
        </mc:Choice>
        <mc:Fallback xmlns="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79105BF7-AEBF-801C-380E-5976CBC3B4F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61404" y="2732876"/>
                <a:ext cx="1105696" cy="492443"/>
              </a:xfrm>
              <a:prstGeom prst="rect">
                <a:avLst/>
              </a:prstGeom>
              <a:blipFill>
                <a:blip r:embed="rId3"/>
                <a:stretch>
                  <a:fillRect t="-25926" r="-20994" b="-481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0DE5DBD5-0F25-9181-BC83-C5FC78783FCD}"/>
              </a:ext>
            </a:extLst>
          </p:cNvPr>
          <p:cNvCxnSpPr>
            <a:cxnSpLocks/>
            <a:stCxn id="20" idx="0"/>
            <a:endCxn id="21" idx="2"/>
          </p:cNvCxnSpPr>
          <p:nvPr/>
        </p:nvCxnSpPr>
        <p:spPr>
          <a:xfrm flipH="1" flipV="1">
            <a:off x="1814252" y="3225319"/>
            <a:ext cx="11221" cy="51047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37C6B4FF-28CB-9540-E45D-9C2C07F0E04E}"/>
                  </a:ext>
                </a:extLst>
              </p:cNvPr>
              <p:cNvSpPr txBox="1"/>
              <p:nvPr/>
            </p:nvSpPr>
            <p:spPr>
              <a:xfrm rot="16200000">
                <a:off x="1629104" y="2131411"/>
                <a:ext cx="370294" cy="49244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200" b="0" i="1" smtClean="0">
                          <a:solidFill>
                            <a:schemeClr val="bg2"/>
                          </a:solidFill>
                          <a:latin typeface="Cambria Math" panose="02040503050406030204" pitchFamily="18" charset="0"/>
                        </a:rPr>
                        <m:t>∈</m:t>
                      </m:r>
                    </m:oMath>
                  </m:oMathPara>
                </a14:m>
                <a:endParaRPr lang="en-US" sz="3200" b="0" dirty="0">
                  <a:solidFill>
                    <a:schemeClr val="bg2"/>
                  </a:solidFill>
                </a:endParaRPr>
              </a:p>
            </p:txBody>
          </p:sp>
        </mc:Choice>
        <mc:Fallback xmlns="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37C6B4FF-28CB-9540-E45D-9C2C07F0E04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16200000">
                <a:off x="1629104" y="2131411"/>
                <a:ext cx="370294" cy="492443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95D90BE9-41EC-66F1-EF7D-BD384614EA80}"/>
                  </a:ext>
                </a:extLst>
              </p:cNvPr>
              <p:cNvSpPr txBox="1"/>
              <p:nvPr/>
            </p:nvSpPr>
            <p:spPr>
              <a:xfrm>
                <a:off x="1120383" y="1437614"/>
                <a:ext cx="1410179" cy="58477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>
                  <a:buClr>
                    <a:schemeClr val="dk1"/>
                  </a:buClr>
                  <a:buSzPts val="1100"/>
                </a:pPr>
                <a:r>
                  <a:rPr lang="en" sz="3200" dirty="0">
                    <a:solidFill>
                      <a:schemeClr val="bg2"/>
                    </a:solidFill>
                    <a:latin typeface="Times New Roman"/>
                    <a:ea typeface="Times New Roman"/>
                    <a:cs typeface="Times New Roman"/>
                    <a:sym typeface="Times New Roman"/>
                  </a:rPr>
                  <a:t>𝗩 </a:t>
                </a:r>
                <a14:m>
                  <m:oMath xmlns:m="http://schemas.openxmlformats.org/officeDocument/2006/math">
                    <m:r>
                      <a:rPr lang="en-US" sz="3200" b="0" i="1" smtClean="0">
                        <a:solidFill>
                          <a:schemeClr val="bg2"/>
                        </a:solidFill>
                        <a:latin typeface="Cambria Math" panose="02040503050406030204" pitchFamily="18" charset="0"/>
                        <a:ea typeface="Times New Roman"/>
                        <a:cs typeface="Times New Roman"/>
                        <a:sym typeface="Times New Roman"/>
                      </a:rPr>
                      <m:t>⊗</m:t>
                    </m:r>
                  </m:oMath>
                </a14:m>
                <a:r>
                  <a:rPr lang="en" sz="3200" dirty="0">
                    <a:solidFill>
                      <a:schemeClr val="bg2"/>
                    </a:solidFill>
                    <a:latin typeface="Times New Roman"/>
                    <a:ea typeface="Times New Roman"/>
                    <a:cs typeface="Times New Roman"/>
                    <a:sym typeface="Times New Roman"/>
                  </a:rPr>
                  <a:t> 𝗗</a:t>
                </a:r>
              </a:p>
            </p:txBody>
          </p:sp>
        </mc:Choice>
        <mc:Fallback xmlns="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95D90BE9-41EC-66F1-EF7D-BD384614EA8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20383" y="1437614"/>
                <a:ext cx="1410179" cy="584775"/>
              </a:xfrm>
              <a:prstGeom prst="rect">
                <a:avLst/>
              </a:prstGeom>
              <a:blipFill>
                <a:blip r:embed="rId5"/>
                <a:stretch>
                  <a:fillRect l="-8658" t="-14583" r="-7792" b="-3229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B8B845C9-BADD-9A9F-52D5-DD5E558032BC}"/>
                  </a:ext>
                </a:extLst>
              </p:cNvPr>
              <p:cNvSpPr txBox="1"/>
              <p:nvPr/>
            </p:nvSpPr>
            <p:spPr>
              <a:xfrm rot="16200000">
                <a:off x="3879330" y="2065986"/>
                <a:ext cx="370294" cy="49244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200" b="0" i="1" smtClean="0">
                          <a:solidFill>
                            <a:schemeClr val="bg2"/>
                          </a:solidFill>
                          <a:latin typeface="Cambria Math" panose="02040503050406030204" pitchFamily="18" charset="0"/>
                        </a:rPr>
                        <m:t>∈</m:t>
                      </m:r>
                    </m:oMath>
                  </m:oMathPara>
                </a14:m>
                <a:endParaRPr lang="en-US" sz="3200" b="0" dirty="0">
                  <a:solidFill>
                    <a:schemeClr val="bg2"/>
                  </a:solidFill>
                </a:endParaRPr>
              </a:p>
            </p:txBody>
          </p:sp>
        </mc:Choice>
        <mc:Fallback xmlns="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B8B845C9-BADD-9A9F-52D5-DD5E558032B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16200000">
                <a:off x="3879330" y="2065986"/>
                <a:ext cx="370294" cy="492443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8" name="TextBox 27">
            <a:extLst>
              <a:ext uri="{FF2B5EF4-FFF2-40B4-BE49-F238E27FC236}">
                <a16:creationId xmlns:a16="http://schemas.microsoft.com/office/drawing/2014/main" id="{E9B271DB-37FE-F6DC-3812-CC2C1222F111}"/>
              </a:ext>
            </a:extLst>
          </p:cNvPr>
          <p:cNvSpPr txBox="1"/>
          <p:nvPr/>
        </p:nvSpPr>
        <p:spPr>
          <a:xfrm>
            <a:off x="3834297" y="1435045"/>
            <a:ext cx="492444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" sz="3200" dirty="0">
                <a:solidFill>
                  <a:schemeClr val="bg2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𝗗</a:t>
            </a:r>
            <a:endParaRPr lang="en-US" sz="3200" dirty="0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BC4DF672-E59D-B0F3-F84A-5197A01A2A03}"/>
              </a:ext>
            </a:extLst>
          </p:cNvPr>
          <p:cNvSpPr txBox="1"/>
          <p:nvPr/>
        </p:nvSpPr>
        <p:spPr>
          <a:xfrm>
            <a:off x="5579568" y="3735797"/>
            <a:ext cx="298831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solidFill>
                  <a:schemeClr val="bg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merge(</a:t>
            </a:r>
            <a:r>
              <a:rPr lang="en-US" sz="3200" i="1" dirty="0">
                <a:solidFill>
                  <a:schemeClr val="bg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eat</a:t>
            </a:r>
            <a:r>
              <a:rPr lang="en-US" sz="3200" dirty="0">
                <a:solidFill>
                  <a:schemeClr val="bg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n-US" sz="3200" i="1" dirty="0">
                <a:solidFill>
                  <a:schemeClr val="bg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what</a:t>
            </a:r>
            <a:r>
              <a:rPr lang="en-US" sz="3200" dirty="0">
                <a:solidFill>
                  <a:schemeClr val="bg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)</a:t>
            </a:r>
            <a:endParaRPr lang="en-US" sz="3200" i="1" dirty="0">
              <a:solidFill>
                <a:schemeClr val="bg2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E2978763-E93D-0229-916F-047F1075EB5C}"/>
                  </a:ext>
                </a:extLst>
              </p:cNvPr>
              <p:cNvSpPr txBox="1"/>
              <p:nvPr/>
            </p:nvSpPr>
            <p:spPr>
              <a:xfrm>
                <a:off x="5579567" y="2711833"/>
                <a:ext cx="2988319" cy="492443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l-GR" sz="3200">
                        <a:solidFill>
                          <a:schemeClr val="bg2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Φ</m:t>
                    </m:r>
                  </m:oMath>
                </a14:m>
                <a:r>
                  <a:rPr lang="en-US" sz="3200" dirty="0">
                    <a:solidFill>
                      <a:schemeClr val="bg2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(</a:t>
                </a:r>
                <a:r>
                  <a:rPr lang="en-US" sz="3200" i="1" dirty="0">
                    <a:solidFill>
                      <a:schemeClr val="bg2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eat</a:t>
                </a:r>
                <a:r>
                  <a:rPr lang="en-US" sz="3200" dirty="0">
                    <a:solidFill>
                      <a:schemeClr val="bg2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) </a:t>
                </a:r>
                <a14:m>
                  <m:oMath xmlns:m="http://schemas.openxmlformats.org/officeDocument/2006/math">
                    <m:r>
                      <a:rPr lang="en-US" sz="3200" b="0" i="1" smtClean="0">
                        <a:solidFill>
                          <a:schemeClr val="bg2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⋅</m:t>
                    </m:r>
                    <m:r>
                      <m:rPr>
                        <m:sty m:val="p"/>
                      </m:rPr>
                      <a:rPr lang="el-GR" sz="3200">
                        <a:solidFill>
                          <a:schemeClr val="bg2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Φ</m:t>
                    </m:r>
                  </m:oMath>
                </a14:m>
                <a:r>
                  <a:rPr lang="en-US" sz="3200" dirty="0">
                    <a:solidFill>
                      <a:schemeClr val="bg2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(</a:t>
                </a:r>
                <a:r>
                  <a:rPr lang="en-US" sz="3200" i="1" dirty="0">
                    <a:solidFill>
                      <a:schemeClr val="bg2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what</a:t>
                </a:r>
                <a:r>
                  <a:rPr lang="en-US" sz="3200" dirty="0">
                    <a:solidFill>
                      <a:schemeClr val="bg2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)</a:t>
                </a:r>
              </a:p>
            </p:txBody>
          </p:sp>
        </mc:Choice>
        <mc:Fallback xmlns=""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E2978763-E93D-0229-916F-047F1075EB5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79567" y="2711833"/>
                <a:ext cx="2988319" cy="492443"/>
              </a:xfrm>
              <a:prstGeom prst="rect">
                <a:avLst/>
              </a:prstGeom>
              <a:blipFill>
                <a:blip r:embed="rId7"/>
                <a:stretch>
                  <a:fillRect t="-27160" r="-1429" b="-4691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6D3F0805-E8FF-90FC-E661-C113B30AC375}"/>
                  </a:ext>
                </a:extLst>
              </p:cNvPr>
              <p:cNvSpPr txBox="1"/>
              <p:nvPr/>
            </p:nvSpPr>
            <p:spPr>
              <a:xfrm rot="16200000">
                <a:off x="6877358" y="2128842"/>
                <a:ext cx="370294" cy="49244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200" b="0" i="1" smtClean="0">
                          <a:solidFill>
                            <a:schemeClr val="bg2"/>
                          </a:solidFill>
                          <a:latin typeface="Cambria Math" panose="02040503050406030204" pitchFamily="18" charset="0"/>
                        </a:rPr>
                        <m:t>∈</m:t>
                      </m:r>
                    </m:oMath>
                  </m:oMathPara>
                </a14:m>
                <a:endParaRPr lang="en-US" sz="3200" b="0" dirty="0">
                  <a:solidFill>
                    <a:schemeClr val="bg2"/>
                  </a:solidFill>
                </a:endParaRPr>
              </a:p>
            </p:txBody>
          </p:sp>
        </mc:Choice>
        <mc:Fallback xmlns="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6D3F0805-E8FF-90FC-E661-C113B30AC37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16200000">
                <a:off x="6877358" y="2128842"/>
                <a:ext cx="370294" cy="492443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2" name="TextBox 31">
            <a:extLst>
              <a:ext uri="{FF2B5EF4-FFF2-40B4-BE49-F238E27FC236}">
                <a16:creationId xmlns:a16="http://schemas.microsoft.com/office/drawing/2014/main" id="{974D8931-F860-3720-82AE-38E0C9F0A281}"/>
              </a:ext>
            </a:extLst>
          </p:cNvPr>
          <p:cNvSpPr txBox="1"/>
          <p:nvPr/>
        </p:nvSpPr>
        <p:spPr>
          <a:xfrm>
            <a:off x="6816282" y="1435045"/>
            <a:ext cx="579129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buClr>
                <a:schemeClr val="dk1"/>
              </a:buClr>
              <a:buSzPts val="1100"/>
            </a:pPr>
            <a:r>
              <a:rPr lang="en" sz="3200" dirty="0">
                <a:solidFill>
                  <a:schemeClr val="bg2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𝗩</a:t>
            </a:r>
          </a:p>
        </p:txBody>
      </p: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B094B318-9576-1030-B394-4B918C68A9E6}"/>
              </a:ext>
            </a:extLst>
          </p:cNvPr>
          <p:cNvCxnSpPr>
            <a:stCxn id="29" idx="0"/>
            <a:endCxn id="30" idx="2"/>
          </p:cNvCxnSpPr>
          <p:nvPr/>
        </p:nvCxnSpPr>
        <p:spPr>
          <a:xfrm flipH="1" flipV="1">
            <a:off x="7073727" y="3204276"/>
            <a:ext cx="1" cy="53152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839768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31" grpId="0"/>
      <p:bldP spid="32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4A1A7C-A79F-4E31-6261-95DD880053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Tensor Semantics for MGs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CAC2EBE2-3039-DD97-E1A8-50214D1E8189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19</a:t>
            </a:fld>
            <a:endParaRPr lang="en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EE110CC-2B3F-3B1A-9D09-AF84787DB4EE}"/>
              </a:ext>
            </a:extLst>
          </p:cNvPr>
          <p:cNvSpPr txBox="1"/>
          <p:nvPr/>
        </p:nvSpPr>
        <p:spPr>
          <a:xfrm>
            <a:off x="2524462" y="3060064"/>
            <a:ext cx="29848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i="1" dirty="0">
                <a:solidFill>
                  <a:schemeClr val="bg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F6651D4C-8D82-3B72-15D6-6A072183CC90}"/>
                  </a:ext>
                </a:extLst>
              </p:cNvPr>
              <p:cNvSpPr txBox="1"/>
              <p:nvPr/>
            </p:nvSpPr>
            <p:spPr>
              <a:xfrm>
                <a:off x="2284401" y="2036099"/>
                <a:ext cx="778602" cy="492443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l-GR" sz="3200" i="0" smtClean="0">
                        <a:solidFill>
                          <a:schemeClr val="bg2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Φ</m:t>
                    </m:r>
                  </m:oMath>
                </a14:m>
                <a:r>
                  <a:rPr lang="en-US" sz="3200" dirty="0">
                    <a:solidFill>
                      <a:schemeClr val="bg2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(</a:t>
                </a:r>
                <a:r>
                  <a:rPr lang="en-US" sz="3200" i="1" dirty="0">
                    <a:solidFill>
                      <a:schemeClr val="bg2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t</a:t>
                </a:r>
                <a:r>
                  <a:rPr lang="en-US" sz="3200" dirty="0">
                    <a:solidFill>
                      <a:schemeClr val="bg2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)</a:t>
                </a: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F6651D4C-8D82-3B72-15D6-6A072183CC9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84401" y="2036099"/>
                <a:ext cx="778602" cy="492443"/>
              </a:xfrm>
              <a:prstGeom prst="rect">
                <a:avLst/>
              </a:prstGeom>
              <a:blipFill>
                <a:blip r:embed="rId2"/>
                <a:stretch>
                  <a:fillRect t="-25926" r="-22047" b="-481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71690FEE-78A2-B151-21A8-E69DD46E90AC}"/>
              </a:ext>
            </a:extLst>
          </p:cNvPr>
          <p:cNvCxnSpPr>
            <a:cxnSpLocks/>
            <a:stCxn id="4" idx="0"/>
            <a:endCxn id="5" idx="2"/>
          </p:cNvCxnSpPr>
          <p:nvPr/>
        </p:nvCxnSpPr>
        <p:spPr>
          <a:xfrm flipV="1">
            <a:off x="2673702" y="2528542"/>
            <a:ext cx="0" cy="53152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156FD6B1-86D4-ED08-50FF-DBDDAF204692}"/>
              </a:ext>
            </a:extLst>
          </p:cNvPr>
          <p:cNvSpPr txBox="1"/>
          <p:nvPr/>
        </p:nvSpPr>
        <p:spPr>
          <a:xfrm>
            <a:off x="4927765" y="3060064"/>
            <a:ext cx="148309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solidFill>
                  <a:schemeClr val="bg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move(</a:t>
            </a:r>
            <a:r>
              <a:rPr lang="en-US" sz="3200" i="1" dirty="0">
                <a:solidFill>
                  <a:schemeClr val="bg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</a:t>
            </a:r>
            <a:r>
              <a:rPr lang="en-US" sz="3200" dirty="0">
                <a:solidFill>
                  <a:schemeClr val="bg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)</a:t>
            </a: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D4FEC139-3518-6046-310B-8316F66D0C5C}"/>
              </a:ext>
            </a:extLst>
          </p:cNvPr>
          <p:cNvCxnSpPr>
            <a:cxnSpLocks/>
            <a:stCxn id="7" idx="0"/>
            <a:endCxn id="5" idx="3"/>
          </p:cNvCxnSpPr>
          <p:nvPr/>
        </p:nvCxnSpPr>
        <p:spPr>
          <a:xfrm flipH="1" flipV="1">
            <a:off x="3063003" y="2282321"/>
            <a:ext cx="2606311" cy="77774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427165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3A480B-3551-3410-77C6-55C84063FE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18DA81-8A28-4C10-5AE4-D88D09FD97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Tensor Semantics for MGs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291D4622-2FC9-7F65-E307-E9F3E830F8F9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20</a:t>
            </a:fld>
            <a:endParaRPr lang="en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350E5A3F-5E41-5C47-496C-843F4A03238D}"/>
                  </a:ext>
                </a:extLst>
              </p:cNvPr>
              <p:cNvSpPr txBox="1"/>
              <p:nvPr/>
            </p:nvSpPr>
            <p:spPr>
              <a:xfrm>
                <a:off x="524818" y="1569168"/>
                <a:ext cx="8094363" cy="2005164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l-GR" sz="4000">
                          <a:solidFill>
                            <a:schemeClr val="bg2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Φ</m:t>
                      </m:r>
                      <m:d>
                        <m:dPr>
                          <m:ctrlPr>
                            <a:rPr lang="en-US" sz="4000" i="1">
                              <a:solidFill>
                                <a:schemeClr val="bg2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nor/>
                            </m:rPr>
                            <a:rPr lang="en-US" sz="4000">
                              <a:solidFill>
                                <a:schemeClr val="bg2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merge</m:t>
                          </m:r>
                          <m:d>
                            <m:dPr>
                              <m:ctrlPr>
                                <a:rPr lang="en-US" sz="4000" i="1">
                                  <a:solidFill>
                                    <a:schemeClr val="bg2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4000" i="1">
                                      <a:solidFill>
                                        <a:schemeClr val="bg2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4000">
                                      <a:solidFill>
                                        <a:schemeClr val="bg2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𝑡</m:t>
                                  </m:r>
                                </m:e>
                                <m:sub>
                                  <m:r>
                                    <a:rPr lang="en-US" sz="4000">
                                      <a:solidFill>
                                        <a:schemeClr val="bg2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r>
                                <a:rPr lang="en-US" sz="4000">
                                  <a:solidFill>
                                    <a:schemeClr val="bg2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en-US" sz="4000" i="1">
                                      <a:solidFill>
                                        <a:schemeClr val="bg2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4000">
                                      <a:solidFill>
                                        <a:schemeClr val="bg2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𝑡</m:t>
                                  </m:r>
                                </m:e>
                                <m:sub>
                                  <m:r>
                                    <a:rPr lang="en-US" sz="4000">
                                      <a:solidFill>
                                        <a:schemeClr val="bg2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e>
                          </m:d>
                        </m:e>
                      </m:d>
                      <m:r>
                        <a:rPr lang="en-US" sz="4000">
                          <a:solidFill>
                            <a:schemeClr val="bg2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l-GR" sz="4000">
                          <a:solidFill>
                            <a:schemeClr val="bg2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Φ</m:t>
                      </m:r>
                      <m:d>
                        <m:dPr>
                          <m:ctrlPr>
                            <a:rPr lang="en-US" sz="4000" i="1">
                              <a:solidFill>
                                <a:schemeClr val="bg2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4000" i="1">
                                  <a:solidFill>
                                    <a:schemeClr val="bg2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4000">
                                  <a:solidFill>
                                    <a:schemeClr val="bg2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𝑡</m:t>
                              </m:r>
                            </m:e>
                            <m:sub>
                              <m:r>
                                <a:rPr lang="en-US" sz="4000">
                                  <a:solidFill>
                                    <a:schemeClr val="bg2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e>
                      </m:d>
                      <m:r>
                        <a:rPr lang="en-US" sz="4000">
                          <a:solidFill>
                            <a:schemeClr val="bg2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⋅</m:t>
                      </m:r>
                      <m:r>
                        <m:rPr>
                          <m:sty m:val="p"/>
                        </m:rPr>
                        <a:rPr lang="el-GR" sz="4000">
                          <a:solidFill>
                            <a:schemeClr val="bg2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Φ</m:t>
                      </m:r>
                      <m:d>
                        <m:dPr>
                          <m:ctrlPr>
                            <a:rPr lang="en-US" sz="4000" i="1">
                              <a:solidFill>
                                <a:schemeClr val="bg2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4000" i="1">
                                  <a:solidFill>
                                    <a:schemeClr val="bg2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4000">
                                  <a:solidFill>
                                    <a:schemeClr val="bg2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𝑡</m:t>
                              </m:r>
                            </m:e>
                            <m:sub>
                              <m:r>
                                <a:rPr lang="en-US" sz="4000">
                                  <a:solidFill>
                                    <a:schemeClr val="bg2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sz="4000" b="0" i="0" dirty="0">
                  <a:solidFill>
                    <a:schemeClr val="bg2"/>
                  </a:solidFill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 algn="ctr"/>
                <a:endParaRPr lang="en-US" sz="4000" b="0" i="0" dirty="0">
                  <a:solidFill>
                    <a:schemeClr val="bg2"/>
                  </a:solidFill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l-GR" sz="4000" b="0" i="0" smtClean="0">
                          <a:solidFill>
                            <a:schemeClr val="bg2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Φ</m:t>
                      </m:r>
                      <m:d>
                        <m:dPr>
                          <m:ctrlPr>
                            <a:rPr lang="en-US" sz="4000" b="0" i="1" smtClean="0">
                              <a:solidFill>
                                <a:schemeClr val="bg2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nor/>
                            </m:rPr>
                            <a:rPr lang="en-US" sz="4000" b="0" i="0" smtClean="0">
                              <a:solidFill>
                                <a:schemeClr val="bg2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move</m:t>
                          </m:r>
                          <m:d>
                            <m:dPr>
                              <m:ctrlPr>
                                <a:rPr lang="en-US" sz="4000" b="0" i="1" smtClean="0">
                                  <a:solidFill>
                                    <a:schemeClr val="bg2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m:rPr>
                                  <m:sty m:val="p"/>
                                </m:rPr>
                                <a:rPr lang="en-US" sz="4000" b="0" i="1" smtClean="0">
                                  <a:solidFill>
                                    <a:schemeClr val="bg2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t</m:t>
                              </m:r>
                            </m:e>
                          </m:d>
                        </m:e>
                      </m:d>
                      <m:r>
                        <a:rPr lang="en-US" sz="4000" b="0" i="0" smtClean="0">
                          <a:solidFill>
                            <a:schemeClr val="bg2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l-GR" sz="4000">
                          <a:solidFill>
                            <a:schemeClr val="bg2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Φ</m:t>
                      </m:r>
                      <m:d>
                        <m:dPr>
                          <m:ctrlPr>
                            <a:rPr lang="en-US" sz="4000" b="0" i="1" smtClean="0">
                              <a:solidFill>
                                <a:schemeClr val="bg2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n-US" sz="4000" b="0" i="1" smtClean="0">
                              <a:solidFill>
                                <a:schemeClr val="bg2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t</m:t>
                          </m:r>
                        </m:e>
                      </m:d>
                    </m:oMath>
                  </m:oMathPara>
                </a14:m>
                <a:endParaRPr lang="en-US" sz="4000" b="0" dirty="0">
                  <a:solidFill>
                    <a:schemeClr val="bg2"/>
                  </a:solidFill>
                  <a:ea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350E5A3F-5E41-5C47-496C-843F4A03238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4818" y="1569168"/>
                <a:ext cx="8094363" cy="2005164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50209877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0" name="Google Shape;380;p4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Example</a:t>
            </a:r>
            <a:endParaRPr dirty="0"/>
          </a:p>
        </p:txBody>
      </p:sp>
      <p:sp>
        <p:nvSpPr>
          <p:cNvPr id="381" name="Google Shape;381;p4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21</a:t>
            </a:fld>
            <a:endParaRPr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aphicFrame>
        <p:nvGraphicFramePr>
          <p:cNvPr id="382" name="Google Shape;382;p45"/>
          <p:cNvGraphicFramePr/>
          <p:nvPr>
            <p:extLst>
              <p:ext uri="{D42A27DB-BD31-4B8C-83A1-F6EECF244321}">
                <p14:modId xmlns:p14="http://schemas.microsoft.com/office/powerpoint/2010/main" val="165831392"/>
              </p:ext>
            </p:extLst>
          </p:nvPr>
        </p:nvGraphicFramePr>
        <p:xfrm>
          <a:off x="1994162" y="1141667"/>
          <a:ext cx="5155675" cy="3718350"/>
        </p:xfrm>
        <a:graphic>
          <a:graphicData uri="http://schemas.openxmlformats.org/drawingml/2006/table">
            <a:tbl>
              <a:tblPr>
                <a:noFill/>
                <a:tableStyleId>{957C3E7A-245C-4847-85F8-382FA85EA222}</a:tableStyleId>
              </a:tblPr>
              <a:tblGrid>
                <a:gridCol w="19131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212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212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810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2000"/>
                        <a:t>Lexical Item</a:t>
                      </a:r>
                      <a:endParaRPr sz="2000"/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2000"/>
                        <a:t>Feature String</a:t>
                      </a:r>
                      <a:endParaRPr sz="2000"/>
                    </a:p>
                  </a:txBody>
                  <a:tcPr marL="91425" marR="91425" marT="91425" marB="91425">
                    <a:lnR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2000">
                          <a:solidFill>
                            <a:schemeClr val="dk1"/>
                          </a:solidFill>
                        </a:rPr>
                        <a:t>Space of Tensor</a:t>
                      </a:r>
                      <a:endParaRPr sz="2000">
                        <a:solidFill>
                          <a:schemeClr val="dk1"/>
                        </a:solidFill>
                      </a:endParaRPr>
                    </a:p>
                  </a:txBody>
                  <a:tcPr marL="91425" marR="91425" marT="91425" marB="91425">
                    <a:lnL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2000" i="1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what</a:t>
                      </a:r>
                      <a:endParaRPr sz="2000" i="1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20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[D, wh</a:t>
                      </a:r>
                      <a:r>
                        <a:rPr lang="en" sz="2000" baseline="300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+</a:t>
                      </a:r>
                      <a:r>
                        <a:rPr lang="en" sz="20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]</a:t>
                      </a:r>
                      <a:endParaRPr sz="2000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" sz="2000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𝗗</a:t>
                      </a:r>
                      <a:endParaRPr sz="2000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L="91425" marR="91425" marT="91425" marB="91425">
                    <a:lnT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036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2000" i="1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eat</a:t>
                      </a:r>
                      <a:endParaRPr sz="2000" i="1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20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[=D, V]</a:t>
                      </a:r>
                      <a:endParaRPr sz="2000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" sz="2000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𝗩⨂𝗗</a:t>
                      </a:r>
                      <a:endParaRPr sz="2000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L="91425" marR="91425" marT="91425" marB="91425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20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∅</a:t>
                      </a:r>
                      <a:r>
                        <a:rPr lang="en" sz="2000" i="1" baseline="-250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v</a:t>
                      </a:r>
                      <a:r>
                        <a:rPr lang="en" sz="2000" i="1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 </a:t>
                      </a:r>
                      <a:r>
                        <a:rPr lang="en" sz="20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(little v)</a:t>
                      </a:r>
                      <a:endParaRPr sz="2000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20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[=V, =D, v]</a:t>
                      </a:r>
                      <a:endParaRPr sz="2000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" sz="2000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𝗨⨂𝗗⨂𝗩</a:t>
                      </a:r>
                      <a:endParaRPr sz="2000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L="91425" marR="91425" marT="91425" marB="91425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2000" i="1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Alice</a:t>
                      </a:r>
                      <a:endParaRPr sz="2000" i="1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20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[D, nom</a:t>
                      </a:r>
                      <a:r>
                        <a:rPr lang="en" sz="2000" baseline="300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-</a:t>
                      </a:r>
                      <a:r>
                        <a:rPr lang="en" sz="20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]</a:t>
                      </a:r>
                      <a:endParaRPr sz="2000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" sz="2000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𝗗</a:t>
                      </a:r>
                      <a:endParaRPr sz="2000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L="91425" marR="91425" marT="91425" marB="91425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" sz="2000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∅</a:t>
                      </a:r>
                      <a:r>
                        <a:rPr lang="en" sz="2000" i="1" baseline="-25000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T</a:t>
                      </a:r>
                      <a:r>
                        <a:rPr lang="en" sz="2000" i="1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 </a:t>
                      </a:r>
                      <a:r>
                        <a:rPr lang="en" sz="2000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(T head)</a:t>
                      </a:r>
                      <a:endParaRPr sz="2000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20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[=v, nom</a:t>
                      </a:r>
                      <a:r>
                        <a:rPr lang="en" sz="2000" baseline="300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+</a:t>
                      </a:r>
                      <a:r>
                        <a:rPr lang="en" sz="20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, T]</a:t>
                      </a:r>
                      <a:endParaRPr sz="2000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" sz="2000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𝗧⨂𝗨</a:t>
                      </a:r>
                      <a:endParaRPr sz="2000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L="91425" marR="91425" marT="91425" marB="91425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2000" i="1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did</a:t>
                      </a:r>
                      <a:endParaRPr sz="2000" i="1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20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[=T, wh</a:t>
                      </a:r>
                      <a:r>
                        <a:rPr lang="en" sz="2000" baseline="300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+</a:t>
                      </a:r>
                      <a:r>
                        <a:rPr lang="en" sz="20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, C]</a:t>
                      </a:r>
                      <a:endParaRPr sz="2000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" sz="2000" dirty="0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𝗖⨂𝗧</a:t>
                      </a:r>
                      <a:endParaRPr sz="2000" dirty="0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L="91425" marR="91425" marT="91425" marB="91425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2FC965-04BF-B4C2-C472-7FC51AC29A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Example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64314034-B571-06B3-C7F1-871EEBE1E396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22</a:t>
            </a:fld>
            <a:endParaRPr lang="en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77E8573-9964-89C1-CDFB-FB7B98D1F24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41345" y="1459153"/>
            <a:ext cx="3238952" cy="2762636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4AC85150-AE2D-9274-B6AA-D31ABDBB945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098" y="1459153"/>
            <a:ext cx="3432559" cy="27626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964149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85E40E-23EB-E2E6-B7B9-7FE62B9A80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Example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DE3393CC-A6E4-5980-D934-11ED344E0F4F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23</a:t>
            </a:fld>
            <a:endParaRPr lang="en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762632F-60A2-1061-C16D-38B4D081C31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1700" y="1281457"/>
            <a:ext cx="3750374" cy="3285668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55D07ADF-191E-E3D7-F0CE-683FC20A6A7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59130" y="1281457"/>
            <a:ext cx="4473170" cy="32856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7075542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90D470-C079-3EA6-0CEF-08EC5409DE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Example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24795C27-CDBC-9C41-DEBF-B58EDA8A9A16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24</a:t>
            </a:fld>
            <a:endParaRPr lang="en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8011AA1-A9E4-75DF-920F-3AF65DC8531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06080" y="1206286"/>
            <a:ext cx="4315078" cy="3456931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4EEF0AC0-6F8F-7C8E-F264-1555A6E322F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7192" y="1206286"/>
            <a:ext cx="3713117" cy="32683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16995466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2930F5-7454-0261-AAF3-5ED17DB96C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BD808F-3898-3D02-0C8E-C15B331A6C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Example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E7013CA4-96D0-1ABC-0E3A-F7FD427AD6CC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25</a:t>
            </a:fld>
            <a:endParaRPr lang="en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A91538C-D2F3-EF01-3FBC-745F169325A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491" y="1125772"/>
            <a:ext cx="4290149" cy="3674828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4A0E4CF1-245D-0F84-9C53-300DE3E1DBD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58640" y="1125772"/>
            <a:ext cx="4492027" cy="36748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78823530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C09F23-A6C4-7DA6-2E2F-8CF1ADAA20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CD4F0B-4D91-E9F7-8131-1763B2A0FF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Example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D0983EB6-50EF-3AB3-BB9D-1E84999A0C03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26</a:t>
            </a:fld>
            <a:endParaRPr lang="en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CCD0C9C-B99A-01C3-BC37-0181E33C63A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5793" y="1017725"/>
            <a:ext cx="3514328" cy="350520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6564EC57-8BEC-554E-16F9-F609123028B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63881" y="1017725"/>
            <a:ext cx="3558163" cy="3505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15816884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94ED76-973E-E620-5993-0827BA4897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4DF0C6-F54B-5F1A-31FB-EDB6407D95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Example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545415C7-F711-EFA5-FB3D-6DA601C8DAD0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27</a:t>
            </a:fld>
            <a:endParaRPr lang="en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AD0455D-DAC5-F39E-9D44-6DADD1B148F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2104" y="1287283"/>
            <a:ext cx="3101371" cy="3265804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399D3509-8476-0BD2-B878-68D9DE83DD6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40527" y="1290847"/>
            <a:ext cx="3370386" cy="32658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60323113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E4C346-7182-C021-F4D0-447CA91C80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4A3008-DA88-71F8-4165-2398D6DA94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Example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79A8FDD4-3FD3-6933-41C0-C35BE0384B39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28</a:t>
            </a:fld>
            <a:endParaRPr lang="en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0346C881-DF1E-FC52-48A0-922FC89C0C7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9239" y="1017726"/>
            <a:ext cx="3078995" cy="369570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3D13909A-AAA6-AFA5-0E45-7326C740E72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15767" y="1017725"/>
            <a:ext cx="3363089" cy="36957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86774122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3" name="Google Shape;463;p5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Discussion and Conclusion</a:t>
            </a:r>
            <a:endParaRPr dirty="0"/>
          </a:p>
        </p:txBody>
      </p:sp>
      <p:sp>
        <p:nvSpPr>
          <p:cNvPr id="464" name="Google Shape;464;p56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082246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We have constructed a </a:t>
            </a:r>
            <a:r>
              <a:rPr lang="en" dirty="0">
                <a:solidFill>
                  <a:srgbClr val="7030A0"/>
                </a:solidFill>
              </a:rPr>
              <a:t>tensor semantics for MGs</a:t>
            </a:r>
            <a:r>
              <a:rPr lang="en" dirty="0"/>
              <a:t>, showing how their combinatory operations can be used to </a:t>
            </a:r>
            <a:r>
              <a:rPr lang="en" dirty="0">
                <a:solidFill>
                  <a:srgbClr val="7030A0"/>
                </a:solidFill>
              </a:rPr>
              <a:t>incorporate</a:t>
            </a:r>
            <a:r>
              <a:rPr lang="en" dirty="0"/>
              <a:t> </a:t>
            </a:r>
            <a:r>
              <a:rPr lang="en" dirty="0">
                <a:solidFill>
                  <a:srgbClr val="7030A0"/>
                </a:solidFill>
              </a:rPr>
              <a:t>compositionality into distributional semantics</a:t>
            </a: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Our approach is </a:t>
            </a:r>
            <a:r>
              <a:rPr lang="en" dirty="0">
                <a:solidFill>
                  <a:srgbClr val="7030A0"/>
                </a:solidFill>
              </a:rPr>
              <a:t>directly compatible with existing tensor-based approaches </a:t>
            </a:r>
            <a:r>
              <a:rPr lang="en" dirty="0"/>
              <a:t>to MG syntax (beim Graben &amp; Gerth, 2012)</a:t>
            </a: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Ideas for future work</a:t>
            </a:r>
            <a:endParaRPr dirty="0"/>
          </a:p>
          <a:p>
            <a:pPr lvl="1" indent="-342900">
              <a:buSzPts val="1800"/>
              <a:buChar char="●"/>
            </a:pPr>
            <a:r>
              <a:rPr lang="en" dirty="0"/>
              <a:t>See how the vector embeddings can be </a:t>
            </a:r>
            <a:r>
              <a:rPr lang="en" dirty="0">
                <a:solidFill>
                  <a:srgbClr val="7030A0"/>
                </a:solidFill>
              </a:rPr>
              <a:t>learned from data</a:t>
            </a:r>
          </a:p>
          <a:p>
            <a:pPr lvl="1" indent="-342900">
              <a:buSzPts val="1800"/>
              <a:buChar char="●"/>
            </a:pPr>
            <a:r>
              <a:rPr lang="en" dirty="0"/>
              <a:t>Versions of </a:t>
            </a:r>
            <a:r>
              <a:rPr lang="en" dirty="0">
                <a:solidFill>
                  <a:srgbClr val="7030A0"/>
                </a:solidFill>
              </a:rPr>
              <a:t>Move</a:t>
            </a:r>
            <a:r>
              <a:rPr lang="en" dirty="0"/>
              <a:t> which are </a:t>
            </a:r>
            <a:r>
              <a:rPr lang="en" dirty="0">
                <a:solidFill>
                  <a:srgbClr val="7030A0"/>
                </a:solidFill>
              </a:rPr>
              <a:t>not semantically inert </a:t>
            </a:r>
            <a:r>
              <a:rPr lang="en" dirty="0"/>
              <a:t>and incorporate semantic ideas such as variable binding, etc.</a:t>
            </a:r>
          </a:p>
          <a:p>
            <a:pPr lvl="1" indent="-342900">
              <a:buSzPts val="1800"/>
              <a:buChar char="●"/>
            </a:pPr>
            <a:endParaRPr lang="en" dirty="0"/>
          </a:p>
        </p:txBody>
      </p:sp>
      <p:sp>
        <p:nvSpPr>
          <p:cNvPr id="465" name="Google Shape;465;p5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29</a:t>
            </a:fld>
            <a:endParaRPr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B1817A8F-2064-BA12-EFF9-CD3DDAA804F2}"/>
              </a:ext>
            </a:extLst>
          </p:cNvPr>
          <p:cNvSpPr txBox="1"/>
          <p:nvPr/>
        </p:nvSpPr>
        <p:spPr>
          <a:xfrm>
            <a:off x="311700" y="3879182"/>
            <a:ext cx="85206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>
                <a:solidFill>
                  <a:schemeClr val="bg2"/>
                </a:solidFill>
              </a:rPr>
              <a:t>Overall, this is a step towards unifying connectionist and symbolic approaches to linguistic representations.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64" grpId="0" uiExpand="1" build="p"/>
      <p:bldP spid="2" grpId="0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0" name="Google Shape;470;p57"/>
          <p:cNvSpPr txBox="1">
            <a:spLocks noGrp="1"/>
          </p:cNvSpPr>
          <p:nvPr>
            <p:ph type="title"/>
          </p:nvPr>
        </p:nvSpPr>
        <p:spPr>
          <a:xfrm>
            <a:off x="311700" y="475824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Thank you very much!</a:t>
            </a:r>
            <a:endParaRPr dirty="0"/>
          </a:p>
        </p:txBody>
      </p:sp>
      <p:sp>
        <p:nvSpPr>
          <p:cNvPr id="471" name="Google Shape;471;p5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30</a:t>
            </a:fld>
            <a:endParaRPr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024CFDA-9BD2-3D0F-0C2B-684C6A6D6077}"/>
              </a:ext>
            </a:extLst>
          </p:cNvPr>
          <p:cNvSpPr txBox="1"/>
          <p:nvPr/>
        </p:nvSpPr>
        <p:spPr>
          <a:xfrm>
            <a:off x="6311050" y="1563210"/>
            <a:ext cx="110959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400" dirty="0">
                <a:solidFill>
                  <a:schemeClr val="tx1"/>
                </a:solidFill>
              </a:rPr>
              <a:t>Slides: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155E1AC-C6A5-5963-620B-C027182CE5B9}"/>
              </a:ext>
            </a:extLst>
          </p:cNvPr>
          <p:cNvSpPr txBox="1"/>
          <p:nvPr/>
        </p:nvSpPr>
        <p:spPr>
          <a:xfrm>
            <a:off x="5531076" y="4095556"/>
            <a:ext cx="2669542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800" dirty="0">
                <a:solidFill>
                  <a:schemeClr val="accent1"/>
                </a:solidFill>
                <a:hlinkClick r:id="rId3"/>
              </a:rPr>
              <a:t>https://github.com/JPJ280/jpj280.github.io/tree/master/publications/SCIL_2026_MG_Tensors/slides</a:t>
            </a:r>
            <a:endParaRPr lang="en-US" sz="800" dirty="0">
              <a:solidFill>
                <a:schemeClr val="accent1"/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C5F67C1-ECC6-D7F1-9590-CE75862F7F5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98123" y="1960108"/>
            <a:ext cx="2135449" cy="2135449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DEAB3748-C45E-1C61-2270-70386F7B2A66}"/>
              </a:ext>
            </a:extLst>
          </p:cNvPr>
          <p:cNvSpPr txBox="1"/>
          <p:nvPr/>
        </p:nvSpPr>
        <p:spPr>
          <a:xfrm>
            <a:off x="1999216" y="1563210"/>
            <a:ext cx="109196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400" dirty="0">
                <a:solidFill>
                  <a:schemeClr val="tx1"/>
                </a:solidFill>
              </a:rPr>
              <a:t>Paper: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8F0DCF84-F787-FC06-6D04-8F3E7089176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477475" y="1960108"/>
            <a:ext cx="2135450" cy="2135450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8C16ACA7-DC53-1034-66E8-A93B99EF1CD8}"/>
              </a:ext>
            </a:extLst>
          </p:cNvPr>
          <p:cNvSpPr txBox="1"/>
          <p:nvPr/>
        </p:nvSpPr>
        <p:spPr>
          <a:xfrm>
            <a:off x="1090474" y="4095556"/>
            <a:ext cx="2909449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800" dirty="0">
                <a:hlinkClick r:id="rId6"/>
              </a:rPr>
              <a:t>https://openpublishing.library.umass.edu/scil/article/id/4032/</a:t>
            </a:r>
            <a:endParaRPr lang="en-US" sz="8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85AE59-238A-475E-B864-941585B646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References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611C14C-422D-8582-8A03-6370E752AF0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11700" y="1152474"/>
            <a:ext cx="8520600" cy="3546001"/>
          </a:xfrm>
        </p:spPr>
        <p:txBody>
          <a:bodyPr>
            <a:normAutofit fontScale="92500" lnSpcReduction="10000"/>
          </a:bodyPr>
          <a:lstStyle/>
          <a:p>
            <a:r>
              <a:rPr lang="en-US" sz="1200" dirty="0"/>
              <a:t>Peter </a:t>
            </a:r>
            <a:r>
              <a:rPr lang="en-US" sz="1200" dirty="0" err="1"/>
              <a:t>beim</a:t>
            </a:r>
            <a:r>
              <a:rPr lang="en-US" sz="1200" dirty="0"/>
              <a:t> Graben and Sabrina Gerth. 2012. Geometric representations for minimalist grammars. Journal of logic, language, and information, 21(4):393–432.</a:t>
            </a:r>
          </a:p>
          <a:p>
            <a:r>
              <a:rPr lang="en-US" sz="1200" dirty="0"/>
              <a:t>Bob Coecke, Mehrnoosh </a:t>
            </a:r>
            <a:r>
              <a:rPr lang="en-US" sz="1200" dirty="0" err="1"/>
              <a:t>Sadrzadeh</a:t>
            </a:r>
            <a:r>
              <a:rPr lang="en-US" sz="1200" dirty="0"/>
              <a:t>, and Stephen Clark. 2010. Mathematical foundations for a compositional distributional model of meaning. Linguistic Analysis, 36:345–384.</a:t>
            </a:r>
          </a:p>
          <a:p>
            <a:r>
              <a:rPr lang="en-US" sz="1200" dirty="0"/>
              <a:t>Aniello De Santo. 2020. Structure and memory: A computational model of storage, gradience, and priming. Ph.D. thesis, State University of New York at Stony Brook.</a:t>
            </a:r>
          </a:p>
          <a:p>
            <a:r>
              <a:rPr lang="en-US" sz="1200" dirty="0"/>
              <a:t>Aniello De Santo. 2025. Capturing online SRC/ORC effort with memory measures from a minimalist parser. In Proceedings of the Workshop on Cognitive Modeling and Computational Linguistics, pages 24–35, Albuquerque, New Mexico, USA. Association for Computational Linguistics.</a:t>
            </a:r>
          </a:p>
          <a:p>
            <a:r>
              <a:rPr lang="en-US" sz="1200" dirty="0"/>
              <a:t>Gregory M. </a:t>
            </a:r>
            <a:r>
              <a:rPr lang="en-US" sz="1200" dirty="0" err="1"/>
              <a:t>Kobele</a:t>
            </a:r>
            <a:r>
              <a:rPr lang="en-US" sz="1200" dirty="0"/>
              <a:t>, Sabrina Gerth, and John Hale. 2012. Memory resource allocation in top-down minimalist parsing. In Formal Grammar - 17th and 18th International Conferences, FG 2012, Opole, Poland, August 2012, Revised Selected Papers, FG 2013, Düsseldorf, Germany, August 2013. Proceedings, Lecture Notes in Computer Science, pages 32–51. Springer.</a:t>
            </a:r>
          </a:p>
          <a:p>
            <a:r>
              <a:rPr lang="en-US" sz="1200" dirty="0"/>
              <a:t>Jean Maillard, Stephen Clark, and Edward </a:t>
            </a:r>
            <a:r>
              <a:rPr lang="en-US" sz="1200" dirty="0" err="1"/>
              <a:t>Grefenstette</a:t>
            </a:r>
            <a:r>
              <a:rPr lang="en-US" sz="1200" dirty="0"/>
              <a:t>. 2014. A type-driven tensor-based semantics for CCG. In Proceedings of the EACL 2014 Workshop on Type Theory and Natural Language Semantics (TTNLS), pages 46–54, Gothenburg, Sweden. Association for Computational Linguistics.</a:t>
            </a:r>
          </a:p>
          <a:p>
            <a:r>
              <a:rPr lang="en-US" sz="1200" dirty="0"/>
              <a:t>Mark Steedman. 2001. The syntactic process. MIT press.</a:t>
            </a:r>
          </a:p>
          <a:p>
            <a:r>
              <a:rPr lang="en-US" sz="1200" dirty="0"/>
              <a:t>Mark Steedman and Jason Baldridge. 2011. Combinatory categorial grammar. In Robert D. </a:t>
            </a:r>
            <a:r>
              <a:rPr lang="en-US" sz="1200" dirty="0" err="1"/>
              <a:t>Borsley</a:t>
            </a:r>
            <a:r>
              <a:rPr lang="en-US" sz="1200" dirty="0"/>
              <a:t> and Kersti </a:t>
            </a:r>
            <a:r>
              <a:rPr lang="en-US" sz="1200" dirty="0" err="1"/>
              <a:t>Börjars</a:t>
            </a:r>
            <a:r>
              <a:rPr lang="en-US" sz="1200" dirty="0"/>
              <a:t>, editors, Non-Transformational Syntax, chapter 5, pages 181–224. John Wiley &amp; Sons, Ltd.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77A0F11-E481-D671-EF70-FA89B271F7F0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31</a:t>
            </a:fld>
            <a:endParaRPr lang="en"/>
          </a:p>
        </p:txBody>
      </p:sp>
    </p:spTree>
    <p:extLst>
      <p:ext uri="{BB962C8B-B14F-4D97-AF65-F5344CB8AC3E}">
        <p14:creationId xmlns:p14="http://schemas.microsoft.com/office/powerpoint/2010/main" val="1198142596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D0AF7001-D1FA-3FD5-A603-AF65CA8F8B17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>
                <a:normAutofit fontScale="90000"/>
              </a:bodyPr>
              <a:lstStyle/>
              <a:p>
                <a:r>
                  <a:rPr lang="en-US" dirty="0"/>
                  <a:t>Construction of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Φ</m:t>
                    </m:r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D0AF7001-D1FA-3FD5-A603-AF65CA8F8B1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l="-1144" b="-1595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 Placeholder 2">
                <a:extLst>
                  <a:ext uri="{FF2B5EF4-FFF2-40B4-BE49-F238E27FC236}">
                    <a16:creationId xmlns:a16="http://schemas.microsoft.com/office/drawing/2014/main" id="{26691787-030C-C106-5DA3-6E2A447AEB0D}"/>
                  </a:ext>
                </a:extLst>
              </p:cNvPr>
              <p:cNvSpPr>
                <a:spLocks noGrp="1"/>
              </p:cNvSpPr>
              <p:nvPr>
                <p:ph type="body" idx="1"/>
              </p:nvPr>
            </p:nvSpPr>
            <p:spPr>
              <a:xfrm>
                <a:off x="3627524" y="1017140"/>
                <a:ext cx="5167773" cy="3639150"/>
              </a:xfrm>
            </p:spPr>
            <p:txBody>
              <a:bodyPr>
                <a:normAutofit/>
              </a:bodyPr>
              <a:lstStyle/>
              <a:p>
                <a:pPr marL="342900">
                  <a:lnSpc>
                    <a:spcPct val="100000"/>
                  </a:lnSpc>
                  <a:buClr>
                    <a:schemeClr val="bg2"/>
                  </a:buClr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en-US" sz="2000" i="1" dirty="0">
                        <a:solidFill>
                          <a:schemeClr val="bg2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𝗦</m:t>
                    </m:r>
                    <m:r>
                      <a:rPr lang="en-US" sz="2000" i="1" dirty="0">
                        <a:solidFill>
                          <a:schemeClr val="bg2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 ≔</m:t>
                    </m:r>
                    <m:r>
                      <a:rPr lang="en" sz="2000" i="1" dirty="0">
                        <a:solidFill>
                          <a:schemeClr val="bg2"/>
                        </a:solidFill>
                        <a:latin typeface="Cambria Math" panose="02040503050406030204" pitchFamily="18" charset="0"/>
                        <a:ea typeface="Times New Roman"/>
                        <a:cs typeface="Times New Roman" panose="02020603050405020304" pitchFamily="18" charset="0"/>
                        <a:sym typeface="Times New Roman"/>
                      </a:rPr>
                      <m:t>𝗗</m:t>
                    </m:r>
                    <m:r>
                      <a:rPr lang="en-US" sz="2000" i="1" dirty="0">
                        <a:solidFill>
                          <a:schemeClr val="bg2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  <a:cs typeface="Times New Roman"/>
                        <a:sym typeface="Times New Roman"/>
                      </a:rPr>
                      <m:t>⊕</m:t>
                    </m:r>
                    <m:r>
                      <a:rPr lang="en" sz="2000" i="1" dirty="0">
                        <a:solidFill>
                          <a:schemeClr val="bg2"/>
                        </a:solidFill>
                        <a:latin typeface="Cambria Math" panose="02040503050406030204" pitchFamily="18" charset="0"/>
                        <a:ea typeface="Times New Roman"/>
                        <a:cs typeface="Times New Roman" panose="02020603050405020304" pitchFamily="18" charset="0"/>
                        <a:sym typeface="Times New Roman"/>
                      </a:rPr>
                      <m:t>𝗩</m:t>
                    </m:r>
                    <m:r>
                      <a:rPr lang="en-US" sz="2000" i="1" dirty="0">
                        <a:solidFill>
                          <a:schemeClr val="bg2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  <a:cs typeface="Times New Roman"/>
                        <a:sym typeface="Times New Roman"/>
                      </a:rPr>
                      <m:t>⊕</m:t>
                    </m:r>
                    <m:r>
                      <a:rPr lang="en" sz="2000" i="1" dirty="0">
                        <a:solidFill>
                          <a:schemeClr val="bg2"/>
                        </a:solidFill>
                        <a:latin typeface="Cambria Math" panose="02040503050406030204" pitchFamily="18" charset="0"/>
                        <a:ea typeface="Times New Roman"/>
                        <a:cs typeface="Times New Roman" panose="02020603050405020304" pitchFamily="18" charset="0"/>
                        <a:sym typeface="Times New Roman"/>
                      </a:rPr>
                      <m:t>𝗨</m:t>
                    </m:r>
                    <m:r>
                      <a:rPr lang="en-US" sz="2000" i="1" dirty="0">
                        <a:solidFill>
                          <a:schemeClr val="bg2"/>
                        </a:solidFill>
                        <a:latin typeface="Cambria Math" panose="02040503050406030204" pitchFamily="18" charset="0"/>
                        <a:ea typeface="Times New Roman"/>
                        <a:cs typeface="Times New Roman" panose="02020603050405020304" pitchFamily="18" charset="0"/>
                        <a:sym typeface="Times New Roman"/>
                      </a:rPr>
                      <m:t>⊕</m:t>
                    </m:r>
                    <m:r>
                      <a:rPr lang="en" sz="2000" i="1" dirty="0">
                        <a:solidFill>
                          <a:schemeClr val="bg2"/>
                        </a:solidFill>
                        <a:latin typeface="Cambria Math" panose="02040503050406030204" pitchFamily="18" charset="0"/>
                        <a:ea typeface="Times New Roman"/>
                        <a:cs typeface="Times New Roman" panose="02020603050405020304" pitchFamily="18" charset="0"/>
                        <a:sym typeface="Times New Roman"/>
                      </a:rPr>
                      <m:t>𝗧</m:t>
                    </m:r>
                    <m:r>
                      <a:rPr lang="en-US" sz="2000" i="1" dirty="0">
                        <a:solidFill>
                          <a:schemeClr val="bg2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  <a:cs typeface="Times New Roman" panose="02020603050405020304" pitchFamily="18" charset="0"/>
                        <a:sym typeface="Times New Roman"/>
                      </a:rPr>
                      <m:t>⊕</m:t>
                    </m:r>
                    <m:r>
                      <a:rPr lang="en" sz="2000" i="1" dirty="0">
                        <a:solidFill>
                          <a:schemeClr val="bg2"/>
                        </a:solidFill>
                        <a:latin typeface="Cambria Math" panose="02040503050406030204" pitchFamily="18" charset="0"/>
                        <a:ea typeface="Times New Roman"/>
                        <a:cs typeface="Times New Roman" panose="02020603050405020304" pitchFamily="18" charset="0"/>
                        <a:sym typeface="Times New Roman"/>
                      </a:rPr>
                      <m:t>𝗖</m:t>
                    </m:r>
                  </m:oMath>
                </a14:m>
                <a:endParaRPr lang="en-US" sz="2000" dirty="0">
                  <a:solidFill>
                    <a:schemeClr val="bg2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endParaRPr>
              </a:p>
              <a:p>
                <a:pPr marL="342900">
                  <a:lnSpc>
                    <a:spcPct val="100000"/>
                  </a:lnSpc>
                  <a:buClr>
                    <a:schemeClr val="bg2"/>
                  </a:buClr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en-US" sz="2000" i="1">
                        <a:solidFill>
                          <a:schemeClr val="bg2"/>
                        </a:solidFill>
                        <a:latin typeface="Cambria Math" panose="02040503050406030204" pitchFamily="18" charset="0"/>
                        <a:ea typeface="Times New Roman"/>
                        <a:cs typeface="Times New Roman" panose="02020603050405020304" pitchFamily="18" charset="0"/>
                        <a:sym typeface="Times New Roman"/>
                      </a:rPr>
                      <m:t>𝗟</m:t>
                    </m:r>
                    <m:r>
                      <a:rPr lang="en-US" sz="2000" i="1">
                        <a:solidFill>
                          <a:schemeClr val="bg2"/>
                        </a:solidFill>
                        <a:latin typeface="Cambria Math" panose="02040503050406030204" pitchFamily="18" charset="0"/>
                        <a:ea typeface="Times New Roman"/>
                        <a:cs typeface="Times New Roman" panose="02020603050405020304" pitchFamily="18" charset="0"/>
                        <a:sym typeface="Times New Roman"/>
                      </a:rPr>
                      <m:t>≔</m:t>
                    </m:r>
                    <m:nary>
                      <m:naryPr>
                        <m:chr m:val="⨁"/>
                        <m:supHide m:val="on"/>
                        <m:ctrlPr>
                          <a:rPr lang="en-US" sz="2000" i="1">
                            <a:solidFill>
                              <a:schemeClr val="bg2"/>
                            </a:solidFill>
                            <a:latin typeface="Cambria Math" panose="02040503050406030204" pitchFamily="18" charset="0"/>
                            <a:ea typeface="Times New Roman"/>
                            <a:cs typeface="Times New Roman" panose="02020603050405020304" pitchFamily="18" charset="0"/>
                            <a:sym typeface="Times New Roman"/>
                          </a:rPr>
                        </m:ctrlPr>
                      </m:naryPr>
                      <m:sub>
                        <m:r>
                          <a:rPr lang="en-US" sz="2000" i="1">
                            <a:solidFill>
                              <a:schemeClr val="bg2"/>
                            </a:solidFill>
                            <a:latin typeface="Cambria Math" panose="02040503050406030204" pitchFamily="18" charset="0"/>
                            <a:ea typeface="Times New Roman"/>
                            <a:cs typeface="Times New Roman" panose="02020603050405020304" pitchFamily="18" charset="0"/>
                            <a:sym typeface="Times New Roman"/>
                          </a:rPr>
                          <m:t>𝑘</m:t>
                        </m:r>
                        <m:r>
                          <a:rPr lang="en-US" sz="2000" i="1">
                            <a:solidFill>
                              <a:schemeClr val="bg2"/>
                            </a:solidFill>
                            <a:latin typeface="Cambria Math" panose="02040503050406030204" pitchFamily="18" charset="0"/>
                            <a:ea typeface="Times New Roman"/>
                            <a:cs typeface="Times New Roman" panose="02020603050405020304" pitchFamily="18" charset="0"/>
                            <a:sym typeface="Times New Roman"/>
                          </a:rPr>
                          <m:t>≥1</m:t>
                        </m:r>
                      </m:sub>
                      <m:sup/>
                      <m:e>
                        <m:sSup>
                          <m:sSupPr>
                            <m:ctrlPr>
                              <a:rPr lang="en-US" sz="2000" i="1">
                                <a:solidFill>
                                  <a:schemeClr val="bg2"/>
                                </a:solidFill>
                                <a:latin typeface="Cambria Math" panose="02040503050406030204" pitchFamily="18" charset="0"/>
                                <a:ea typeface="Times New Roman"/>
                                <a:cs typeface="Times New Roman" panose="02020603050405020304" pitchFamily="18" charset="0"/>
                                <a:sym typeface="Times New Roman"/>
                              </a:rPr>
                            </m:ctrlPr>
                          </m:sSupPr>
                          <m:e>
                            <m:r>
                              <a:rPr lang="en-US" sz="2000" i="1">
                                <a:solidFill>
                                  <a:schemeClr val="bg2"/>
                                </a:solidFill>
                                <a:latin typeface="Cambria Math" panose="02040503050406030204" pitchFamily="18" charset="0"/>
                                <a:ea typeface="Times New Roman"/>
                                <a:cs typeface="Times New Roman" panose="02020603050405020304" pitchFamily="18" charset="0"/>
                                <a:sym typeface="Times New Roman"/>
                              </a:rPr>
                              <m:t>𝗦</m:t>
                            </m:r>
                          </m:e>
                          <m:sup>
                            <m:r>
                              <a:rPr lang="en-US" sz="2000" i="1">
                                <a:solidFill>
                                  <a:schemeClr val="bg2"/>
                                </a:solidFill>
                                <a:latin typeface="Cambria Math" panose="02040503050406030204" pitchFamily="18" charset="0"/>
                                <a:ea typeface="Times New Roman"/>
                                <a:cs typeface="Times New Roman" panose="02020603050405020304" pitchFamily="18" charset="0"/>
                                <a:sym typeface="Times New Roman"/>
                              </a:rPr>
                              <m:t>⊗</m:t>
                            </m:r>
                            <m:r>
                              <a:rPr lang="en-US" sz="2000" i="1" smtClean="0">
                                <a:solidFill>
                                  <a:schemeClr val="bg2"/>
                                </a:solidFill>
                                <a:latin typeface="Cambria Math" panose="02040503050406030204" pitchFamily="18" charset="0"/>
                                <a:ea typeface="Times New Roman"/>
                                <a:cs typeface="Times New Roman" panose="02020603050405020304" pitchFamily="18" charset="0"/>
                                <a:sym typeface="Times New Roman"/>
                              </a:rPr>
                              <m:t>𝘬</m:t>
                            </m:r>
                          </m:sup>
                        </m:sSup>
                      </m:e>
                    </m:nary>
                  </m:oMath>
                </a14:m>
                <a:r>
                  <a:rPr lang="en-US" sz="2000" dirty="0">
                    <a:solidFill>
                      <a:schemeClr val="bg2"/>
                    </a:solidFill>
                    <a:latin typeface="Times New Roman" panose="02020603050405020304" pitchFamily="18" charset="0"/>
                    <a:ea typeface="Times New Roman"/>
                    <a:cs typeface="Times New Roman" panose="02020603050405020304" pitchFamily="18" charset="0"/>
                    <a:sym typeface="Times New Roman"/>
                  </a:rPr>
                  <a:t> </a:t>
                </a:r>
              </a:p>
              <a:p>
                <a:pPr marL="800100" lvl="7" indent="-342900">
                  <a:lnSpc>
                    <a:spcPct val="100000"/>
                  </a:lnSpc>
                  <a:buClr>
                    <a:schemeClr val="bg2"/>
                  </a:buClr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p>
                      <m:sSupPr>
                        <m:ctrlPr>
                          <a:rPr lang="en-US" sz="1600" i="1" dirty="0">
                            <a:solidFill>
                              <a:schemeClr val="bg2"/>
                            </a:solidFill>
                            <a:latin typeface="Cambria Math" panose="02040503050406030204" pitchFamily="18" charset="0"/>
                            <a:ea typeface="Times New Roman"/>
                            <a:cs typeface="Times New Roman" panose="02020603050405020304" pitchFamily="18" charset="0"/>
                            <a:sym typeface="Times New Roman"/>
                          </a:rPr>
                        </m:ctrlPr>
                      </m:sSupPr>
                      <m:e>
                        <m:r>
                          <a:rPr lang="en-US" sz="1600" i="1" dirty="0">
                            <a:solidFill>
                              <a:schemeClr val="bg2"/>
                            </a:solidFill>
                            <a:latin typeface="Cambria Math" panose="02040503050406030204" pitchFamily="18" charset="0"/>
                            <a:ea typeface="Times New Roman"/>
                            <a:cs typeface="Times New Roman" panose="02020603050405020304" pitchFamily="18" charset="0"/>
                            <a:sym typeface="Times New Roman"/>
                          </a:rPr>
                          <m:t>𝗦</m:t>
                        </m:r>
                      </m:e>
                      <m:sup>
                        <m:r>
                          <a:rPr lang="en-US" sz="1600" i="1" dirty="0">
                            <a:solidFill>
                              <a:schemeClr val="bg2"/>
                            </a:solidFill>
                            <a:latin typeface="Cambria Math" panose="02040503050406030204" pitchFamily="18" charset="0"/>
                            <a:ea typeface="Times New Roman"/>
                            <a:cs typeface="Times New Roman" panose="02020603050405020304" pitchFamily="18" charset="0"/>
                            <a:sym typeface="Times New Roman"/>
                          </a:rPr>
                          <m:t>⊗</m:t>
                        </m:r>
                        <m:r>
                          <a:rPr lang="en-US" sz="1600" i="1" dirty="0">
                            <a:solidFill>
                              <a:schemeClr val="bg2"/>
                            </a:solidFill>
                            <a:latin typeface="Cambria Math" panose="02040503050406030204" pitchFamily="18" charset="0"/>
                            <a:ea typeface="Times New Roman"/>
                            <a:cs typeface="Times New Roman" panose="02020603050405020304" pitchFamily="18" charset="0"/>
                            <a:sym typeface="Times New Roman"/>
                          </a:rPr>
                          <m:t>𝘬</m:t>
                        </m:r>
                      </m:sup>
                    </m:sSup>
                  </m:oMath>
                </a14:m>
                <a:r>
                  <a:rPr lang="en-US" sz="1600" dirty="0">
                    <a:solidFill>
                      <a:schemeClr val="bg2"/>
                    </a:solidFill>
                    <a:latin typeface="Times New Roman" panose="02020603050405020304" pitchFamily="18" charset="0"/>
                    <a:ea typeface="Times New Roman"/>
                    <a:cs typeface="Times New Roman" panose="02020603050405020304" pitchFamily="18" charset="0"/>
                    <a:sym typeface="Times New Roman"/>
                  </a:rPr>
                  <a:t> means </a:t>
                </a:r>
                <a14:m>
                  <m:oMath xmlns:m="http://schemas.openxmlformats.org/officeDocument/2006/math">
                    <m:limLow>
                      <m:limLowPr>
                        <m:ctrlPr>
                          <a:rPr lang="en-US" sz="1600" i="1">
                            <a:solidFill>
                              <a:schemeClr val="bg2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  <a:sym typeface="Times New Roman"/>
                          </a:rPr>
                        </m:ctrlPr>
                      </m:limLowPr>
                      <m:e>
                        <m:groupChr>
                          <m:groupChrPr>
                            <m:chr m:val="⏟"/>
                            <m:ctrlPr>
                              <a:rPr lang="en-US" sz="1600" i="1">
                                <a:solidFill>
                                  <a:schemeClr val="bg2"/>
                                </a:solidFill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  <a:sym typeface="Times New Roman"/>
                              </a:rPr>
                            </m:ctrlPr>
                          </m:groupChrPr>
                          <m:e>
                            <m:r>
                              <a:rPr lang="en-US" sz="1600" i="1">
                                <a:solidFill>
                                  <a:schemeClr val="bg2"/>
                                </a:solidFill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  <a:sym typeface="Times New Roman"/>
                              </a:rPr>
                              <m:t>𝗦</m:t>
                            </m:r>
                            <m:r>
                              <a:rPr lang="en-US" sz="1600" i="1">
                                <a:solidFill>
                                  <a:schemeClr val="bg2"/>
                                </a:solidFill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  <a:sym typeface="Times New Roman"/>
                              </a:rPr>
                              <m:t>⊗</m:t>
                            </m:r>
                            <m:r>
                              <a:rPr lang="en-US" sz="1600" i="1">
                                <a:solidFill>
                                  <a:schemeClr val="bg2"/>
                                </a:solidFill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  <a:sym typeface="Times New Roman"/>
                              </a:rPr>
                              <m:t>𝗦</m:t>
                            </m:r>
                            <m:r>
                              <a:rPr lang="en-US" sz="1600" i="1">
                                <a:solidFill>
                                  <a:schemeClr val="bg2"/>
                                </a:solidFill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  <a:sym typeface="Times New Roman"/>
                              </a:rPr>
                              <m:t>⊗…⊗</m:t>
                            </m:r>
                            <m:r>
                              <a:rPr lang="en-US" sz="1600" i="1">
                                <a:solidFill>
                                  <a:schemeClr val="bg2"/>
                                </a:solidFill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  <a:sym typeface="Times New Roman"/>
                              </a:rPr>
                              <m:t>𝗦</m:t>
                            </m:r>
                          </m:e>
                        </m:groupChr>
                      </m:e>
                      <m:lim>
                        <m:r>
                          <a:rPr lang="en-US" sz="1600" i="1">
                            <a:solidFill>
                              <a:schemeClr val="bg2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  <a:sym typeface="Times New Roman"/>
                          </a:rPr>
                          <m:t>𝑘</m:t>
                        </m:r>
                        <m:r>
                          <a:rPr lang="en-US" sz="1600" b="0" i="1" smtClean="0">
                            <a:solidFill>
                              <a:schemeClr val="bg2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  <a:sym typeface="Times New Roman"/>
                          </a:rPr>
                          <m:t> </m:t>
                        </m:r>
                        <m:r>
                          <m:rPr>
                            <m:sty m:val="p"/>
                          </m:rPr>
                          <a:rPr lang="en-US" sz="1600" b="0" i="1" smtClean="0">
                            <a:solidFill>
                              <a:schemeClr val="bg2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  <a:sym typeface="Times New Roman"/>
                          </a:rPr>
                          <m:t>times</m:t>
                        </m:r>
                      </m:lim>
                    </m:limLow>
                  </m:oMath>
                </a14:m>
                <a:endParaRPr lang="en-US" sz="2000" dirty="0">
                  <a:solidFill>
                    <a:schemeClr val="bg2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endParaRPr>
              </a:p>
              <a:p>
                <a:pPr marL="342900">
                  <a:lnSpc>
                    <a:spcPct val="100000"/>
                  </a:lnSpc>
                  <a:buClr>
                    <a:schemeClr val="bg2"/>
                  </a:buClr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en-US" sz="2000" i="1">
                        <a:solidFill>
                          <a:schemeClr val="bg2"/>
                        </a:solidFill>
                        <a:latin typeface="Cambria Math" panose="02040503050406030204" pitchFamily="18" charset="0"/>
                        <a:ea typeface="Times New Roman"/>
                        <a:cs typeface="Times New Roman" panose="02020603050405020304" pitchFamily="18" charset="0"/>
                        <a:sym typeface="Times New Roman"/>
                      </a:rPr>
                      <m:t>𝐿𝑒𝑥</m:t>
                    </m:r>
                  </m:oMath>
                </a14:m>
                <a:r>
                  <a:rPr lang="en-US" sz="2000" dirty="0">
                    <a:solidFill>
                      <a:schemeClr val="bg2"/>
                    </a:solidFill>
                    <a:latin typeface="Times New Roman" panose="02020603050405020304" pitchFamily="18" charset="0"/>
                    <a:ea typeface="Times New Roman"/>
                    <a:cs typeface="Times New Roman" panose="02020603050405020304" pitchFamily="18" charset="0"/>
                    <a:sym typeface="Times New Roman"/>
                  </a:rPr>
                  <a:t> is the lexicon over the MG</a:t>
                </a:r>
              </a:p>
              <a:p>
                <a:pPr marL="342900">
                  <a:lnSpc>
                    <a:spcPct val="100000"/>
                  </a:lnSpc>
                  <a:buClr>
                    <a:schemeClr val="bg2"/>
                  </a:buClr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2000" i="1">
                            <a:solidFill>
                              <a:schemeClr val="bg2"/>
                            </a:solidFill>
                            <a:latin typeface="Cambria Math" panose="02040503050406030204" pitchFamily="18" charset="0"/>
                            <a:ea typeface="Times New Roman"/>
                            <a:cs typeface="Times New Roman" panose="02020603050405020304" pitchFamily="18" charset="0"/>
                            <a:sym typeface="Times New Roman"/>
                          </a:rPr>
                        </m:ctrlPr>
                      </m:sSubPr>
                      <m:e>
                        <m:r>
                          <a:rPr lang="en-US" sz="2000" i="1">
                            <a:solidFill>
                              <a:schemeClr val="bg2"/>
                            </a:solidFill>
                            <a:latin typeface="Cambria Math" panose="02040503050406030204" pitchFamily="18" charset="0"/>
                            <a:ea typeface="Times New Roman"/>
                            <a:cs typeface="Times New Roman" panose="02020603050405020304" pitchFamily="18" charset="0"/>
                            <a:sym typeface="Times New Roman"/>
                          </a:rPr>
                          <m:t>𝑇</m:t>
                        </m:r>
                      </m:e>
                      <m:sub>
                        <m:r>
                          <a:rPr lang="en-US" sz="2000" i="1">
                            <a:solidFill>
                              <a:schemeClr val="bg2"/>
                            </a:solidFill>
                            <a:latin typeface="Cambria Math" panose="02040503050406030204" pitchFamily="18" charset="0"/>
                            <a:ea typeface="Times New Roman"/>
                            <a:cs typeface="Times New Roman" panose="02020603050405020304" pitchFamily="18" charset="0"/>
                            <a:sym typeface="Times New Roman"/>
                          </a:rPr>
                          <m:t>𝐴</m:t>
                        </m:r>
                      </m:sub>
                    </m:sSub>
                  </m:oMath>
                </a14:m>
                <a:r>
                  <a:rPr lang="en-US" sz="2000" dirty="0">
                    <a:solidFill>
                      <a:schemeClr val="bg2"/>
                    </a:solidFill>
                    <a:latin typeface="Times New Roman" panose="02020603050405020304" pitchFamily="18" charset="0"/>
                    <a:ea typeface="Times New Roman"/>
                    <a:cs typeface="Times New Roman" panose="02020603050405020304" pitchFamily="18" charset="0"/>
                    <a:sym typeface="Times New Roman"/>
                  </a:rPr>
                  <a:t> is the set of trees over the MG</a:t>
                </a:r>
              </a:p>
              <a:p>
                <a:pPr marL="342900">
                  <a:lnSpc>
                    <a:spcPct val="100000"/>
                  </a:lnSpc>
                  <a:buClr>
                    <a:schemeClr val="bg2"/>
                  </a:buClr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en-US" sz="2000" i="1">
                        <a:solidFill>
                          <a:schemeClr val="bg2"/>
                        </a:solidFill>
                        <a:latin typeface="Cambria Math" panose="02040503050406030204" pitchFamily="18" charset="0"/>
                        <a:ea typeface="Times New Roman"/>
                        <a:cs typeface="Times New Roman" panose="02020603050405020304" pitchFamily="18" charset="0"/>
                        <a:sym typeface="Times New Roman"/>
                      </a:rPr>
                      <m:t>𝜑</m:t>
                    </m:r>
                    <m:r>
                      <a:rPr lang="en-US" sz="2000" i="1">
                        <a:solidFill>
                          <a:schemeClr val="bg2"/>
                        </a:solidFill>
                        <a:latin typeface="Cambria Math" panose="02040503050406030204" pitchFamily="18" charset="0"/>
                        <a:ea typeface="Times New Roman"/>
                        <a:cs typeface="Times New Roman" panose="02020603050405020304" pitchFamily="18" charset="0"/>
                        <a:sym typeface="Times New Roman"/>
                      </a:rPr>
                      <m:t>:</m:t>
                    </m:r>
                    <m:r>
                      <a:rPr lang="en-US" sz="2000" i="1">
                        <a:solidFill>
                          <a:schemeClr val="bg2"/>
                        </a:solidFill>
                        <a:latin typeface="Cambria Math" panose="02040503050406030204" pitchFamily="18" charset="0"/>
                        <a:ea typeface="Times New Roman"/>
                        <a:cs typeface="Times New Roman" panose="02020603050405020304" pitchFamily="18" charset="0"/>
                        <a:sym typeface="Times New Roman"/>
                      </a:rPr>
                      <m:t>𝐿𝑒𝑥</m:t>
                    </m:r>
                    <m:r>
                      <a:rPr lang="en-US" sz="2000" i="1">
                        <a:solidFill>
                          <a:schemeClr val="bg2"/>
                        </a:solidFill>
                        <a:latin typeface="Cambria Math" panose="02040503050406030204" pitchFamily="18" charset="0"/>
                        <a:ea typeface="Times New Roman"/>
                        <a:cs typeface="Times New Roman" panose="02020603050405020304" pitchFamily="18" charset="0"/>
                        <a:sym typeface="Times New Roman"/>
                      </a:rPr>
                      <m:t>→</m:t>
                    </m:r>
                    <m:r>
                      <a:rPr lang="en-US" sz="2000" i="1">
                        <a:solidFill>
                          <a:schemeClr val="bg2"/>
                        </a:solidFill>
                        <a:latin typeface="Cambria Math" panose="02040503050406030204" pitchFamily="18" charset="0"/>
                        <a:ea typeface="Times New Roman"/>
                        <a:cs typeface="Times New Roman" panose="02020603050405020304" pitchFamily="18" charset="0"/>
                        <a:sym typeface="Times New Roman"/>
                      </a:rPr>
                      <m:t>𝗟</m:t>
                    </m:r>
                  </m:oMath>
                </a14:m>
                <a:r>
                  <a:rPr lang="en-US" sz="2000" dirty="0">
                    <a:solidFill>
                      <a:schemeClr val="bg2"/>
                    </a:solidFill>
                    <a:latin typeface="Times New Roman" panose="02020603050405020304" pitchFamily="18" charset="0"/>
                    <a:ea typeface="Times New Roman"/>
                    <a:cs typeface="Times New Roman" panose="02020603050405020304" pitchFamily="18" charset="0"/>
                    <a:sym typeface="Times New Roman"/>
                  </a:rPr>
                  <a:t> maps each lexical item to the space corresponding to its feature string</a:t>
                </a:r>
              </a:p>
              <a:p>
                <a:pPr marL="342900" lvl="2" indent="-342900">
                  <a:lnSpc>
                    <a:spcPct val="100000"/>
                  </a:lnSpc>
                  <a:buClr>
                    <a:schemeClr val="bg2"/>
                  </a:buClr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000">
                        <a:solidFill>
                          <a:schemeClr val="bg2"/>
                        </a:solidFill>
                        <a:latin typeface="Cambria Math" panose="02040503050406030204" pitchFamily="18" charset="0"/>
                        <a:ea typeface="Times New Roman"/>
                        <a:cs typeface="Times New Roman" panose="02020603050405020304" pitchFamily="18" charset="0"/>
                        <a:sym typeface="Times New Roman"/>
                      </a:rPr>
                      <m:t>Φ</m:t>
                    </m:r>
                    <m:r>
                      <a:rPr lang="en-US" sz="2000" i="1">
                        <a:solidFill>
                          <a:schemeClr val="bg2"/>
                        </a:solidFill>
                        <a:latin typeface="Cambria Math" panose="02040503050406030204" pitchFamily="18" charset="0"/>
                        <a:ea typeface="Times New Roman"/>
                        <a:cs typeface="Times New Roman" panose="02020603050405020304" pitchFamily="18" charset="0"/>
                        <a:sym typeface="Times New Roman"/>
                      </a:rPr>
                      <m:t>:</m:t>
                    </m:r>
                    <m:sSub>
                      <m:sSubPr>
                        <m:ctrlPr>
                          <a:rPr lang="en-US" sz="2000" i="1">
                            <a:solidFill>
                              <a:schemeClr val="bg2"/>
                            </a:solidFill>
                            <a:latin typeface="Cambria Math" panose="02040503050406030204" pitchFamily="18" charset="0"/>
                            <a:ea typeface="Times New Roman"/>
                            <a:cs typeface="Times New Roman" panose="02020603050405020304" pitchFamily="18" charset="0"/>
                            <a:sym typeface="Times New Roman"/>
                          </a:rPr>
                        </m:ctrlPr>
                      </m:sSubPr>
                      <m:e>
                        <m:r>
                          <a:rPr lang="en-US" sz="2000" i="1">
                            <a:solidFill>
                              <a:schemeClr val="bg2"/>
                            </a:solidFill>
                            <a:latin typeface="Cambria Math" panose="02040503050406030204" pitchFamily="18" charset="0"/>
                            <a:ea typeface="Times New Roman"/>
                            <a:cs typeface="Times New Roman" panose="02020603050405020304" pitchFamily="18" charset="0"/>
                            <a:sym typeface="Times New Roman"/>
                          </a:rPr>
                          <m:t>𝑇</m:t>
                        </m:r>
                      </m:e>
                      <m:sub>
                        <m:r>
                          <a:rPr lang="en-US" sz="2000" i="1">
                            <a:solidFill>
                              <a:schemeClr val="bg2"/>
                            </a:solidFill>
                            <a:latin typeface="Cambria Math" panose="02040503050406030204" pitchFamily="18" charset="0"/>
                            <a:ea typeface="Times New Roman"/>
                            <a:cs typeface="Times New Roman" panose="02020603050405020304" pitchFamily="18" charset="0"/>
                            <a:sym typeface="Times New Roman"/>
                          </a:rPr>
                          <m:t>𝐴</m:t>
                        </m:r>
                      </m:sub>
                    </m:sSub>
                    <m:r>
                      <a:rPr lang="en-US" sz="2000" i="1">
                        <a:solidFill>
                          <a:schemeClr val="bg2"/>
                        </a:solidFill>
                        <a:latin typeface="Cambria Math" panose="02040503050406030204" pitchFamily="18" charset="0"/>
                        <a:ea typeface="Times New Roman"/>
                        <a:cs typeface="Times New Roman" panose="02020603050405020304" pitchFamily="18" charset="0"/>
                        <a:sym typeface="Times New Roman"/>
                      </a:rPr>
                      <m:t>→</m:t>
                    </m:r>
                    <m:r>
                      <a:rPr lang="en-US" sz="2000" i="1">
                        <a:solidFill>
                          <a:schemeClr val="bg2"/>
                        </a:solidFill>
                        <a:latin typeface="Cambria Math" panose="02040503050406030204" pitchFamily="18" charset="0"/>
                        <a:ea typeface="Times New Roman"/>
                        <a:cs typeface="Times New Roman" panose="02020603050405020304" pitchFamily="18" charset="0"/>
                        <a:sym typeface="Times New Roman"/>
                      </a:rPr>
                      <m:t>𝗟</m:t>
                    </m:r>
                  </m:oMath>
                </a14:m>
                <a:r>
                  <a:rPr lang="en-US" sz="2000" dirty="0">
                    <a:solidFill>
                      <a:schemeClr val="bg2"/>
                    </a:solidFill>
                    <a:latin typeface="Times New Roman" panose="02020603050405020304" pitchFamily="18" charset="0"/>
                    <a:ea typeface="Times New Roman"/>
                    <a:cs typeface="Times New Roman" panose="02020603050405020304" pitchFamily="18" charset="0"/>
                    <a:sym typeface="Times New Roman"/>
                  </a:rPr>
                  <a:t> extends </a:t>
                </a:r>
                <a14:m>
                  <m:oMath xmlns:m="http://schemas.openxmlformats.org/officeDocument/2006/math">
                    <m:r>
                      <a:rPr lang="en-US" sz="2000" i="1">
                        <a:solidFill>
                          <a:schemeClr val="bg2"/>
                        </a:solidFill>
                        <a:latin typeface="Cambria Math" panose="02040503050406030204" pitchFamily="18" charset="0"/>
                        <a:ea typeface="Times New Roman"/>
                        <a:cs typeface="Times New Roman" panose="02020603050405020304" pitchFamily="18" charset="0"/>
                        <a:sym typeface="Times New Roman"/>
                      </a:rPr>
                      <m:t>𝜑</m:t>
                    </m:r>
                  </m:oMath>
                </a14:m>
                <a:r>
                  <a:rPr lang="en-US" sz="2000" dirty="0">
                    <a:solidFill>
                      <a:schemeClr val="bg2"/>
                    </a:solidFill>
                    <a:latin typeface="Times New Roman" panose="02020603050405020304" pitchFamily="18" charset="0"/>
                    <a:ea typeface="Times New Roman"/>
                    <a:cs typeface="Times New Roman" panose="02020603050405020304" pitchFamily="18" charset="0"/>
                    <a:sym typeface="Times New Roman"/>
                  </a:rPr>
                  <a:t> by </a:t>
                </a:r>
              </a:p>
              <a:p>
                <a:pPr marL="800100" lvl="3" indent="-342900">
                  <a:lnSpc>
                    <a:spcPct val="100000"/>
                  </a:lnSpc>
                  <a:buClr>
                    <a:schemeClr val="bg2"/>
                  </a:buClr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1600" smtClean="0">
                        <a:solidFill>
                          <a:schemeClr val="bg2"/>
                        </a:solidFill>
                        <a:latin typeface="Cambria Math" panose="02040503050406030204" pitchFamily="18" charset="0"/>
                        <a:ea typeface="Times New Roman"/>
                        <a:cs typeface="Times New Roman" panose="02020603050405020304" pitchFamily="18" charset="0"/>
                        <a:sym typeface="Times New Roman"/>
                      </a:rPr>
                      <m:t>Φ</m:t>
                    </m:r>
                    <m:d>
                      <m:dPr>
                        <m:ctrlPr>
                          <a:rPr lang="en-US" sz="1600" b="0" i="1" smtClean="0">
                            <a:solidFill>
                              <a:schemeClr val="bg2"/>
                            </a:solidFill>
                            <a:latin typeface="Cambria Math" panose="02040503050406030204" pitchFamily="18" charset="0"/>
                            <a:ea typeface="Times New Roman"/>
                            <a:cs typeface="Times New Roman" panose="02020603050405020304" pitchFamily="18" charset="0"/>
                            <a:sym typeface="Times New Roman"/>
                          </a:rPr>
                        </m:ctrlPr>
                      </m:dPr>
                      <m:e>
                        <m:r>
                          <a:rPr lang="en-US" sz="1600" b="0" i="0" smtClean="0">
                            <a:solidFill>
                              <a:schemeClr val="bg2"/>
                            </a:solidFill>
                            <a:latin typeface="Cambria Math" panose="02040503050406030204" pitchFamily="18" charset="0"/>
                            <a:ea typeface="Times New Roman"/>
                            <a:cs typeface="Times New Roman" panose="02020603050405020304" pitchFamily="18" charset="0"/>
                            <a:sym typeface="Times New Roman"/>
                          </a:rPr>
                          <m:t>𝑡</m:t>
                        </m:r>
                      </m:e>
                    </m:d>
                    <m:r>
                      <a:rPr lang="en-US" sz="1600" b="0" i="0" smtClean="0">
                        <a:solidFill>
                          <a:schemeClr val="bg2"/>
                        </a:solidFill>
                        <a:latin typeface="Cambria Math" panose="02040503050406030204" pitchFamily="18" charset="0"/>
                        <a:ea typeface="Times New Roman"/>
                        <a:cs typeface="Times New Roman" panose="02020603050405020304" pitchFamily="18" charset="0"/>
                        <a:sym typeface="Times New Roman"/>
                      </a:rPr>
                      <m:t>=</m:t>
                    </m:r>
                    <m:r>
                      <a:rPr lang="en-US" sz="1600" b="0" i="0" smtClean="0">
                        <a:solidFill>
                          <a:schemeClr val="bg2"/>
                        </a:solidFill>
                        <a:latin typeface="Cambria Math" panose="02040503050406030204" pitchFamily="18" charset="0"/>
                        <a:ea typeface="Times New Roman"/>
                        <a:cs typeface="Times New Roman" panose="02020603050405020304" pitchFamily="18" charset="0"/>
                        <a:sym typeface="Times New Roman"/>
                      </a:rPr>
                      <m:t>𝜑</m:t>
                    </m:r>
                    <m:d>
                      <m:dPr>
                        <m:ctrlPr>
                          <a:rPr lang="en-US" sz="1600" b="0" i="1" smtClean="0">
                            <a:solidFill>
                              <a:schemeClr val="bg2"/>
                            </a:solidFill>
                            <a:latin typeface="Cambria Math" panose="02040503050406030204" pitchFamily="18" charset="0"/>
                            <a:ea typeface="Times New Roman"/>
                            <a:cs typeface="Times New Roman" panose="02020603050405020304" pitchFamily="18" charset="0"/>
                            <a:sym typeface="Times New Roman"/>
                          </a:rPr>
                        </m:ctrlPr>
                      </m:dPr>
                      <m:e>
                        <m:r>
                          <a:rPr lang="en-US" sz="1600" b="0" i="0" smtClean="0">
                            <a:solidFill>
                              <a:schemeClr val="bg2"/>
                            </a:solidFill>
                            <a:latin typeface="Cambria Math" panose="02040503050406030204" pitchFamily="18" charset="0"/>
                            <a:ea typeface="Times New Roman"/>
                            <a:cs typeface="Times New Roman" panose="02020603050405020304" pitchFamily="18" charset="0"/>
                            <a:sym typeface="Times New Roman"/>
                          </a:rPr>
                          <m:t>𝑡</m:t>
                        </m:r>
                      </m:e>
                    </m:d>
                  </m:oMath>
                </a14:m>
                <a:r>
                  <a:rPr lang="en-US" sz="1600" dirty="0">
                    <a:solidFill>
                      <a:schemeClr val="bg2"/>
                    </a:solidFill>
                    <a:latin typeface="Times New Roman" panose="02020603050405020304" pitchFamily="18" charset="0"/>
                    <a:ea typeface="Times New Roman"/>
                    <a:cs typeface="Times New Roman" panose="02020603050405020304" pitchFamily="18" charset="0"/>
                    <a:sym typeface="Times New Roman"/>
                  </a:rPr>
                  <a:t>, if </a:t>
                </a:r>
                <a14:m>
                  <m:oMath xmlns:m="http://schemas.openxmlformats.org/officeDocument/2006/math">
                    <m:r>
                      <a:rPr lang="en-US" sz="1600" b="0" i="1" smtClean="0">
                        <a:solidFill>
                          <a:schemeClr val="bg2"/>
                        </a:solidFill>
                        <a:latin typeface="Cambria Math" panose="02040503050406030204" pitchFamily="18" charset="0"/>
                        <a:ea typeface="Times New Roman"/>
                        <a:cs typeface="Times New Roman" panose="02020603050405020304" pitchFamily="18" charset="0"/>
                        <a:sym typeface="Times New Roman"/>
                      </a:rPr>
                      <m:t>𝑡</m:t>
                    </m:r>
                    <m:r>
                      <a:rPr lang="en-US" sz="1600" b="0" i="1" smtClean="0">
                        <a:solidFill>
                          <a:schemeClr val="bg2"/>
                        </a:solidFill>
                        <a:latin typeface="Cambria Math" panose="02040503050406030204" pitchFamily="18" charset="0"/>
                        <a:ea typeface="Times New Roman"/>
                        <a:cs typeface="Times New Roman" panose="02020603050405020304" pitchFamily="18" charset="0"/>
                        <a:sym typeface="Times New Roman"/>
                      </a:rPr>
                      <m:t> ∈</m:t>
                    </m:r>
                    <m:r>
                      <a:rPr lang="en-US" sz="1600" b="0" i="1" smtClean="0">
                        <a:solidFill>
                          <a:schemeClr val="bg2"/>
                        </a:solidFill>
                        <a:latin typeface="Cambria Math" panose="02040503050406030204" pitchFamily="18" charset="0"/>
                        <a:ea typeface="Times New Roman"/>
                        <a:cs typeface="Times New Roman" panose="02020603050405020304" pitchFamily="18" charset="0"/>
                        <a:sym typeface="Times New Roman"/>
                      </a:rPr>
                      <m:t>𝐿𝑒𝑥</m:t>
                    </m:r>
                  </m:oMath>
                </a14:m>
                <a:endParaRPr lang="en-US" sz="1600" dirty="0">
                  <a:solidFill>
                    <a:schemeClr val="bg2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endParaRPr>
              </a:p>
              <a:p>
                <a:pPr marL="800100" lvl="3" indent="-342900">
                  <a:lnSpc>
                    <a:spcPct val="100000"/>
                  </a:lnSpc>
                  <a:buClr>
                    <a:schemeClr val="bg2"/>
                  </a:buClr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1600" b="0" i="0" smtClean="0">
                        <a:solidFill>
                          <a:schemeClr val="bg2"/>
                        </a:solidFill>
                        <a:latin typeface="Cambria Math" panose="02040503050406030204" pitchFamily="18" charset="0"/>
                        <a:ea typeface="Times New Roman"/>
                        <a:cs typeface="Times New Roman" panose="02020603050405020304" pitchFamily="18" charset="0"/>
                        <a:sym typeface="Times New Roman"/>
                      </a:rPr>
                      <m:t>Φ</m:t>
                    </m:r>
                    <m:d>
                      <m:dPr>
                        <m:ctrlPr>
                          <a:rPr lang="en-US" sz="1600" b="0" i="1" smtClean="0">
                            <a:solidFill>
                              <a:schemeClr val="bg2"/>
                            </a:solidFill>
                            <a:latin typeface="Cambria Math" panose="02040503050406030204" pitchFamily="18" charset="0"/>
                            <a:ea typeface="Times New Roman"/>
                            <a:cs typeface="Times New Roman" panose="02020603050405020304" pitchFamily="18" charset="0"/>
                            <a:sym typeface="Times New Roman"/>
                          </a:rPr>
                        </m:ctrlPr>
                      </m:dPr>
                      <m:e>
                        <m:r>
                          <a:rPr lang="en-US" sz="1600" b="0" i="1" smtClean="0">
                            <a:solidFill>
                              <a:schemeClr val="bg2"/>
                            </a:solidFill>
                            <a:latin typeface="Cambria Math" panose="02040503050406030204" pitchFamily="18" charset="0"/>
                            <a:ea typeface="Times New Roman"/>
                            <a:cs typeface="Times New Roman" panose="02020603050405020304" pitchFamily="18" charset="0"/>
                            <a:sym typeface="Times New Roman"/>
                          </a:rPr>
                          <m:t>𝑚𝑒𝑟𝑔𝑒</m:t>
                        </m:r>
                        <m:d>
                          <m:dPr>
                            <m:ctrlPr>
                              <a:rPr lang="en-US" sz="1600" b="0" i="1" smtClean="0">
                                <a:solidFill>
                                  <a:schemeClr val="bg2"/>
                                </a:solidFill>
                                <a:latin typeface="Cambria Math" panose="02040503050406030204" pitchFamily="18" charset="0"/>
                                <a:ea typeface="Times New Roman"/>
                                <a:cs typeface="Times New Roman" panose="02020603050405020304" pitchFamily="18" charset="0"/>
                                <a:sym typeface="Times New Roman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sz="1600" b="0" i="1" smtClean="0">
                                    <a:solidFill>
                                      <a:schemeClr val="bg2"/>
                                    </a:solidFill>
                                    <a:latin typeface="Cambria Math" panose="02040503050406030204" pitchFamily="18" charset="0"/>
                                    <a:ea typeface="Times New Roman"/>
                                    <a:cs typeface="Times New Roman" panose="02020603050405020304" pitchFamily="18" charset="0"/>
                                    <a:sym typeface="Times New Roman"/>
                                  </a:rPr>
                                </m:ctrlPr>
                              </m:sSubPr>
                              <m:e>
                                <m:r>
                                  <a:rPr lang="en-US" sz="1600" b="0" i="1" smtClean="0">
                                    <a:solidFill>
                                      <a:schemeClr val="bg2"/>
                                    </a:solidFill>
                                    <a:latin typeface="Cambria Math" panose="02040503050406030204" pitchFamily="18" charset="0"/>
                                    <a:ea typeface="Times New Roman"/>
                                    <a:cs typeface="Times New Roman" panose="02020603050405020304" pitchFamily="18" charset="0"/>
                                    <a:sym typeface="Times New Roman"/>
                                  </a:rPr>
                                  <m:t>𝑡</m:t>
                                </m:r>
                              </m:e>
                              <m:sub>
                                <m:r>
                                  <a:rPr lang="en-US" sz="1600" b="0" i="1" smtClean="0">
                                    <a:solidFill>
                                      <a:schemeClr val="bg2"/>
                                    </a:solidFill>
                                    <a:latin typeface="Cambria Math" panose="02040503050406030204" pitchFamily="18" charset="0"/>
                                    <a:ea typeface="Times New Roman"/>
                                    <a:cs typeface="Times New Roman" panose="02020603050405020304" pitchFamily="18" charset="0"/>
                                    <a:sym typeface="Times New Roman"/>
                                  </a:rPr>
                                  <m:t>1</m:t>
                                </m:r>
                              </m:sub>
                            </m:sSub>
                            <m:r>
                              <a:rPr lang="en-US" sz="1600" b="0" i="1" smtClean="0">
                                <a:solidFill>
                                  <a:schemeClr val="bg2"/>
                                </a:solidFill>
                                <a:latin typeface="Cambria Math" panose="02040503050406030204" pitchFamily="18" charset="0"/>
                                <a:ea typeface="Times New Roman"/>
                                <a:cs typeface="Times New Roman" panose="02020603050405020304" pitchFamily="18" charset="0"/>
                                <a:sym typeface="Times New Roman"/>
                              </a:rPr>
                              <m:t>,</m:t>
                            </m:r>
                            <m:sSub>
                              <m:sSubPr>
                                <m:ctrlPr>
                                  <a:rPr lang="en-US" sz="1600" b="0" i="1" smtClean="0">
                                    <a:solidFill>
                                      <a:schemeClr val="bg2"/>
                                    </a:solidFill>
                                    <a:latin typeface="Cambria Math" panose="02040503050406030204" pitchFamily="18" charset="0"/>
                                    <a:ea typeface="Times New Roman"/>
                                    <a:cs typeface="Times New Roman" panose="02020603050405020304" pitchFamily="18" charset="0"/>
                                    <a:sym typeface="Times New Roman"/>
                                  </a:rPr>
                                </m:ctrlPr>
                              </m:sSubPr>
                              <m:e>
                                <m:r>
                                  <a:rPr lang="en-US" sz="1600" b="0" i="1" smtClean="0">
                                    <a:solidFill>
                                      <a:schemeClr val="bg2"/>
                                    </a:solidFill>
                                    <a:latin typeface="Cambria Math" panose="02040503050406030204" pitchFamily="18" charset="0"/>
                                    <a:ea typeface="Times New Roman"/>
                                    <a:cs typeface="Times New Roman" panose="02020603050405020304" pitchFamily="18" charset="0"/>
                                    <a:sym typeface="Times New Roman"/>
                                  </a:rPr>
                                  <m:t>𝑡</m:t>
                                </m:r>
                              </m:e>
                              <m:sub>
                                <m:r>
                                  <a:rPr lang="en-US" sz="1600" b="0" i="1" smtClean="0">
                                    <a:solidFill>
                                      <a:schemeClr val="bg2"/>
                                    </a:solidFill>
                                    <a:latin typeface="Cambria Math" panose="02040503050406030204" pitchFamily="18" charset="0"/>
                                    <a:ea typeface="Times New Roman"/>
                                    <a:cs typeface="Times New Roman" panose="02020603050405020304" pitchFamily="18" charset="0"/>
                                    <a:sym typeface="Times New Roman"/>
                                  </a:rPr>
                                  <m:t>2</m:t>
                                </m:r>
                              </m:sub>
                            </m:sSub>
                          </m:e>
                        </m:d>
                      </m:e>
                    </m:d>
                    <m:r>
                      <a:rPr lang="en-US" sz="1600" b="0" i="1" smtClean="0">
                        <a:solidFill>
                          <a:schemeClr val="bg2"/>
                        </a:solidFill>
                        <a:latin typeface="Cambria Math" panose="02040503050406030204" pitchFamily="18" charset="0"/>
                        <a:ea typeface="Times New Roman"/>
                        <a:cs typeface="Times New Roman" panose="02020603050405020304" pitchFamily="18" charset="0"/>
                        <a:sym typeface="Times New Roman"/>
                      </a:rPr>
                      <m:t>=</m:t>
                    </m:r>
                    <m:r>
                      <m:rPr>
                        <m:sty m:val="p"/>
                      </m:rPr>
                      <a:rPr lang="en-US" sz="1600" b="0" i="0" smtClean="0">
                        <a:solidFill>
                          <a:schemeClr val="bg2"/>
                        </a:solidFill>
                        <a:latin typeface="Cambria Math" panose="02040503050406030204" pitchFamily="18" charset="0"/>
                        <a:ea typeface="Times New Roman"/>
                        <a:cs typeface="Times New Roman" panose="02020603050405020304" pitchFamily="18" charset="0"/>
                        <a:sym typeface="Times New Roman"/>
                      </a:rPr>
                      <m:t>Φ</m:t>
                    </m:r>
                    <m:d>
                      <m:dPr>
                        <m:ctrlPr>
                          <a:rPr lang="en-US" sz="1600" b="0" i="1" smtClean="0">
                            <a:solidFill>
                              <a:schemeClr val="bg2"/>
                            </a:solidFill>
                            <a:latin typeface="Cambria Math" panose="02040503050406030204" pitchFamily="18" charset="0"/>
                            <a:ea typeface="Times New Roman"/>
                            <a:cs typeface="Times New Roman" panose="02020603050405020304" pitchFamily="18" charset="0"/>
                            <a:sym typeface="Times New Roman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1600" b="0" i="1" smtClean="0">
                                <a:solidFill>
                                  <a:schemeClr val="bg2"/>
                                </a:solidFill>
                                <a:latin typeface="Cambria Math" panose="02040503050406030204" pitchFamily="18" charset="0"/>
                                <a:ea typeface="Times New Roman"/>
                                <a:cs typeface="Times New Roman" panose="02020603050405020304" pitchFamily="18" charset="0"/>
                                <a:sym typeface="Times New Roman"/>
                              </a:rPr>
                            </m:ctrlPr>
                          </m:sSubPr>
                          <m:e>
                            <m:r>
                              <a:rPr lang="en-US" sz="1600" b="0" i="1" smtClean="0">
                                <a:solidFill>
                                  <a:schemeClr val="bg2"/>
                                </a:solidFill>
                                <a:latin typeface="Cambria Math" panose="02040503050406030204" pitchFamily="18" charset="0"/>
                                <a:ea typeface="Times New Roman"/>
                                <a:cs typeface="Times New Roman" panose="02020603050405020304" pitchFamily="18" charset="0"/>
                                <a:sym typeface="Times New Roman"/>
                              </a:rPr>
                              <m:t>𝑡</m:t>
                            </m:r>
                          </m:e>
                          <m:sub>
                            <m:r>
                              <a:rPr lang="en-US" sz="1600" b="0" i="1" smtClean="0">
                                <a:solidFill>
                                  <a:schemeClr val="bg2"/>
                                </a:solidFill>
                                <a:latin typeface="Cambria Math" panose="02040503050406030204" pitchFamily="18" charset="0"/>
                                <a:ea typeface="Times New Roman"/>
                                <a:cs typeface="Times New Roman" panose="02020603050405020304" pitchFamily="18" charset="0"/>
                                <a:sym typeface="Times New Roman"/>
                              </a:rPr>
                              <m:t>1</m:t>
                            </m:r>
                          </m:sub>
                        </m:sSub>
                      </m:e>
                    </m:d>
                    <m:r>
                      <a:rPr lang="en-US" sz="1600" b="0" i="1" smtClean="0">
                        <a:solidFill>
                          <a:schemeClr val="bg2"/>
                        </a:solidFill>
                        <a:latin typeface="Cambria Math" panose="02040503050406030204" pitchFamily="18" charset="0"/>
                        <a:ea typeface="Times New Roman"/>
                        <a:cs typeface="Times New Roman" panose="02020603050405020304" pitchFamily="18" charset="0"/>
                        <a:sym typeface="Times New Roman"/>
                      </a:rPr>
                      <m:t>⋅</m:t>
                    </m:r>
                    <m:r>
                      <m:rPr>
                        <m:sty m:val="p"/>
                      </m:rPr>
                      <a:rPr lang="en-US" sz="1600" b="0" i="0" smtClean="0">
                        <a:solidFill>
                          <a:schemeClr val="bg2"/>
                        </a:solidFill>
                        <a:latin typeface="Cambria Math" panose="02040503050406030204" pitchFamily="18" charset="0"/>
                        <a:ea typeface="Times New Roman"/>
                        <a:cs typeface="Times New Roman" panose="02020603050405020304" pitchFamily="18" charset="0"/>
                        <a:sym typeface="Times New Roman"/>
                      </a:rPr>
                      <m:t>Φ</m:t>
                    </m:r>
                    <m:d>
                      <m:dPr>
                        <m:ctrlPr>
                          <a:rPr lang="en-US" sz="1600" b="0" i="1" smtClean="0">
                            <a:solidFill>
                              <a:schemeClr val="bg2"/>
                            </a:solidFill>
                            <a:latin typeface="Cambria Math" panose="02040503050406030204" pitchFamily="18" charset="0"/>
                            <a:ea typeface="Times New Roman"/>
                            <a:cs typeface="Times New Roman" panose="02020603050405020304" pitchFamily="18" charset="0"/>
                            <a:sym typeface="Times New Roman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1600" b="0" i="1" smtClean="0">
                                <a:solidFill>
                                  <a:schemeClr val="bg2"/>
                                </a:solidFill>
                                <a:latin typeface="Cambria Math" panose="02040503050406030204" pitchFamily="18" charset="0"/>
                                <a:ea typeface="Times New Roman"/>
                                <a:cs typeface="Times New Roman" panose="02020603050405020304" pitchFamily="18" charset="0"/>
                                <a:sym typeface="Times New Roman"/>
                              </a:rPr>
                            </m:ctrlPr>
                          </m:sSubPr>
                          <m:e>
                            <m:r>
                              <a:rPr lang="en-US" sz="1600" b="0" i="1" smtClean="0">
                                <a:solidFill>
                                  <a:schemeClr val="bg2"/>
                                </a:solidFill>
                                <a:latin typeface="Cambria Math" panose="02040503050406030204" pitchFamily="18" charset="0"/>
                                <a:ea typeface="Times New Roman"/>
                                <a:cs typeface="Times New Roman" panose="02020603050405020304" pitchFamily="18" charset="0"/>
                                <a:sym typeface="Times New Roman"/>
                              </a:rPr>
                              <m:t>𝑡</m:t>
                            </m:r>
                          </m:e>
                          <m:sub>
                            <m:r>
                              <a:rPr lang="en-US" sz="1600" b="0" i="1" smtClean="0">
                                <a:solidFill>
                                  <a:schemeClr val="bg2"/>
                                </a:solidFill>
                                <a:latin typeface="Cambria Math" panose="02040503050406030204" pitchFamily="18" charset="0"/>
                                <a:ea typeface="Times New Roman"/>
                                <a:cs typeface="Times New Roman" panose="02020603050405020304" pitchFamily="18" charset="0"/>
                                <a:sym typeface="Times New Roman"/>
                              </a:rPr>
                              <m:t>2</m:t>
                            </m:r>
                          </m:sub>
                        </m:sSub>
                      </m:e>
                    </m:d>
                  </m:oMath>
                </a14:m>
                <a:endParaRPr lang="en-US" sz="1600" dirty="0">
                  <a:solidFill>
                    <a:schemeClr val="bg2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endParaRPr>
              </a:p>
              <a:p>
                <a:pPr marL="800100" lvl="3" indent="-342900">
                  <a:lnSpc>
                    <a:spcPct val="100000"/>
                  </a:lnSpc>
                  <a:buClr>
                    <a:schemeClr val="bg2"/>
                  </a:buClr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1600" b="0" i="0" smtClean="0">
                        <a:solidFill>
                          <a:schemeClr val="bg2"/>
                        </a:solidFill>
                        <a:latin typeface="Cambria Math" panose="02040503050406030204" pitchFamily="18" charset="0"/>
                        <a:ea typeface="Times New Roman"/>
                        <a:cs typeface="Times New Roman" panose="02020603050405020304" pitchFamily="18" charset="0"/>
                        <a:sym typeface="Times New Roman"/>
                      </a:rPr>
                      <m:t>Φ</m:t>
                    </m:r>
                    <m:d>
                      <m:dPr>
                        <m:ctrlPr>
                          <a:rPr lang="en-US" sz="1600" b="0" i="1" smtClean="0">
                            <a:solidFill>
                              <a:schemeClr val="bg2"/>
                            </a:solidFill>
                            <a:latin typeface="Cambria Math" panose="02040503050406030204" pitchFamily="18" charset="0"/>
                            <a:ea typeface="Times New Roman"/>
                            <a:cs typeface="Times New Roman" panose="02020603050405020304" pitchFamily="18" charset="0"/>
                            <a:sym typeface="Times New Roman"/>
                          </a:rPr>
                        </m:ctrlPr>
                      </m:dPr>
                      <m:e>
                        <m:r>
                          <a:rPr lang="en-US" sz="1600" b="0" i="1" smtClean="0">
                            <a:solidFill>
                              <a:schemeClr val="bg2"/>
                            </a:solidFill>
                            <a:latin typeface="Cambria Math" panose="02040503050406030204" pitchFamily="18" charset="0"/>
                            <a:ea typeface="Times New Roman"/>
                            <a:cs typeface="Times New Roman" panose="02020603050405020304" pitchFamily="18" charset="0"/>
                            <a:sym typeface="Times New Roman"/>
                          </a:rPr>
                          <m:t>𝑚𝑜𝑣𝑒</m:t>
                        </m:r>
                        <m:d>
                          <m:dPr>
                            <m:ctrlPr>
                              <a:rPr lang="en-US" sz="1600" b="0" i="1" smtClean="0">
                                <a:solidFill>
                                  <a:schemeClr val="bg2"/>
                                </a:solidFill>
                                <a:latin typeface="Cambria Math" panose="02040503050406030204" pitchFamily="18" charset="0"/>
                                <a:ea typeface="Times New Roman"/>
                                <a:cs typeface="Times New Roman" panose="02020603050405020304" pitchFamily="18" charset="0"/>
                                <a:sym typeface="Times New Roman"/>
                              </a:rPr>
                            </m:ctrlPr>
                          </m:dPr>
                          <m:e>
                            <m:r>
                              <a:rPr lang="en-US" sz="1600" b="0" i="1" smtClean="0">
                                <a:solidFill>
                                  <a:schemeClr val="bg2"/>
                                </a:solidFill>
                                <a:latin typeface="Cambria Math" panose="02040503050406030204" pitchFamily="18" charset="0"/>
                                <a:ea typeface="Times New Roman"/>
                                <a:cs typeface="Times New Roman" panose="02020603050405020304" pitchFamily="18" charset="0"/>
                                <a:sym typeface="Times New Roman"/>
                              </a:rPr>
                              <m:t>𝑡</m:t>
                            </m:r>
                          </m:e>
                        </m:d>
                      </m:e>
                    </m:d>
                    <m:r>
                      <a:rPr lang="en-US" sz="1600" b="0" i="1" smtClean="0">
                        <a:solidFill>
                          <a:schemeClr val="bg2"/>
                        </a:solidFill>
                        <a:latin typeface="Cambria Math" panose="02040503050406030204" pitchFamily="18" charset="0"/>
                        <a:ea typeface="Times New Roman"/>
                        <a:cs typeface="Times New Roman" panose="02020603050405020304" pitchFamily="18" charset="0"/>
                        <a:sym typeface="Times New Roman"/>
                      </a:rPr>
                      <m:t>=</m:t>
                    </m:r>
                    <m:r>
                      <m:rPr>
                        <m:sty m:val="p"/>
                      </m:rPr>
                      <a:rPr lang="en-US" sz="1600" b="0" i="0" smtClean="0">
                        <a:solidFill>
                          <a:schemeClr val="bg2"/>
                        </a:solidFill>
                        <a:latin typeface="Cambria Math" panose="02040503050406030204" pitchFamily="18" charset="0"/>
                        <a:ea typeface="Times New Roman"/>
                        <a:cs typeface="Times New Roman" panose="02020603050405020304" pitchFamily="18" charset="0"/>
                        <a:sym typeface="Times New Roman"/>
                      </a:rPr>
                      <m:t>Φ</m:t>
                    </m:r>
                    <m:d>
                      <m:dPr>
                        <m:ctrlPr>
                          <a:rPr lang="en-US" sz="1600" b="0" i="1" smtClean="0">
                            <a:solidFill>
                              <a:schemeClr val="bg2"/>
                            </a:solidFill>
                            <a:latin typeface="Cambria Math" panose="02040503050406030204" pitchFamily="18" charset="0"/>
                            <a:ea typeface="Times New Roman"/>
                            <a:cs typeface="Times New Roman" panose="02020603050405020304" pitchFamily="18" charset="0"/>
                            <a:sym typeface="Times New Roman"/>
                          </a:rPr>
                        </m:ctrlPr>
                      </m:dPr>
                      <m:e>
                        <m:r>
                          <a:rPr lang="en-US" sz="1600" b="0" i="1" smtClean="0">
                            <a:solidFill>
                              <a:schemeClr val="bg2"/>
                            </a:solidFill>
                            <a:latin typeface="Cambria Math" panose="02040503050406030204" pitchFamily="18" charset="0"/>
                            <a:ea typeface="Times New Roman"/>
                            <a:cs typeface="Times New Roman" panose="02020603050405020304" pitchFamily="18" charset="0"/>
                            <a:sym typeface="Times New Roman"/>
                          </a:rPr>
                          <m:t>𝑡</m:t>
                        </m:r>
                      </m:e>
                    </m:d>
                  </m:oMath>
                </a14:m>
                <a:endParaRPr lang="en-US" sz="2000" dirty="0">
                  <a:solidFill>
                    <a:schemeClr val="bg2"/>
                  </a:solidFill>
                  <a:latin typeface="Times New Roman" panose="02020603050405020304" pitchFamily="18" charset="0"/>
                  <a:ea typeface="Times New Roman"/>
                  <a:cs typeface="Times New Roman" panose="02020603050405020304" pitchFamily="18" charset="0"/>
                  <a:sym typeface="Times New Roman"/>
                </a:endParaRPr>
              </a:p>
              <a:p>
                <a:pPr lvl="1"/>
                <a:endParaRPr lang="en-US" dirty="0"/>
              </a:p>
            </p:txBody>
          </p:sp>
        </mc:Choice>
        <mc:Fallback xmlns="">
          <p:sp>
            <p:nvSpPr>
              <p:cNvPr id="3" name="Text Placeholder 2">
                <a:extLst>
                  <a:ext uri="{FF2B5EF4-FFF2-40B4-BE49-F238E27FC236}">
                    <a16:creationId xmlns:a16="http://schemas.microsoft.com/office/drawing/2014/main" id="{26691787-030C-C106-5DA3-6E2A447AEB0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3627524" y="1017140"/>
                <a:ext cx="5167773" cy="3639150"/>
              </a:xfrm>
              <a:blipFill>
                <a:blip r:embed="rId3"/>
                <a:stretch>
                  <a:fillRect l="-708" t="-33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DEE0C3E-40FE-60ED-EA7A-BAAB5DD0FB48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32</a:t>
            </a:fld>
            <a:endParaRPr lang="en"/>
          </a:p>
        </p:txBody>
      </p:sp>
      <p:graphicFrame>
        <p:nvGraphicFramePr>
          <p:cNvPr id="5" name="Google Shape;317;p37">
            <a:extLst>
              <a:ext uri="{FF2B5EF4-FFF2-40B4-BE49-F238E27FC236}">
                <a16:creationId xmlns:a16="http://schemas.microsoft.com/office/drawing/2014/main" id="{8628C310-4714-C18A-2759-3C45822946D0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210365249"/>
              </p:ext>
            </p:extLst>
          </p:nvPr>
        </p:nvGraphicFramePr>
        <p:xfrm>
          <a:off x="311700" y="1017725"/>
          <a:ext cx="3249700" cy="2590620"/>
        </p:xfrm>
        <a:graphic>
          <a:graphicData uri="http://schemas.openxmlformats.org/drawingml/2006/table">
            <a:tbl>
              <a:tblPr>
                <a:noFill/>
                <a:tableStyleId>{957C3E7A-245C-4847-85F8-382FA85EA222}</a:tableStyleId>
              </a:tblPr>
              <a:tblGrid>
                <a:gridCol w="16820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676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810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Selectee Features</a:t>
                      </a:r>
                      <a:endParaRPr/>
                    </a:p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in our MG</a:t>
                      </a:r>
                      <a:endParaRPr/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dirty="0"/>
                        <a:t>Corresponding Vector Space</a:t>
                      </a:r>
                      <a:endParaRPr dirty="0"/>
                    </a:p>
                  </a:txBody>
                  <a:tcPr marL="91425" marR="91425" marT="91425" marB="91425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dirty="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D</a:t>
                      </a:r>
                      <a:endParaRPr dirty="0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" dirty="0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𝗗</a:t>
                      </a:r>
                      <a:endParaRPr dirty="0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L="91425" marR="91425" marT="91425" marB="91425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dirty="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V</a:t>
                      </a:r>
                      <a:endParaRPr dirty="0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" dirty="0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𝗩</a:t>
                      </a:r>
                      <a:endParaRPr dirty="0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L="91425" marR="91425" marT="91425" marB="91425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v</a:t>
                      </a:r>
                      <a:endParaRPr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" dirty="0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𝗨</a:t>
                      </a:r>
                      <a:endParaRPr dirty="0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L="91425" marR="91425" marT="91425" marB="91425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T</a:t>
                      </a:r>
                      <a:endParaRPr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" dirty="0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𝗧</a:t>
                      </a:r>
                      <a:endParaRPr dirty="0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L="91425" marR="91425" marT="91425" marB="91425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dirty="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C</a:t>
                      </a:r>
                      <a:endParaRPr dirty="0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" dirty="0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𝗖</a:t>
                      </a:r>
                      <a:endParaRPr dirty="0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L="91425" marR="91425" marT="91425" marB="91425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722096871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F1F799-6418-9933-8AAE-2BB0913FA5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Tensor Contraction (General)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 Placeholder 2">
                <a:extLst>
                  <a:ext uri="{FF2B5EF4-FFF2-40B4-BE49-F238E27FC236}">
                    <a16:creationId xmlns:a16="http://schemas.microsoft.com/office/drawing/2014/main" id="{9DEBC122-3B42-B95C-3B52-72257A3CD728}"/>
                  </a:ext>
                </a:extLst>
              </p:cNvPr>
              <p:cNvSpPr>
                <a:spLocks noGrp="1"/>
              </p:cNvSpPr>
              <p:nvPr>
                <p:ph type="body" idx="1"/>
              </p:nvPr>
            </p:nvSpPr>
            <p:spPr>
              <a:xfrm>
                <a:off x="311700" y="1152475"/>
                <a:ext cx="8520600" cy="3546000"/>
              </a:xfrm>
            </p:spPr>
            <p:txBody>
              <a:bodyPr>
                <a:normAutofit/>
              </a:bodyPr>
              <a:lstStyle/>
              <a:p>
                <a:r>
                  <a:rPr lang="en-US" dirty="0"/>
                  <a:t>Let </a:t>
                </a:r>
                <a14:m>
                  <m:oMath xmlns:m="http://schemas.openxmlformats.org/officeDocument/2006/math">
                    <m:r>
                      <a:rPr lang="en-US" b="0" i="0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∈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𝑈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⊗…⊗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𝑈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𝑙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⊗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𝑉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⊗…⊗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𝑉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𝑚</m:t>
                        </m:r>
                      </m:sub>
                    </m:sSub>
                  </m:oMath>
                </a14:m>
                <a:r>
                  <a:rPr lang="en-US" dirty="0"/>
                  <a:t> be an order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𝑙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𝑚</m:t>
                    </m:r>
                  </m:oMath>
                </a14:m>
                <a:r>
                  <a:rPr lang="en-US" dirty="0"/>
                  <a:t> tensor</a:t>
                </a:r>
              </a:p>
              <a:p>
                <a:r>
                  <a:rPr lang="en-US" b="0" dirty="0"/>
                  <a:t>Let </a:t>
                </a:r>
                <a14:m>
                  <m:oMath xmlns:m="http://schemas.openxmlformats.org/officeDocument/2006/math">
                    <m:r>
                      <a:rPr lang="en-US" b="0" i="0" smtClean="0">
                        <a:latin typeface="Cambria Math" panose="02040503050406030204" pitchFamily="18" charset="0"/>
                      </a:rPr>
                      <m:t>𝐵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∈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𝑉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⊗…⊗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𝑉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𝑚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⊗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𝑊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⊗…⊗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𝑊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r>
                  <a:rPr lang="en-US" dirty="0"/>
                  <a:t> an order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𝑚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 tensor</a:t>
                </a:r>
              </a:p>
              <a:p>
                <a:r>
                  <a:rPr lang="en-US" dirty="0"/>
                  <a:t>Denote by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b="0" i="1" smtClean="0">
                            <a:latin typeface="Cambria Math" panose="02040503050406030204" pitchFamily="18" charset="0"/>
                          </a:rPr>
                          <m:t>a</m:t>
                        </m:r>
                      </m:e>
                      <m:sub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</a:rPr>
                          <m:t>…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𝑙</m:t>
                            </m:r>
                          </m:sub>
                        </m:sSub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𝑗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</a:rPr>
                          <m:t>…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𝑗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𝑚</m:t>
                            </m:r>
                          </m:sub>
                        </m:sSub>
                      </m:sub>
                    </m:sSub>
                  </m:oMath>
                </a14:m>
                <a:r>
                  <a:rPr lang="en-US" dirty="0"/>
                  <a:t> the element at index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,…,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𝑙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𝑗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,…,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𝑗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𝑚</m:t>
                        </m:r>
                      </m:sub>
                    </m:sSub>
                  </m:oMath>
                </a14:m>
                <a:r>
                  <a:rPr lang="en-US" dirty="0"/>
                  <a:t> of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lang="en-US" dirty="0"/>
                  <a:t> (thought of as an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𝑙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𝑚</m:t>
                    </m:r>
                  </m:oMath>
                </a14:m>
                <a:r>
                  <a:rPr lang="en-US" dirty="0"/>
                  <a:t> dimensional grid of numbers); likewise for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b="0" i="1" smtClean="0">
                            <a:latin typeface="Cambria Math" panose="02040503050406030204" pitchFamily="18" charset="0"/>
                          </a:rPr>
                          <m:t>b</m:t>
                        </m:r>
                      </m:e>
                      <m:sub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𝑗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</a:rPr>
                          <m:t>…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𝑗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𝑚</m:t>
                            </m:r>
                          </m:sub>
                        </m:sSub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</a:rPr>
                          <m:t>…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sub>
                    </m:sSub>
                  </m:oMath>
                </a14:m>
                <a:endParaRPr lang="en-US" dirty="0"/>
              </a:p>
              <a:p>
                <a:r>
                  <a:rPr lang="en-US" dirty="0"/>
                  <a:t>The </a:t>
                </a:r>
                <a:r>
                  <a:rPr lang="en-US" i="1" dirty="0"/>
                  <a:t>tensor contraction </a:t>
                </a:r>
                <a:r>
                  <a:rPr lang="en-US" dirty="0"/>
                  <a:t>of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lang="en-US" dirty="0"/>
                  <a:t> and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𝐵</m:t>
                    </m:r>
                  </m:oMath>
                </a14:m>
                <a:r>
                  <a:rPr lang="en-US" dirty="0"/>
                  <a:t> (along the indices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𝑗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…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𝑗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𝑚</m:t>
                        </m:r>
                      </m:sub>
                    </m:sSub>
                  </m:oMath>
                </a14:m>
                <a:r>
                  <a:rPr lang="en-US" dirty="0"/>
                  <a:t>) is an order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𝑙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 tensor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𝐴𝐵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∈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𝑈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⊗…⊗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𝑈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𝑙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⊗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𝑊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⊗…⊗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𝑊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r>
                  <a:rPr lang="en-US" dirty="0"/>
                  <a:t>, with the element at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,…,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𝑙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,…,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r>
                  <a:rPr lang="en-US" dirty="0"/>
                  <a:t> given by</a:t>
                </a:r>
              </a:p>
              <a:p>
                <a:pPr marL="11430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nary>
                        <m:naryPr>
                          <m:chr m:val="∑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dim</m:t>
                          </m:r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𝑉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</m:d>
                        </m:sup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…</m:t>
                          </m:r>
                        </m:e>
                      </m:nary>
                      <m:nary>
                        <m:naryPr>
                          <m:chr m:val="∑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sub>
                          </m:s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dim</m:t>
                          </m:r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𝑉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</m:sub>
                              </m:sSub>
                            </m:e>
                          </m:d>
                        </m:sup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i="1">
                                  <a:latin typeface="Cambria Math" panose="02040503050406030204" pitchFamily="18" charset="0"/>
                                </a:rPr>
                                <m:t>a</m:t>
                              </m:r>
                            </m:e>
                            <m:sub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…</m:t>
                              </m:r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𝑙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𝑗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…</m:t>
                              </m:r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𝑗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</m:sub>
                              </m:sSub>
                            </m:sub>
                          </m:sSub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i="1">
                                  <a:latin typeface="Cambria Math" panose="02040503050406030204" pitchFamily="18" charset="0"/>
                                </a:rPr>
                                <m:t>b</m:t>
                              </m:r>
                            </m:e>
                            <m:sub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𝑗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…</m:t>
                              </m:r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𝑗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…</m:t>
                              </m:r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</m:sub>
                          </m:sSub>
                        </m:e>
                      </m:nary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" name="Text Placeholder 2">
                <a:extLst>
                  <a:ext uri="{FF2B5EF4-FFF2-40B4-BE49-F238E27FC236}">
                    <a16:creationId xmlns:a16="http://schemas.microsoft.com/office/drawing/2014/main" id="{9DEBC122-3B42-B95C-3B52-72257A3CD72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311700" y="1152475"/>
                <a:ext cx="8520600" cy="3546000"/>
              </a:xfrm>
              <a:blipFill>
                <a:blip r:embed="rId2"/>
                <a:stretch>
                  <a:fillRect r="-57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B9C8D8F-A9EA-CCB9-B8B4-4A6D3D7D4B59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33</a:t>
            </a:fld>
            <a:endParaRPr lang="en"/>
          </a:p>
        </p:txBody>
      </p:sp>
    </p:spTree>
    <p:extLst>
      <p:ext uri="{BB962C8B-B14F-4D97-AF65-F5344CB8AC3E}">
        <p14:creationId xmlns:p14="http://schemas.microsoft.com/office/powerpoint/2010/main" val="792753068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37A994-06E4-06DC-435C-13308FD01A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Combinatory Categorial Grammar (CCG)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FBC7003-8674-E66E-61AD-8D33F08CF6F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Mildly Context Sensitive formalism</a:t>
            </a:r>
          </a:p>
          <a:p>
            <a:r>
              <a:rPr lang="en-US" dirty="0"/>
              <a:t>Thought to be capable of expressing all human syntax</a:t>
            </a:r>
          </a:p>
          <a:p>
            <a:r>
              <a:rPr lang="en-US" dirty="0"/>
              <a:t>Steedman (2001), Steedman and Baldridge (2011)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7DDFFEA-DF14-9067-345E-A05FF11DDA67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34</a:t>
            </a:fld>
            <a:endParaRPr lang="en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9032A1F0-F1FC-6E50-CFDD-0D2E4DF01DA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92424" y="2571750"/>
            <a:ext cx="4159152" cy="23179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94706214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9F43C8-1B92-BB26-964B-B590F95C44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CCG and Tensor Semantics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12277A3-B632-7CB8-2D51-69A4EB7D430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Approach due to Maillard et al. (2014), Coecke et al. (2010), </a:t>
            </a:r>
            <a:r>
              <a:rPr lang="en-US" dirty="0" err="1"/>
              <a:t>a.o.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C769E58-69AD-2C0B-30E3-63C51FEA7262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35</a:t>
            </a:fld>
            <a:endParaRPr lang="en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02A31BA5-4621-CF28-68CB-C03FCAF394A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41635" y="1841453"/>
            <a:ext cx="3860729" cy="30813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6169693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5DD689-FA33-3206-1562-C44D331A1F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 err="1"/>
              <a:t>beim</a:t>
            </a:r>
            <a:r>
              <a:rPr lang="en-US" dirty="0"/>
              <a:t> Graben and Gerth (2012)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 Placeholder 2">
                <a:extLst>
                  <a:ext uri="{FF2B5EF4-FFF2-40B4-BE49-F238E27FC236}">
                    <a16:creationId xmlns:a16="http://schemas.microsoft.com/office/drawing/2014/main" id="{491138A7-B4FB-A950-E2E0-AFDA55C8D88D}"/>
                  </a:ext>
                </a:extLst>
              </p:cNvPr>
              <p:cNvSpPr>
                <a:spLocks noGrp="1"/>
              </p:cNvSpPr>
              <p:nvPr>
                <p:ph type="body" idx="1"/>
              </p:nvPr>
            </p:nvSpPr>
            <p:spPr>
              <a:xfrm>
                <a:off x="311700" y="1152473"/>
                <a:ext cx="8520600" cy="3546001"/>
              </a:xfrm>
            </p:spPr>
            <p:txBody>
              <a:bodyPr>
                <a:normAutofit/>
              </a:bodyPr>
              <a:lstStyle/>
              <a:p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ℱ</m:t>
                    </m:r>
                  </m:oMath>
                </a14:m>
                <a:r>
                  <a:rPr lang="en-US" i="0" dirty="0">
                    <a:latin typeface="+mn-lt"/>
                  </a:rPr>
                  <a:t> is a vector space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</m:sub>
                    </m:sSub>
                  </m:oMath>
                </a14:m>
                <a:r>
                  <a:rPr lang="en-US" i="0" dirty="0">
                    <a:latin typeface="+mn-lt"/>
                  </a:rPr>
                  <a:t> is the set of trees over an MG</a:t>
                </a:r>
              </a:p>
              <a:p>
                <a14:m>
                  <m:oMath xmlns:m="http://schemas.openxmlformats.org/officeDocument/2006/math">
                    <m:r>
                      <m:rPr>
                        <m:nor/>
                      </m:rPr>
                      <a:rPr lang="en-US" b="1" i="0" smtClean="0">
                        <a:latin typeface="Cambria Math" panose="02040503050406030204" pitchFamily="18" charset="0"/>
                      </a:rPr>
                      <m:t>merge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: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ℱ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×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ℱ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⇀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ℱ</m:t>
                    </m:r>
                  </m:oMath>
                </a14:m>
                <a:r>
                  <a:rPr lang="en-US" dirty="0"/>
                  <a:t> is a partial binary operation </a:t>
                </a:r>
              </a:p>
              <a:p>
                <a14:m>
                  <m:oMath xmlns:m="http://schemas.openxmlformats.org/officeDocument/2006/math">
                    <m:r>
                      <m:rPr>
                        <m:nor/>
                      </m:rPr>
                      <a:rPr lang="en-US" b="1" i="0" smtClean="0">
                        <a:latin typeface="Cambria Math" panose="02040503050406030204" pitchFamily="18" charset="0"/>
                      </a:rPr>
                      <m:t>move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: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ℱ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⇀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ℱ</m:t>
                    </m:r>
                  </m:oMath>
                </a14:m>
                <a:r>
                  <a:rPr lang="en-US" b="1" dirty="0"/>
                  <a:t> </a:t>
                </a:r>
                <a:r>
                  <a:rPr lang="en-US" dirty="0"/>
                  <a:t>is a partial unary operation</a:t>
                </a:r>
              </a:p>
              <a:p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i="0" smtClean="0">
                        <a:latin typeface="Cambria Math" panose="02040503050406030204" pitchFamily="18" charset="0"/>
                      </a:rPr>
                      <m:t>Ψ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:</m:t>
                    </m:r>
                    <m:sSub>
                      <m:sSub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→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ℱ</m:t>
                    </m:r>
                  </m:oMath>
                </a14:m>
                <a:r>
                  <a:rPr lang="en-US" dirty="0"/>
                  <a:t> is a function such that</a:t>
                </a:r>
              </a:p>
              <a:p>
                <a:pPr lvl="1"/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Ψ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m:rPr>
                            <m:nor/>
                          </m:rPr>
                          <a:rPr lang="en-US" i="0" smtClean="0">
                            <a:latin typeface="Cambria Math" panose="02040503050406030204" pitchFamily="18" charset="0"/>
                          </a:rPr>
                          <m:t>merge</m:t>
                        </m:r>
                        <m:d>
                          <m:d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sSub>
                              <m:sSub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</m:e>
                        </m:d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nor/>
                      </m:rPr>
                      <a:rPr lang="en-US" b="1" i="0" smtClean="0">
                        <a:latin typeface="Cambria Math" panose="02040503050406030204" pitchFamily="18" charset="0"/>
                      </a:rPr>
                      <m:t>merge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Ψ</m:t>
                        </m:r>
                        <m:d>
                          <m:d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</m:e>
                        </m:d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Ψ</m:t>
                        </m:r>
                        <m:d>
                          <m:d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</m:e>
                        </m:d>
                      </m:e>
                    </m:d>
                  </m:oMath>
                </a14:m>
                <a:endParaRPr lang="en-US" b="0" i="1" dirty="0">
                  <a:latin typeface="Cambria Math" panose="02040503050406030204" pitchFamily="18" charset="0"/>
                </a:endParaRPr>
              </a:p>
              <a:p>
                <a:pPr lvl="1"/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Ψ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m:rPr>
                            <m:nor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move</m:t>
                        </m:r>
                        <m:d>
                          <m:d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</m:d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nor/>
                      </m:rPr>
                      <a:rPr lang="en-US" b="1" i="0" smtClean="0">
                        <a:latin typeface="Cambria Math" panose="02040503050406030204" pitchFamily="18" charset="0"/>
                      </a:rPr>
                      <m:t>move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Ψ</m:t>
                        </m:r>
                        <m:d>
                          <m:d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</m:d>
                      </m:e>
                    </m:d>
                  </m:oMath>
                </a14:m>
                <a:endParaRPr lang="en-US" dirty="0"/>
              </a:p>
              <a:p>
                <a:r>
                  <a:rPr lang="en-US" dirty="0"/>
                  <a:t>Gives a geometric vector space representation for the syntax of MGs</a:t>
                </a:r>
              </a:p>
            </p:txBody>
          </p:sp>
        </mc:Choice>
        <mc:Fallback xmlns="">
          <p:sp>
            <p:nvSpPr>
              <p:cNvPr id="3" name="Text Placeholder 2">
                <a:extLst>
                  <a:ext uri="{FF2B5EF4-FFF2-40B4-BE49-F238E27FC236}">
                    <a16:creationId xmlns:a16="http://schemas.microsoft.com/office/drawing/2014/main" id="{491138A7-B4FB-A950-E2E0-AFDA55C8D88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311700" y="1152473"/>
                <a:ext cx="8520600" cy="3546001"/>
              </a:xfr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B488812-0F13-356C-B961-C6E2DEB34303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36</a:t>
            </a:fld>
            <a:endParaRPr lang="en"/>
          </a:p>
        </p:txBody>
      </p:sp>
    </p:spTree>
    <p:extLst>
      <p:ext uri="{BB962C8B-B14F-4D97-AF65-F5344CB8AC3E}">
        <p14:creationId xmlns:p14="http://schemas.microsoft.com/office/powerpoint/2010/main" val="2765861796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5E0ED7-D26F-184F-3865-8486B60B2E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Our Semantics with </a:t>
            </a:r>
            <a:r>
              <a:rPr lang="en-US" dirty="0" err="1"/>
              <a:t>bG&amp;G’s</a:t>
            </a:r>
            <a:r>
              <a:rPr lang="en-US" dirty="0"/>
              <a:t> Syntax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 Placeholder 2">
                <a:extLst>
                  <a:ext uri="{FF2B5EF4-FFF2-40B4-BE49-F238E27FC236}">
                    <a16:creationId xmlns:a16="http://schemas.microsoft.com/office/drawing/2014/main" id="{EA31B4B9-43B4-087E-BF20-406C1186116D}"/>
                  </a:ext>
                </a:extLst>
              </p:cNvPr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Ω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: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𝐴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→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ℱ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×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𝗟</m:t>
                        </m:r>
                      </m:e>
                    </m:d>
                    <m:r>
                      <a:rPr lang="en-US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  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↦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Ψ</m:t>
                        </m:r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</m:d>
                        <m:r>
                          <a:rPr lang="en-US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Φ</m:t>
                        </m:r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</m:d>
                      </m:e>
                    </m:d>
                  </m:oMath>
                </a14:m>
                <a:endParaRPr lang="en-US" i="1" dirty="0">
                  <a:latin typeface="Cambria Math" panose="02040503050406030204" pitchFamily="18" charset="0"/>
                </a:endParaRPr>
              </a:p>
              <a:p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ℳ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𝑒𝑟𝑔𝑒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: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ℱ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×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𝗟</m:t>
                        </m:r>
                      </m:e>
                    </m:d>
                    <m:r>
                      <a:rPr lang="en-US" i="1">
                        <a:latin typeface="Cambria Math" panose="02040503050406030204" pitchFamily="18" charset="0"/>
                      </a:rPr>
                      <m:t> ×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ℱ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×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𝗟</m:t>
                        </m:r>
                      </m:e>
                    </m:d>
                    <m:r>
                      <a:rPr lang="en-US" i="1">
                        <a:latin typeface="Cambria Math" panose="02040503050406030204" pitchFamily="18" charset="0"/>
                      </a:rPr>
                      <m:t> ⇀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ℱ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×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𝗟</m:t>
                        </m:r>
                      </m:e>
                    </m:d>
                    <m:r>
                      <a:rPr lang="en-US" i="1">
                        <a:latin typeface="Cambria Math" panose="02040503050406030204" pitchFamily="18" charset="0"/>
                      </a:rPr>
                      <m:t>,  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m:rPr>
                                <m:nor/>
                              </m:rPr>
                              <a:rPr lang="en-US" b="1">
                                <a:latin typeface="Cambria Math" panose="02040503050406030204" pitchFamily="18" charset="0"/>
                              </a:rPr>
                              <m:t>a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</m:d>
                        <m:r>
                          <a:rPr lang="en-US" i="1">
                            <a:latin typeface="Cambria Math" panose="02040503050406030204" pitchFamily="18" charset="0"/>
                          </a:rPr>
                          <m:t>,</m:t>
                        </m:r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m:rPr>
                                <m:nor/>
                              </m:rPr>
                              <a:rPr lang="en-US" b="1">
                                <a:latin typeface="Cambria Math" panose="02040503050406030204" pitchFamily="18" charset="0"/>
                              </a:rPr>
                              <m:t>b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𝐵</m:t>
                            </m:r>
                          </m:e>
                        </m:d>
                      </m:e>
                    </m:d>
                    <m:r>
                      <a:rPr lang="en-US" i="1">
                        <a:latin typeface="Cambria Math" panose="02040503050406030204" pitchFamily="18" charset="0"/>
                      </a:rPr>
                      <m:t>↦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m:rPr>
                            <m:nor/>
                          </m:rPr>
                          <a:rPr lang="en-US" b="1">
                            <a:latin typeface="Cambria Math" panose="02040503050406030204" pitchFamily="18" charset="0"/>
                          </a:rPr>
                          <m:t>merge</m:t>
                        </m:r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m:rPr>
                                <m:nor/>
                              </m:rPr>
                              <a:rPr lang="en-US" b="1">
                                <a:latin typeface="Cambria Math" panose="02040503050406030204" pitchFamily="18" charset="0"/>
                              </a:rPr>
                              <m:t>a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m:rPr>
                                <m:nor/>
                              </m:rPr>
                              <a:rPr lang="en-US" b="1">
                                <a:latin typeface="Cambria Math" panose="02040503050406030204" pitchFamily="18" charset="0"/>
                              </a:rPr>
                              <m:t>b</m:t>
                            </m:r>
                          </m:e>
                        </m:d>
                        <m:r>
                          <a:rPr lang="en-US" i="1">
                            <a:latin typeface="Cambria Math" panose="02040503050406030204" pitchFamily="18" charset="0"/>
                          </a:rPr>
                          <m:t>, 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⋅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d>
                  </m:oMath>
                </a14:m>
                <a:r>
                  <a:rPr lang="en-US" dirty="0"/>
                  <a:t> </a:t>
                </a:r>
              </a:p>
              <a:p>
                <a:pPr lvl="1"/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Ω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m:rPr>
                            <m:nor/>
                          </m:rPr>
                          <a:rPr lang="en-US">
                            <a:latin typeface="Cambria Math" panose="02040503050406030204" pitchFamily="18" charset="0"/>
                          </a:rPr>
                          <m:t>merge</m:t>
                        </m:r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,</m:t>
                            </m:r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</m:e>
                        </m:d>
                      </m:e>
                    </m:d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ℳ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𝑒𝑟𝑔𝑒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Ω</m:t>
                        </m:r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</m:e>
                        </m:d>
                        <m:r>
                          <a:rPr lang="en-US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Ω</m:t>
                        </m:r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</m:e>
                        </m:d>
                      </m:e>
                    </m:d>
                  </m:oMath>
                </a14:m>
                <a:endParaRPr lang="en-US" dirty="0"/>
              </a:p>
              <a:p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ℳ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𝑜𝑣𝑒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: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ℱ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×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𝗟</m:t>
                        </m:r>
                      </m:e>
                    </m:d>
                    <m:r>
                      <a:rPr lang="en-US" i="1">
                        <a:latin typeface="Cambria Math" panose="02040503050406030204" pitchFamily="18" charset="0"/>
                      </a:rPr>
                      <m:t>⇀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ℱ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×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𝗟</m:t>
                        </m:r>
                      </m:e>
                    </m:d>
                    <m:r>
                      <a:rPr lang="en-US" i="1">
                        <a:latin typeface="Cambria Math" panose="02040503050406030204" pitchFamily="18" charset="0"/>
                      </a:rPr>
                      <m:t>,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m:rPr>
                            <m:nor/>
                          </m:rPr>
                          <a:rPr lang="en-US" b="1">
                            <a:latin typeface="Cambria Math" panose="02040503050406030204" pitchFamily="18" charset="0"/>
                          </a:rPr>
                          <m:t>a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</m:d>
                    <m:r>
                      <a:rPr lang="en-US" i="1">
                        <a:latin typeface="Cambria Math" panose="02040503050406030204" pitchFamily="18" charset="0"/>
                      </a:rPr>
                      <m:t>↦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m:rPr>
                            <m:nor/>
                          </m:rPr>
                          <a:rPr lang="en-US" b="1">
                            <a:latin typeface="Cambria Math" panose="02040503050406030204" pitchFamily="18" charset="0"/>
                          </a:rPr>
                          <m:t>move</m:t>
                        </m:r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m:rPr>
                                <m:nor/>
                              </m:rPr>
                              <a:rPr lang="en-US" b="1">
                                <a:latin typeface="Cambria Math" panose="02040503050406030204" pitchFamily="18" charset="0"/>
                              </a:rPr>
                              <m:t>a</m:t>
                            </m:r>
                          </m:e>
                        </m:d>
                        <m:r>
                          <a:rPr lang="en-US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</m:d>
                  </m:oMath>
                </a14:m>
                <a:endParaRPr lang="en-US" dirty="0"/>
              </a:p>
              <a:p>
                <a:pPr lvl="1"/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Ω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𝑚𝑜𝑣𝑒</m:t>
                        </m:r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</m:d>
                      </m:e>
                    </m:d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ℳ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𝑜𝑣𝑒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Ω</m:t>
                        </m:r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</m:d>
                      </m:e>
                    </m:d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3" name="Text Placeholder 2">
                <a:extLst>
                  <a:ext uri="{FF2B5EF4-FFF2-40B4-BE49-F238E27FC236}">
                    <a16:creationId xmlns:a16="http://schemas.microsoft.com/office/drawing/2014/main" id="{EA31B4B9-43B4-087E-BF20-406C1186116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A97D418-73BB-D98C-44F4-D74F9C0DF8B7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37</a:t>
            </a:fld>
            <a:endParaRPr lang="en"/>
          </a:p>
        </p:txBody>
      </p:sp>
    </p:spTree>
    <p:extLst>
      <p:ext uri="{BB962C8B-B14F-4D97-AF65-F5344CB8AC3E}">
        <p14:creationId xmlns:p14="http://schemas.microsoft.com/office/powerpoint/2010/main" val="208969475"/>
      </p:ext>
    </p:extLst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1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D21140D2-6137-4AE8-9710-3E53DA955798}">
  <we:reference id="wa200007297" version="1.5.0.0" store="en-US" storeType="OMEX"/>
  <we:alternateReferences>
    <we:reference id="wa200007297" version="1.5.0.0" store="wa200007297" storeType="OMEX"/>
  </we:alternateReferences>
  <we:properties/>
  <we:bindings/>
  <we:snapshot xmlns:r="http://schemas.openxmlformats.org/officeDocument/2006/relationships"/>
</we:webextension>
</file>

<file path=docMetadata/LabelInfo.xml><?xml version="1.0" encoding="utf-8"?>
<clbl:labelList xmlns:clbl="http://schemas.microsoft.com/office/2020/mipLabelMetadata">
  <clbl:label id="{170051ed-867f-4092-a6af-8a42e27b7e09}" enabled="1" method="Standard" siteId="{5217e0e7-539d-4563-b1bf-7c6dcf074f91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3736</TotalTime>
  <Words>1908</Words>
  <Application>Microsoft Office PowerPoint</Application>
  <PresentationFormat>On-screen Show (16:9)</PresentationFormat>
  <Paragraphs>365</Paragraphs>
  <Slides>37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1" baseType="lpstr">
      <vt:lpstr>Arial</vt:lpstr>
      <vt:lpstr>Cambria Math</vt:lpstr>
      <vt:lpstr>Times New Roman</vt:lpstr>
      <vt:lpstr>Simple Light</vt:lpstr>
      <vt:lpstr>A Feature-Driven Tensor Semantics for Minimalist Grammars</vt:lpstr>
      <vt:lpstr>Talk in one slide</vt:lpstr>
      <vt:lpstr>Distributionality and Compositionality</vt:lpstr>
      <vt:lpstr>Formal Grammars and Distributional Semantics</vt:lpstr>
      <vt:lpstr>Why MGs?</vt:lpstr>
      <vt:lpstr>Minimalist Grammars</vt:lpstr>
      <vt:lpstr>Minimalist Grammars</vt:lpstr>
      <vt:lpstr>Minimalist Grammars</vt:lpstr>
      <vt:lpstr>Minimalist Grammars</vt:lpstr>
      <vt:lpstr>Minimalist Grammars</vt:lpstr>
      <vt:lpstr>Minimalist Grammars</vt:lpstr>
      <vt:lpstr>Minimalist Grammars</vt:lpstr>
      <vt:lpstr>Minimalist Grammars</vt:lpstr>
      <vt:lpstr>Tensor Semantics for MGs</vt:lpstr>
      <vt:lpstr>Tensors</vt:lpstr>
      <vt:lpstr>Tensor Contraction</vt:lpstr>
      <vt:lpstr>Tensor Semantics for MGs</vt:lpstr>
      <vt:lpstr>Tensor Semantics for MGs</vt:lpstr>
      <vt:lpstr>Tensor Semantics for MGs</vt:lpstr>
      <vt:lpstr>Tensor Semantics for MGs</vt:lpstr>
      <vt:lpstr>Example</vt:lpstr>
      <vt:lpstr>Example</vt:lpstr>
      <vt:lpstr>Example</vt:lpstr>
      <vt:lpstr>Example</vt:lpstr>
      <vt:lpstr>Example</vt:lpstr>
      <vt:lpstr>Example</vt:lpstr>
      <vt:lpstr>Example</vt:lpstr>
      <vt:lpstr>Example</vt:lpstr>
      <vt:lpstr>Discussion and Conclusion</vt:lpstr>
      <vt:lpstr>Thank you very much!</vt:lpstr>
      <vt:lpstr>References</vt:lpstr>
      <vt:lpstr>Construction of Φ</vt:lpstr>
      <vt:lpstr>Tensor Contraction (General)</vt:lpstr>
      <vt:lpstr>Combinatory Categorial Grammar (CCG)</vt:lpstr>
      <vt:lpstr>CCG and Tensor Semantics</vt:lpstr>
      <vt:lpstr>beim Graben and Gerth (2012)</vt:lpstr>
      <vt:lpstr>Our Semantics with bG&amp;G’s Syntax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JP Paulson</dc:creator>
  <cp:lastModifiedBy>JP Paulson</cp:lastModifiedBy>
  <cp:revision>14</cp:revision>
  <dcterms:modified xsi:type="dcterms:W3CDTF">2026-06-30T03:09:04Z</dcterms:modified>
</cp:coreProperties>
</file>